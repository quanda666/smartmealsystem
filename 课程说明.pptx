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6" r:id="rId3"/>
    <p:sldId id="271" r:id="rId5"/>
    <p:sldId id="290" r:id="rId6"/>
    <p:sldId id="291" r:id="rId7"/>
    <p:sldId id="292" r:id="rId8"/>
  </p:sldIdLst>
  <p:sldSz cx="12192000" cy="6858000"/>
  <p:notesSz cx="6858000" cy="9144000"/>
  <p:custDataLst>
    <p:tags r:id="rId13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WPS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16"/>
        <p:guide pos="384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506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9" Type="http://schemas.openxmlformats.org/officeDocument/2006/relationships/tags" Target="../tags/tag98.xml"/><Relationship Id="rId98" Type="http://schemas.openxmlformats.org/officeDocument/2006/relationships/tags" Target="../tags/tag97.xml"/><Relationship Id="rId97" Type="http://schemas.openxmlformats.org/officeDocument/2006/relationships/tags" Target="../tags/tag96.xml"/><Relationship Id="rId96" Type="http://schemas.openxmlformats.org/officeDocument/2006/relationships/tags" Target="../tags/tag95.xml"/><Relationship Id="rId95" Type="http://schemas.openxmlformats.org/officeDocument/2006/relationships/tags" Target="../tags/tag94.xml"/><Relationship Id="rId94" Type="http://schemas.openxmlformats.org/officeDocument/2006/relationships/tags" Target="../tags/tag93.xml"/><Relationship Id="rId93" Type="http://schemas.openxmlformats.org/officeDocument/2006/relationships/tags" Target="../tags/tag92.xml"/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5" Type="http://schemas.openxmlformats.org/officeDocument/2006/relationships/tags" Target="../tags/tag104.xml"/><Relationship Id="rId104" Type="http://schemas.openxmlformats.org/officeDocument/2006/relationships/tags" Target="../tags/tag103.xml"/><Relationship Id="rId103" Type="http://schemas.openxmlformats.org/officeDocument/2006/relationships/tags" Target="../tags/tag102.xml"/><Relationship Id="rId102" Type="http://schemas.openxmlformats.org/officeDocument/2006/relationships/tags" Target="../tags/tag101.xml"/><Relationship Id="rId101" Type="http://schemas.openxmlformats.org/officeDocument/2006/relationships/tags" Target="../tags/tag100.xml"/><Relationship Id="rId100" Type="http://schemas.openxmlformats.org/officeDocument/2006/relationships/tags" Target="../tags/tag99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1" Type="http://schemas.openxmlformats.org/officeDocument/2006/relationships/tags" Target="../tags/tag199.xml"/><Relationship Id="rId90" Type="http://schemas.openxmlformats.org/officeDocument/2006/relationships/tags" Target="../tags/tag198.xml"/><Relationship Id="rId9" Type="http://schemas.openxmlformats.org/officeDocument/2006/relationships/tags" Target="../tags/tag117.xml"/><Relationship Id="rId89" Type="http://schemas.openxmlformats.org/officeDocument/2006/relationships/tags" Target="../tags/tag197.xml"/><Relationship Id="rId88" Type="http://schemas.openxmlformats.org/officeDocument/2006/relationships/tags" Target="../tags/tag196.xml"/><Relationship Id="rId87" Type="http://schemas.openxmlformats.org/officeDocument/2006/relationships/tags" Target="../tags/tag195.xml"/><Relationship Id="rId86" Type="http://schemas.openxmlformats.org/officeDocument/2006/relationships/tags" Target="../tags/tag194.xml"/><Relationship Id="rId85" Type="http://schemas.openxmlformats.org/officeDocument/2006/relationships/tags" Target="../tags/tag193.xml"/><Relationship Id="rId84" Type="http://schemas.openxmlformats.org/officeDocument/2006/relationships/tags" Target="../tags/tag192.xml"/><Relationship Id="rId83" Type="http://schemas.openxmlformats.org/officeDocument/2006/relationships/tags" Target="../tags/tag191.xml"/><Relationship Id="rId82" Type="http://schemas.openxmlformats.org/officeDocument/2006/relationships/tags" Target="../tags/tag190.xml"/><Relationship Id="rId81" Type="http://schemas.openxmlformats.org/officeDocument/2006/relationships/tags" Target="../tags/tag189.xml"/><Relationship Id="rId80" Type="http://schemas.openxmlformats.org/officeDocument/2006/relationships/tags" Target="../tags/tag188.xml"/><Relationship Id="rId8" Type="http://schemas.openxmlformats.org/officeDocument/2006/relationships/tags" Target="../tags/tag116.xml"/><Relationship Id="rId79" Type="http://schemas.openxmlformats.org/officeDocument/2006/relationships/tags" Target="../tags/tag187.xml"/><Relationship Id="rId78" Type="http://schemas.openxmlformats.org/officeDocument/2006/relationships/tags" Target="../tags/tag186.xml"/><Relationship Id="rId77" Type="http://schemas.openxmlformats.org/officeDocument/2006/relationships/tags" Target="../tags/tag185.xml"/><Relationship Id="rId76" Type="http://schemas.openxmlformats.org/officeDocument/2006/relationships/tags" Target="../tags/tag184.xml"/><Relationship Id="rId75" Type="http://schemas.openxmlformats.org/officeDocument/2006/relationships/tags" Target="../tags/tag183.xml"/><Relationship Id="rId74" Type="http://schemas.openxmlformats.org/officeDocument/2006/relationships/tags" Target="../tags/tag182.xml"/><Relationship Id="rId73" Type="http://schemas.openxmlformats.org/officeDocument/2006/relationships/tags" Target="../tags/tag181.xml"/><Relationship Id="rId72" Type="http://schemas.openxmlformats.org/officeDocument/2006/relationships/tags" Target="../tags/tag180.xml"/><Relationship Id="rId71" Type="http://schemas.openxmlformats.org/officeDocument/2006/relationships/tags" Target="../tags/tag179.xml"/><Relationship Id="rId70" Type="http://schemas.openxmlformats.org/officeDocument/2006/relationships/tags" Target="../tags/tag178.xml"/><Relationship Id="rId7" Type="http://schemas.openxmlformats.org/officeDocument/2006/relationships/tags" Target="../tags/tag115.xml"/><Relationship Id="rId69" Type="http://schemas.openxmlformats.org/officeDocument/2006/relationships/tags" Target="../tags/tag177.xml"/><Relationship Id="rId68" Type="http://schemas.openxmlformats.org/officeDocument/2006/relationships/tags" Target="../tags/tag176.xml"/><Relationship Id="rId67" Type="http://schemas.openxmlformats.org/officeDocument/2006/relationships/tags" Target="../tags/tag175.xml"/><Relationship Id="rId66" Type="http://schemas.openxmlformats.org/officeDocument/2006/relationships/tags" Target="../tags/tag174.xml"/><Relationship Id="rId65" Type="http://schemas.openxmlformats.org/officeDocument/2006/relationships/tags" Target="../tags/tag173.xml"/><Relationship Id="rId64" Type="http://schemas.openxmlformats.org/officeDocument/2006/relationships/tags" Target="../tags/tag172.xml"/><Relationship Id="rId63" Type="http://schemas.openxmlformats.org/officeDocument/2006/relationships/tags" Target="../tags/tag171.xml"/><Relationship Id="rId62" Type="http://schemas.openxmlformats.org/officeDocument/2006/relationships/tags" Target="../tags/tag170.xml"/><Relationship Id="rId61" Type="http://schemas.openxmlformats.org/officeDocument/2006/relationships/tags" Target="../tags/tag169.xml"/><Relationship Id="rId60" Type="http://schemas.openxmlformats.org/officeDocument/2006/relationships/tags" Target="../tags/tag168.xml"/><Relationship Id="rId6" Type="http://schemas.openxmlformats.org/officeDocument/2006/relationships/tags" Target="../tags/tag114.xml"/><Relationship Id="rId59" Type="http://schemas.openxmlformats.org/officeDocument/2006/relationships/tags" Target="../tags/tag167.xml"/><Relationship Id="rId58" Type="http://schemas.openxmlformats.org/officeDocument/2006/relationships/tags" Target="../tags/tag166.xml"/><Relationship Id="rId57" Type="http://schemas.openxmlformats.org/officeDocument/2006/relationships/tags" Target="../tags/tag165.xml"/><Relationship Id="rId56" Type="http://schemas.openxmlformats.org/officeDocument/2006/relationships/tags" Target="../tags/tag164.xml"/><Relationship Id="rId55" Type="http://schemas.openxmlformats.org/officeDocument/2006/relationships/tags" Target="../tags/tag163.xml"/><Relationship Id="rId54" Type="http://schemas.openxmlformats.org/officeDocument/2006/relationships/tags" Target="../tags/tag162.xml"/><Relationship Id="rId53" Type="http://schemas.openxmlformats.org/officeDocument/2006/relationships/tags" Target="../tags/tag161.xml"/><Relationship Id="rId52" Type="http://schemas.openxmlformats.org/officeDocument/2006/relationships/tags" Target="../tags/tag160.xml"/><Relationship Id="rId51" Type="http://schemas.openxmlformats.org/officeDocument/2006/relationships/tags" Target="../tags/tag159.xml"/><Relationship Id="rId50" Type="http://schemas.openxmlformats.org/officeDocument/2006/relationships/tags" Target="../tags/tag158.xml"/><Relationship Id="rId5" Type="http://schemas.openxmlformats.org/officeDocument/2006/relationships/tags" Target="../tags/tag113.xml"/><Relationship Id="rId49" Type="http://schemas.openxmlformats.org/officeDocument/2006/relationships/tags" Target="../tags/tag157.xml"/><Relationship Id="rId48" Type="http://schemas.openxmlformats.org/officeDocument/2006/relationships/tags" Target="../tags/tag156.xml"/><Relationship Id="rId47" Type="http://schemas.openxmlformats.org/officeDocument/2006/relationships/tags" Target="../tags/tag155.xml"/><Relationship Id="rId46" Type="http://schemas.openxmlformats.org/officeDocument/2006/relationships/tags" Target="../tags/tag154.xml"/><Relationship Id="rId45" Type="http://schemas.openxmlformats.org/officeDocument/2006/relationships/tags" Target="../tags/tag153.xml"/><Relationship Id="rId44" Type="http://schemas.openxmlformats.org/officeDocument/2006/relationships/tags" Target="../tags/tag152.xml"/><Relationship Id="rId43" Type="http://schemas.openxmlformats.org/officeDocument/2006/relationships/tags" Target="../tags/tag151.xml"/><Relationship Id="rId42" Type="http://schemas.openxmlformats.org/officeDocument/2006/relationships/tags" Target="../tags/tag150.xml"/><Relationship Id="rId41" Type="http://schemas.openxmlformats.org/officeDocument/2006/relationships/tags" Target="../tags/tag149.xml"/><Relationship Id="rId40" Type="http://schemas.openxmlformats.org/officeDocument/2006/relationships/tags" Target="../tags/tag148.xml"/><Relationship Id="rId4" Type="http://schemas.openxmlformats.org/officeDocument/2006/relationships/tags" Target="../tags/tag112.xml"/><Relationship Id="rId39" Type="http://schemas.openxmlformats.org/officeDocument/2006/relationships/tags" Target="../tags/tag147.xml"/><Relationship Id="rId38" Type="http://schemas.openxmlformats.org/officeDocument/2006/relationships/tags" Target="../tags/tag146.xml"/><Relationship Id="rId37" Type="http://schemas.openxmlformats.org/officeDocument/2006/relationships/tags" Target="../tags/tag145.xml"/><Relationship Id="rId36" Type="http://schemas.openxmlformats.org/officeDocument/2006/relationships/tags" Target="../tags/tag144.xml"/><Relationship Id="rId35" Type="http://schemas.openxmlformats.org/officeDocument/2006/relationships/tags" Target="../tags/tag143.xml"/><Relationship Id="rId34" Type="http://schemas.openxmlformats.org/officeDocument/2006/relationships/tags" Target="../tags/tag142.xml"/><Relationship Id="rId33" Type="http://schemas.openxmlformats.org/officeDocument/2006/relationships/tags" Target="../tags/tag141.xml"/><Relationship Id="rId32" Type="http://schemas.openxmlformats.org/officeDocument/2006/relationships/tags" Target="../tags/tag140.xml"/><Relationship Id="rId31" Type="http://schemas.openxmlformats.org/officeDocument/2006/relationships/tags" Target="../tags/tag139.xml"/><Relationship Id="rId30" Type="http://schemas.openxmlformats.org/officeDocument/2006/relationships/tags" Target="../tags/tag138.xml"/><Relationship Id="rId3" Type="http://schemas.openxmlformats.org/officeDocument/2006/relationships/tags" Target="../tags/tag111.xml"/><Relationship Id="rId29" Type="http://schemas.openxmlformats.org/officeDocument/2006/relationships/tags" Target="../tags/tag137.xml"/><Relationship Id="rId28" Type="http://schemas.openxmlformats.org/officeDocument/2006/relationships/tags" Target="../tags/tag136.xml"/><Relationship Id="rId27" Type="http://schemas.openxmlformats.org/officeDocument/2006/relationships/tags" Target="../tags/tag135.xml"/><Relationship Id="rId26" Type="http://schemas.openxmlformats.org/officeDocument/2006/relationships/tags" Target="../tags/tag134.xml"/><Relationship Id="rId25" Type="http://schemas.openxmlformats.org/officeDocument/2006/relationships/tags" Target="../tags/tag133.xml"/><Relationship Id="rId24" Type="http://schemas.openxmlformats.org/officeDocument/2006/relationships/tags" Target="../tags/tag132.xml"/><Relationship Id="rId23" Type="http://schemas.openxmlformats.org/officeDocument/2006/relationships/tags" Target="../tags/tag131.xml"/><Relationship Id="rId22" Type="http://schemas.openxmlformats.org/officeDocument/2006/relationships/tags" Target="../tags/tag130.xml"/><Relationship Id="rId21" Type="http://schemas.openxmlformats.org/officeDocument/2006/relationships/tags" Target="../tags/tag129.xml"/><Relationship Id="rId20" Type="http://schemas.openxmlformats.org/officeDocument/2006/relationships/tags" Target="../tags/tag128.xml"/><Relationship Id="rId2" Type="http://schemas.openxmlformats.org/officeDocument/2006/relationships/tags" Target="../tags/tag110.xml"/><Relationship Id="rId19" Type="http://schemas.openxmlformats.org/officeDocument/2006/relationships/tags" Target="../tags/tag127.xml"/><Relationship Id="rId18" Type="http://schemas.openxmlformats.org/officeDocument/2006/relationships/tags" Target="../tags/tag126.xml"/><Relationship Id="rId17" Type="http://schemas.openxmlformats.org/officeDocument/2006/relationships/tags" Target="../tags/tag125.xml"/><Relationship Id="rId16" Type="http://schemas.openxmlformats.org/officeDocument/2006/relationships/tags" Target="../tags/tag124.xml"/><Relationship Id="rId15" Type="http://schemas.openxmlformats.org/officeDocument/2006/relationships/tags" Target="../tags/tag123.xml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9" Type="http://schemas.openxmlformats.org/officeDocument/2006/relationships/tags" Target="../tags/tag297.xml"/><Relationship Id="rId98" Type="http://schemas.openxmlformats.org/officeDocument/2006/relationships/tags" Target="../tags/tag296.xml"/><Relationship Id="rId97" Type="http://schemas.openxmlformats.org/officeDocument/2006/relationships/tags" Target="../tags/tag295.xml"/><Relationship Id="rId96" Type="http://schemas.openxmlformats.org/officeDocument/2006/relationships/tags" Target="../tags/tag294.xml"/><Relationship Id="rId95" Type="http://schemas.openxmlformats.org/officeDocument/2006/relationships/tags" Target="../tags/tag293.xml"/><Relationship Id="rId94" Type="http://schemas.openxmlformats.org/officeDocument/2006/relationships/tags" Target="../tags/tag292.xml"/><Relationship Id="rId93" Type="http://schemas.openxmlformats.org/officeDocument/2006/relationships/tags" Target="../tags/tag291.xml"/><Relationship Id="rId92" Type="http://schemas.openxmlformats.org/officeDocument/2006/relationships/tags" Target="../tags/tag290.xml"/><Relationship Id="rId91" Type="http://schemas.openxmlformats.org/officeDocument/2006/relationships/tags" Target="../tags/tag289.xml"/><Relationship Id="rId90" Type="http://schemas.openxmlformats.org/officeDocument/2006/relationships/tags" Target="../tags/tag288.xml"/><Relationship Id="rId9" Type="http://schemas.openxmlformats.org/officeDocument/2006/relationships/tags" Target="../tags/tag207.xml"/><Relationship Id="rId89" Type="http://schemas.openxmlformats.org/officeDocument/2006/relationships/tags" Target="../tags/tag287.xml"/><Relationship Id="rId88" Type="http://schemas.openxmlformats.org/officeDocument/2006/relationships/tags" Target="../tags/tag286.xml"/><Relationship Id="rId87" Type="http://schemas.openxmlformats.org/officeDocument/2006/relationships/tags" Target="../tags/tag285.xml"/><Relationship Id="rId86" Type="http://schemas.openxmlformats.org/officeDocument/2006/relationships/tags" Target="../tags/tag284.xml"/><Relationship Id="rId85" Type="http://schemas.openxmlformats.org/officeDocument/2006/relationships/tags" Target="../tags/tag283.xml"/><Relationship Id="rId84" Type="http://schemas.openxmlformats.org/officeDocument/2006/relationships/tags" Target="../tags/tag282.xml"/><Relationship Id="rId83" Type="http://schemas.openxmlformats.org/officeDocument/2006/relationships/tags" Target="../tags/tag281.xml"/><Relationship Id="rId82" Type="http://schemas.openxmlformats.org/officeDocument/2006/relationships/tags" Target="../tags/tag280.xml"/><Relationship Id="rId81" Type="http://schemas.openxmlformats.org/officeDocument/2006/relationships/tags" Target="../tags/tag279.xml"/><Relationship Id="rId80" Type="http://schemas.openxmlformats.org/officeDocument/2006/relationships/tags" Target="../tags/tag278.xml"/><Relationship Id="rId8" Type="http://schemas.openxmlformats.org/officeDocument/2006/relationships/tags" Target="../tags/tag206.xml"/><Relationship Id="rId79" Type="http://schemas.openxmlformats.org/officeDocument/2006/relationships/tags" Target="../tags/tag277.xml"/><Relationship Id="rId78" Type="http://schemas.openxmlformats.org/officeDocument/2006/relationships/tags" Target="../tags/tag276.xml"/><Relationship Id="rId77" Type="http://schemas.openxmlformats.org/officeDocument/2006/relationships/tags" Target="../tags/tag275.xml"/><Relationship Id="rId76" Type="http://schemas.openxmlformats.org/officeDocument/2006/relationships/tags" Target="../tags/tag274.xml"/><Relationship Id="rId75" Type="http://schemas.openxmlformats.org/officeDocument/2006/relationships/tags" Target="../tags/tag273.xml"/><Relationship Id="rId74" Type="http://schemas.openxmlformats.org/officeDocument/2006/relationships/tags" Target="../tags/tag272.xml"/><Relationship Id="rId73" Type="http://schemas.openxmlformats.org/officeDocument/2006/relationships/tags" Target="../tags/tag271.xml"/><Relationship Id="rId72" Type="http://schemas.openxmlformats.org/officeDocument/2006/relationships/tags" Target="../tags/tag270.xml"/><Relationship Id="rId71" Type="http://schemas.openxmlformats.org/officeDocument/2006/relationships/tags" Target="../tags/tag269.xml"/><Relationship Id="rId70" Type="http://schemas.openxmlformats.org/officeDocument/2006/relationships/tags" Target="../tags/tag268.xml"/><Relationship Id="rId7" Type="http://schemas.openxmlformats.org/officeDocument/2006/relationships/tags" Target="../tags/tag205.xml"/><Relationship Id="rId69" Type="http://schemas.openxmlformats.org/officeDocument/2006/relationships/tags" Target="../tags/tag267.xml"/><Relationship Id="rId68" Type="http://schemas.openxmlformats.org/officeDocument/2006/relationships/tags" Target="../tags/tag266.xml"/><Relationship Id="rId67" Type="http://schemas.openxmlformats.org/officeDocument/2006/relationships/tags" Target="../tags/tag265.xml"/><Relationship Id="rId66" Type="http://schemas.openxmlformats.org/officeDocument/2006/relationships/tags" Target="../tags/tag264.xml"/><Relationship Id="rId65" Type="http://schemas.openxmlformats.org/officeDocument/2006/relationships/tags" Target="../tags/tag263.xml"/><Relationship Id="rId64" Type="http://schemas.openxmlformats.org/officeDocument/2006/relationships/tags" Target="../tags/tag262.xml"/><Relationship Id="rId63" Type="http://schemas.openxmlformats.org/officeDocument/2006/relationships/tags" Target="../tags/tag261.xml"/><Relationship Id="rId62" Type="http://schemas.openxmlformats.org/officeDocument/2006/relationships/tags" Target="../tags/tag260.xml"/><Relationship Id="rId61" Type="http://schemas.openxmlformats.org/officeDocument/2006/relationships/tags" Target="../tags/tag259.xml"/><Relationship Id="rId60" Type="http://schemas.openxmlformats.org/officeDocument/2006/relationships/tags" Target="../tags/tag258.xml"/><Relationship Id="rId6" Type="http://schemas.openxmlformats.org/officeDocument/2006/relationships/tags" Target="../tags/tag204.xml"/><Relationship Id="rId59" Type="http://schemas.openxmlformats.org/officeDocument/2006/relationships/tags" Target="../tags/tag257.xml"/><Relationship Id="rId58" Type="http://schemas.openxmlformats.org/officeDocument/2006/relationships/tags" Target="../tags/tag256.xml"/><Relationship Id="rId57" Type="http://schemas.openxmlformats.org/officeDocument/2006/relationships/tags" Target="../tags/tag255.xml"/><Relationship Id="rId56" Type="http://schemas.openxmlformats.org/officeDocument/2006/relationships/tags" Target="../tags/tag254.xml"/><Relationship Id="rId55" Type="http://schemas.openxmlformats.org/officeDocument/2006/relationships/tags" Target="../tags/tag253.xml"/><Relationship Id="rId54" Type="http://schemas.openxmlformats.org/officeDocument/2006/relationships/tags" Target="../tags/tag252.xml"/><Relationship Id="rId53" Type="http://schemas.openxmlformats.org/officeDocument/2006/relationships/tags" Target="../tags/tag251.xml"/><Relationship Id="rId52" Type="http://schemas.openxmlformats.org/officeDocument/2006/relationships/tags" Target="../tags/tag250.xml"/><Relationship Id="rId51" Type="http://schemas.openxmlformats.org/officeDocument/2006/relationships/tags" Target="../tags/tag249.xml"/><Relationship Id="rId50" Type="http://schemas.openxmlformats.org/officeDocument/2006/relationships/tags" Target="../tags/tag248.xml"/><Relationship Id="rId5" Type="http://schemas.openxmlformats.org/officeDocument/2006/relationships/tags" Target="../tags/tag203.xml"/><Relationship Id="rId49" Type="http://schemas.openxmlformats.org/officeDocument/2006/relationships/tags" Target="../tags/tag247.xml"/><Relationship Id="rId48" Type="http://schemas.openxmlformats.org/officeDocument/2006/relationships/tags" Target="../tags/tag246.xml"/><Relationship Id="rId47" Type="http://schemas.openxmlformats.org/officeDocument/2006/relationships/tags" Target="../tags/tag245.xml"/><Relationship Id="rId46" Type="http://schemas.openxmlformats.org/officeDocument/2006/relationships/tags" Target="../tags/tag244.xml"/><Relationship Id="rId45" Type="http://schemas.openxmlformats.org/officeDocument/2006/relationships/tags" Target="../tags/tag243.xml"/><Relationship Id="rId44" Type="http://schemas.openxmlformats.org/officeDocument/2006/relationships/tags" Target="../tags/tag242.xml"/><Relationship Id="rId43" Type="http://schemas.openxmlformats.org/officeDocument/2006/relationships/tags" Target="../tags/tag241.xml"/><Relationship Id="rId42" Type="http://schemas.openxmlformats.org/officeDocument/2006/relationships/tags" Target="../tags/tag240.xml"/><Relationship Id="rId41" Type="http://schemas.openxmlformats.org/officeDocument/2006/relationships/tags" Target="../tags/tag239.xml"/><Relationship Id="rId40" Type="http://schemas.openxmlformats.org/officeDocument/2006/relationships/tags" Target="../tags/tag238.xml"/><Relationship Id="rId4" Type="http://schemas.openxmlformats.org/officeDocument/2006/relationships/tags" Target="../tags/tag202.xml"/><Relationship Id="rId39" Type="http://schemas.openxmlformats.org/officeDocument/2006/relationships/tags" Target="../tags/tag237.xml"/><Relationship Id="rId38" Type="http://schemas.openxmlformats.org/officeDocument/2006/relationships/tags" Target="../tags/tag236.xml"/><Relationship Id="rId37" Type="http://schemas.openxmlformats.org/officeDocument/2006/relationships/tags" Target="../tags/tag235.xml"/><Relationship Id="rId36" Type="http://schemas.openxmlformats.org/officeDocument/2006/relationships/tags" Target="../tags/tag234.xml"/><Relationship Id="rId35" Type="http://schemas.openxmlformats.org/officeDocument/2006/relationships/tags" Target="../tags/tag233.xml"/><Relationship Id="rId34" Type="http://schemas.openxmlformats.org/officeDocument/2006/relationships/tags" Target="../tags/tag232.xml"/><Relationship Id="rId33" Type="http://schemas.openxmlformats.org/officeDocument/2006/relationships/tags" Target="../tags/tag231.xml"/><Relationship Id="rId32" Type="http://schemas.openxmlformats.org/officeDocument/2006/relationships/tags" Target="../tags/tag230.xml"/><Relationship Id="rId31" Type="http://schemas.openxmlformats.org/officeDocument/2006/relationships/tags" Target="../tags/tag229.xml"/><Relationship Id="rId30" Type="http://schemas.openxmlformats.org/officeDocument/2006/relationships/tags" Target="../tags/tag228.xml"/><Relationship Id="rId3" Type="http://schemas.openxmlformats.org/officeDocument/2006/relationships/tags" Target="../tags/tag201.xml"/><Relationship Id="rId29" Type="http://schemas.openxmlformats.org/officeDocument/2006/relationships/tags" Target="../tags/tag227.xml"/><Relationship Id="rId28" Type="http://schemas.openxmlformats.org/officeDocument/2006/relationships/tags" Target="../tags/tag226.xml"/><Relationship Id="rId27" Type="http://schemas.openxmlformats.org/officeDocument/2006/relationships/tags" Target="../tags/tag225.xml"/><Relationship Id="rId26" Type="http://schemas.openxmlformats.org/officeDocument/2006/relationships/tags" Target="../tags/tag224.xml"/><Relationship Id="rId25" Type="http://schemas.openxmlformats.org/officeDocument/2006/relationships/tags" Target="../tags/tag223.xml"/><Relationship Id="rId24" Type="http://schemas.openxmlformats.org/officeDocument/2006/relationships/tags" Target="../tags/tag222.xml"/><Relationship Id="rId23" Type="http://schemas.openxmlformats.org/officeDocument/2006/relationships/tags" Target="../tags/tag221.xml"/><Relationship Id="rId22" Type="http://schemas.openxmlformats.org/officeDocument/2006/relationships/tags" Target="../tags/tag220.xml"/><Relationship Id="rId21" Type="http://schemas.openxmlformats.org/officeDocument/2006/relationships/tags" Target="../tags/tag219.xml"/><Relationship Id="rId20" Type="http://schemas.openxmlformats.org/officeDocument/2006/relationships/tags" Target="../tags/tag218.xml"/><Relationship Id="rId2" Type="http://schemas.openxmlformats.org/officeDocument/2006/relationships/tags" Target="../tags/tag200.xml"/><Relationship Id="rId19" Type="http://schemas.openxmlformats.org/officeDocument/2006/relationships/tags" Target="../tags/tag217.xml"/><Relationship Id="rId18" Type="http://schemas.openxmlformats.org/officeDocument/2006/relationships/tags" Target="../tags/tag216.xml"/><Relationship Id="rId17" Type="http://schemas.openxmlformats.org/officeDocument/2006/relationships/tags" Target="../tags/tag215.xml"/><Relationship Id="rId16" Type="http://schemas.openxmlformats.org/officeDocument/2006/relationships/tags" Target="../tags/tag214.xml"/><Relationship Id="rId15" Type="http://schemas.openxmlformats.org/officeDocument/2006/relationships/tags" Target="../tags/tag213.xml"/><Relationship Id="rId14" Type="http://schemas.openxmlformats.org/officeDocument/2006/relationships/tags" Target="../tags/tag212.xml"/><Relationship Id="rId13" Type="http://schemas.openxmlformats.org/officeDocument/2006/relationships/tags" Target="../tags/tag211.xml"/><Relationship Id="rId12" Type="http://schemas.openxmlformats.org/officeDocument/2006/relationships/tags" Target="../tags/tag210.xml"/><Relationship Id="rId111" Type="http://schemas.openxmlformats.org/officeDocument/2006/relationships/tags" Target="../tags/tag309.xml"/><Relationship Id="rId110" Type="http://schemas.openxmlformats.org/officeDocument/2006/relationships/tags" Target="../tags/tag308.xml"/><Relationship Id="rId11" Type="http://schemas.openxmlformats.org/officeDocument/2006/relationships/tags" Target="../tags/tag209.xml"/><Relationship Id="rId109" Type="http://schemas.openxmlformats.org/officeDocument/2006/relationships/tags" Target="../tags/tag307.xml"/><Relationship Id="rId108" Type="http://schemas.openxmlformats.org/officeDocument/2006/relationships/tags" Target="../tags/tag306.xml"/><Relationship Id="rId107" Type="http://schemas.openxmlformats.org/officeDocument/2006/relationships/tags" Target="../tags/tag305.xml"/><Relationship Id="rId106" Type="http://schemas.openxmlformats.org/officeDocument/2006/relationships/tags" Target="../tags/tag304.xml"/><Relationship Id="rId105" Type="http://schemas.openxmlformats.org/officeDocument/2006/relationships/tags" Target="../tags/tag303.xml"/><Relationship Id="rId104" Type="http://schemas.openxmlformats.org/officeDocument/2006/relationships/tags" Target="../tags/tag302.xml"/><Relationship Id="rId103" Type="http://schemas.openxmlformats.org/officeDocument/2006/relationships/tags" Target="../tags/tag301.xml"/><Relationship Id="rId102" Type="http://schemas.openxmlformats.org/officeDocument/2006/relationships/tags" Target="../tags/tag300.xml"/><Relationship Id="rId101" Type="http://schemas.openxmlformats.org/officeDocument/2006/relationships/tags" Target="../tags/tag299.xml"/><Relationship Id="rId100" Type="http://schemas.openxmlformats.org/officeDocument/2006/relationships/tags" Target="../tags/tag298.xml"/><Relationship Id="rId10" Type="http://schemas.openxmlformats.org/officeDocument/2006/relationships/tags" Target="../tags/tag208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15.xml"/><Relationship Id="rId6" Type="http://schemas.openxmlformats.org/officeDocument/2006/relationships/tags" Target="../tags/tag314.xml"/><Relationship Id="rId5" Type="http://schemas.openxmlformats.org/officeDocument/2006/relationships/tags" Target="../tags/tag313.xml"/><Relationship Id="rId4" Type="http://schemas.openxmlformats.org/officeDocument/2006/relationships/tags" Target="../tags/tag312.xml"/><Relationship Id="rId3" Type="http://schemas.openxmlformats.org/officeDocument/2006/relationships/tags" Target="../tags/tag311.xml"/><Relationship Id="rId2" Type="http://schemas.openxmlformats.org/officeDocument/2006/relationships/tags" Target="../tags/tag310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23.xml"/><Relationship Id="rId8" Type="http://schemas.openxmlformats.org/officeDocument/2006/relationships/tags" Target="../tags/tag322.xml"/><Relationship Id="rId7" Type="http://schemas.openxmlformats.org/officeDocument/2006/relationships/tags" Target="../tags/tag321.xml"/><Relationship Id="rId6" Type="http://schemas.openxmlformats.org/officeDocument/2006/relationships/tags" Target="../tags/tag320.xml"/><Relationship Id="rId5" Type="http://schemas.openxmlformats.org/officeDocument/2006/relationships/tags" Target="../tags/tag319.xml"/><Relationship Id="rId4" Type="http://schemas.openxmlformats.org/officeDocument/2006/relationships/tags" Target="../tags/tag318.xml"/><Relationship Id="rId3" Type="http://schemas.openxmlformats.org/officeDocument/2006/relationships/tags" Target="../tags/tag317.xml"/><Relationship Id="rId2" Type="http://schemas.openxmlformats.org/officeDocument/2006/relationships/tags" Target="../tags/tag3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30.xml"/><Relationship Id="rId3" Type="http://schemas.openxmlformats.org/officeDocument/2006/relationships/tags" Target="../tags/tag329.xml"/><Relationship Id="rId2" Type="http://schemas.openxmlformats.org/officeDocument/2006/relationships/tags" Target="../tags/tag32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334.xml"/><Relationship Id="rId4" Type="http://schemas.openxmlformats.org/officeDocument/2006/relationships/tags" Target="../tags/tag333.xml"/><Relationship Id="rId3" Type="http://schemas.openxmlformats.org/officeDocument/2006/relationships/tags" Target="../tags/tag332.xml"/><Relationship Id="rId2" Type="http://schemas.openxmlformats.org/officeDocument/2006/relationships/tags" Target="../tags/tag33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339.xml"/><Relationship Id="rId5" Type="http://schemas.openxmlformats.org/officeDocument/2006/relationships/tags" Target="../tags/tag338.xml"/><Relationship Id="rId4" Type="http://schemas.openxmlformats.org/officeDocument/2006/relationships/tags" Target="../tags/tag337.xml"/><Relationship Id="rId3" Type="http://schemas.openxmlformats.org/officeDocument/2006/relationships/tags" Target="../tags/tag336.xml"/><Relationship Id="rId2" Type="http://schemas.openxmlformats.org/officeDocument/2006/relationships/tags" Target="../tags/tag335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347.xml"/><Relationship Id="rId87" Type="http://schemas.openxmlformats.org/officeDocument/2006/relationships/tags" Target="../tags/tag425.xml"/><Relationship Id="rId86" Type="http://schemas.openxmlformats.org/officeDocument/2006/relationships/tags" Target="../tags/tag424.xml"/><Relationship Id="rId85" Type="http://schemas.openxmlformats.org/officeDocument/2006/relationships/tags" Target="../tags/tag423.xml"/><Relationship Id="rId84" Type="http://schemas.openxmlformats.org/officeDocument/2006/relationships/tags" Target="../tags/tag422.xml"/><Relationship Id="rId83" Type="http://schemas.openxmlformats.org/officeDocument/2006/relationships/tags" Target="../tags/tag421.xml"/><Relationship Id="rId82" Type="http://schemas.openxmlformats.org/officeDocument/2006/relationships/tags" Target="../tags/tag420.xml"/><Relationship Id="rId81" Type="http://schemas.openxmlformats.org/officeDocument/2006/relationships/tags" Target="../tags/tag419.xml"/><Relationship Id="rId80" Type="http://schemas.openxmlformats.org/officeDocument/2006/relationships/tags" Target="../tags/tag418.xml"/><Relationship Id="rId8" Type="http://schemas.openxmlformats.org/officeDocument/2006/relationships/tags" Target="../tags/tag346.xml"/><Relationship Id="rId79" Type="http://schemas.openxmlformats.org/officeDocument/2006/relationships/tags" Target="../tags/tag417.xml"/><Relationship Id="rId78" Type="http://schemas.openxmlformats.org/officeDocument/2006/relationships/tags" Target="../tags/tag416.xml"/><Relationship Id="rId77" Type="http://schemas.openxmlformats.org/officeDocument/2006/relationships/tags" Target="../tags/tag415.xml"/><Relationship Id="rId76" Type="http://schemas.openxmlformats.org/officeDocument/2006/relationships/tags" Target="../tags/tag414.xml"/><Relationship Id="rId75" Type="http://schemas.openxmlformats.org/officeDocument/2006/relationships/tags" Target="../tags/tag413.xml"/><Relationship Id="rId74" Type="http://schemas.openxmlformats.org/officeDocument/2006/relationships/tags" Target="../tags/tag412.xml"/><Relationship Id="rId73" Type="http://schemas.openxmlformats.org/officeDocument/2006/relationships/tags" Target="../tags/tag411.xml"/><Relationship Id="rId72" Type="http://schemas.openxmlformats.org/officeDocument/2006/relationships/tags" Target="../tags/tag410.xml"/><Relationship Id="rId71" Type="http://schemas.openxmlformats.org/officeDocument/2006/relationships/tags" Target="../tags/tag409.xml"/><Relationship Id="rId70" Type="http://schemas.openxmlformats.org/officeDocument/2006/relationships/tags" Target="../tags/tag408.xml"/><Relationship Id="rId7" Type="http://schemas.openxmlformats.org/officeDocument/2006/relationships/tags" Target="../tags/tag345.xml"/><Relationship Id="rId69" Type="http://schemas.openxmlformats.org/officeDocument/2006/relationships/tags" Target="../tags/tag407.xml"/><Relationship Id="rId68" Type="http://schemas.openxmlformats.org/officeDocument/2006/relationships/tags" Target="../tags/tag406.xml"/><Relationship Id="rId67" Type="http://schemas.openxmlformats.org/officeDocument/2006/relationships/tags" Target="../tags/tag405.xml"/><Relationship Id="rId66" Type="http://schemas.openxmlformats.org/officeDocument/2006/relationships/tags" Target="../tags/tag404.xml"/><Relationship Id="rId65" Type="http://schemas.openxmlformats.org/officeDocument/2006/relationships/tags" Target="../tags/tag403.xml"/><Relationship Id="rId64" Type="http://schemas.openxmlformats.org/officeDocument/2006/relationships/tags" Target="../tags/tag402.xml"/><Relationship Id="rId63" Type="http://schemas.openxmlformats.org/officeDocument/2006/relationships/tags" Target="../tags/tag401.xml"/><Relationship Id="rId62" Type="http://schemas.openxmlformats.org/officeDocument/2006/relationships/tags" Target="../tags/tag400.xml"/><Relationship Id="rId61" Type="http://schemas.openxmlformats.org/officeDocument/2006/relationships/tags" Target="../tags/tag399.xml"/><Relationship Id="rId60" Type="http://schemas.openxmlformats.org/officeDocument/2006/relationships/tags" Target="../tags/tag398.xml"/><Relationship Id="rId6" Type="http://schemas.openxmlformats.org/officeDocument/2006/relationships/tags" Target="../tags/tag344.xml"/><Relationship Id="rId59" Type="http://schemas.openxmlformats.org/officeDocument/2006/relationships/tags" Target="../tags/tag397.xml"/><Relationship Id="rId58" Type="http://schemas.openxmlformats.org/officeDocument/2006/relationships/tags" Target="../tags/tag396.xml"/><Relationship Id="rId57" Type="http://schemas.openxmlformats.org/officeDocument/2006/relationships/tags" Target="../tags/tag395.xml"/><Relationship Id="rId56" Type="http://schemas.openxmlformats.org/officeDocument/2006/relationships/tags" Target="../tags/tag394.xml"/><Relationship Id="rId55" Type="http://schemas.openxmlformats.org/officeDocument/2006/relationships/tags" Target="../tags/tag393.xml"/><Relationship Id="rId54" Type="http://schemas.openxmlformats.org/officeDocument/2006/relationships/tags" Target="../tags/tag392.xml"/><Relationship Id="rId53" Type="http://schemas.openxmlformats.org/officeDocument/2006/relationships/tags" Target="../tags/tag391.xml"/><Relationship Id="rId52" Type="http://schemas.openxmlformats.org/officeDocument/2006/relationships/tags" Target="../tags/tag390.xml"/><Relationship Id="rId51" Type="http://schemas.openxmlformats.org/officeDocument/2006/relationships/tags" Target="../tags/tag389.xml"/><Relationship Id="rId50" Type="http://schemas.openxmlformats.org/officeDocument/2006/relationships/tags" Target="../tags/tag388.xml"/><Relationship Id="rId5" Type="http://schemas.openxmlformats.org/officeDocument/2006/relationships/tags" Target="../tags/tag343.xml"/><Relationship Id="rId49" Type="http://schemas.openxmlformats.org/officeDocument/2006/relationships/tags" Target="../tags/tag387.xml"/><Relationship Id="rId48" Type="http://schemas.openxmlformats.org/officeDocument/2006/relationships/tags" Target="../tags/tag386.xml"/><Relationship Id="rId47" Type="http://schemas.openxmlformats.org/officeDocument/2006/relationships/tags" Target="../tags/tag385.xml"/><Relationship Id="rId46" Type="http://schemas.openxmlformats.org/officeDocument/2006/relationships/tags" Target="../tags/tag384.xml"/><Relationship Id="rId45" Type="http://schemas.openxmlformats.org/officeDocument/2006/relationships/tags" Target="../tags/tag383.xml"/><Relationship Id="rId44" Type="http://schemas.openxmlformats.org/officeDocument/2006/relationships/tags" Target="../tags/tag382.xml"/><Relationship Id="rId43" Type="http://schemas.openxmlformats.org/officeDocument/2006/relationships/tags" Target="../tags/tag381.xml"/><Relationship Id="rId42" Type="http://schemas.openxmlformats.org/officeDocument/2006/relationships/tags" Target="../tags/tag380.xml"/><Relationship Id="rId41" Type="http://schemas.openxmlformats.org/officeDocument/2006/relationships/tags" Target="../tags/tag379.xml"/><Relationship Id="rId40" Type="http://schemas.openxmlformats.org/officeDocument/2006/relationships/tags" Target="../tags/tag378.xml"/><Relationship Id="rId4" Type="http://schemas.openxmlformats.org/officeDocument/2006/relationships/tags" Target="../tags/tag342.xml"/><Relationship Id="rId39" Type="http://schemas.openxmlformats.org/officeDocument/2006/relationships/tags" Target="../tags/tag377.xml"/><Relationship Id="rId38" Type="http://schemas.openxmlformats.org/officeDocument/2006/relationships/tags" Target="../tags/tag376.xml"/><Relationship Id="rId37" Type="http://schemas.openxmlformats.org/officeDocument/2006/relationships/tags" Target="../tags/tag375.xml"/><Relationship Id="rId36" Type="http://schemas.openxmlformats.org/officeDocument/2006/relationships/tags" Target="../tags/tag374.xml"/><Relationship Id="rId35" Type="http://schemas.openxmlformats.org/officeDocument/2006/relationships/tags" Target="../tags/tag373.xml"/><Relationship Id="rId34" Type="http://schemas.openxmlformats.org/officeDocument/2006/relationships/tags" Target="../tags/tag372.xml"/><Relationship Id="rId33" Type="http://schemas.openxmlformats.org/officeDocument/2006/relationships/tags" Target="../tags/tag371.xml"/><Relationship Id="rId32" Type="http://schemas.openxmlformats.org/officeDocument/2006/relationships/tags" Target="../tags/tag370.xml"/><Relationship Id="rId31" Type="http://schemas.openxmlformats.org/officeDocument/2006/relationships/tags" Target="../tags/tag369.xml"/><Relationship Id="rId30" Type="http://schemas.openxmlformats.org/officeDocument/2006/relationships/tags" Target="../tags/tag368.xml"/><Relationship Id="rId3" Type="http://schemas.openxmlformats.org/officeDocument/2006/relationships/tags" Target="../tags/tag341.xml"/><Relationship Id="rId29" Type="http://schemas.openxmlformats.org/officeDocument/2006/relationships/tags" Target="../tags/tag367.xml"/><Relationship Id="rId28" Type="http://schemas.openxmlformats.org/officeDocument/2006/relationships/tags" Target="../tags/tag366.xml"/><Relationship Id="rId27" Type="http://schemas.openxmlformats.org/officeDocument/2006/relationships/tags" Target="../tags/tag365.xml"/><Relationship Id="rId26" Type="http://schemas.openxmlformats.org/officeDocument/2006/relationships/tags" Target="../tags/tag364.xml"/><Relationship Id="rId25" Type="http://schemas.openxmlformats.org/officeDocument/2006/relationships/tags" Target="../tags/tag363.xml"/><Relationship Id="rId24" Type="http://schemas.openxmlformats.org/officeDocument/2006/relationships/tags" Target="../tags/tag362.xml"/><Relationship Id="rId23" Type="http://schemas.openxmlformats.org/officeDocument/2006/relationships/tags" Target="../tags/tag361.xml"/><Relationship Id="rId22" Type="http://schemas.openxmlformats.org/officeDocument/2006/relationships/tags" Target="../tags/tag360.xml"/><Relationship Id="rId21" Type="http://schemas.openxmlformats.org/officeDocument/2006/relationships/tags" Target="../tags/tag359.xml"/><Relationship Id="rId20" Type="http://schemas.openxmlformats.org/officeDocument/2006/relationships/tags" Target="../tags/tag358.xml"/><Relationship Id="rId2" Type="http://schemas.openxmlformats.org/officeDocument/2006/relationships/tags" Target="../tags/tag340.xml"/><Relationship Id="rId19" Type="http://schemas.openxmlformats.org/officeDocument/2006/relationships/tags" Target="../tags/tag357.xml"/><Relationship Id="rId18" Type="http://schemas.openxmlformats.org/officeDocument/2006/relationships/tags" Target="../tags/tag356.xml"/><Relationship Id="rId17" Type="http://schemas.openxmlformats.org/officeDocument/2006/relationships/tags" Target="../tags/tag355.xml"/><Relationship Id="rId16" Type="http://schemas.openxmlformats.org/officeDocument/2006/relationships/tags" Target="../tags/tag354.xml"/><Relationship Id="rId15" Type="http://schemas.openxmlformats.org/officeDocument/2006/relationships/tags" Target="../tags/tag353.xml"/><Relationship Id="rId14" Type="http://schemas.openxmlformats.org/officeDocument/2006/relationships/tags" Target="../tags/tag352.xml"/><Relationship Id="rId13" Type="http://schemas.openxmlformats.org/officeDocument/2006/relationships/tags" Target="../tags/tag351.xml"/><Relationship Id="rId12" Type="http://schemas.openxmlformats.org/officeDocument/2006/relationships/tags" Target="../tags/tag350.xml"/><Relationship Id="rId11" Type="http://schemas.openxmlformats.org/officeDocument/2006/relationships/tags" Target="../tags/tag349.xml"/><Relationship Id="rId10" Type="http://schemas.openxmlformats.org/officeDocument/2006/relationships/tags" Target="../tags/tag34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3200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任意多边形: 形状 7"/>
          <p:cNvSpPr/>
          <p:nvPr userDrawn="1">
            <p:custDataLst>
              <p:tags r:id="rId3"/>
            </p:custDataLst>
          </p:nvPr>
        </p:nvSpPr>
        <p:spPr>
          <a:xfrm>
            <a:off x="6247150" y="5381417"/>
            <a:ext cx="679491" cy="393014"/>
          </a:xfrm>
          <a:custGeom>
            <a:avLst/>
            <a:gdLst>
              <a:gd name="connsiteX0" fmla="*/ 1260727 w 1412800"/>
              <a:gd name="connsiteY0" fmla="*/ 0 h 801479"/>
              <a:gd name="connsiteX1" fmla="*/ 0 w 1412800"/>
              <a:gd name="connsiteY1" fmla="*/ 262674 h 801479"/>
              <a:gd name="connsiteX2" fmla="*/ 91453 w 1412800"/>
              <a:gd name="connsiteY2" fmla="*/ 801479 h 801479"/>
              <a:gd name="connsiteX3" fmla="*/ 1412801 w 1412800"/>
              <a:gd name="connsiteY3" fmla="*/ 701679 h 801479"/>
              <a:gd name="connsiteX4" fmla="*/ 1260727 w 1412800"/>
              <a:gd name="connsiteY4" fmla="*/ 0 h 80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2800" h="801479">
                <a:moveTo>
                  <a:pt x="1260727" y="0"/>
                </a:moveTo>
                <a:lnTo>
                  <a:pt x="0" y="262674"/>
                </a:lnTo>
                <a:lnTo>
                  <a:pt x="91453" y="801479"/>
                </a:lnTo>
                <a:lnTo>
                  <a:pt x="1412801" y="701679"/>
                </a:lnTo>
                <a:lnTo>
                  <a:pt x="1260727" y="0"/>
                </a:lnTo>
                <a:close/>
              </a:path>
            </a:pathLst>
          </a:custGeom>
          <a:solidFill>
            <a:srgbClr val="F9C3B5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9" name="矩形: 圆顶角 8"/>
          <p:cNvSpPr/>
          <p:nvPr userDrawn="1">
            <p:custDataLst>
              <p:tags r:id="rId4"/>
            </p:custDataLst>
          </p:nvPr>
        </p:nvSpPr>
        <p:spPr>
          <a:xfrm>
            <a:off x="7476157" y="1677192"/>
            <a:ext cx="3638752" cy="4376195"/>
          </a:xfrm>
          <a:prstGeom prst="round2SameRect">
            <a:avLst>
              <a:gd name="adj1" fmla="val 10466"/>
              <a:gd name="adj2" fmla="val 0"/>
            </a:avLst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矩形: 圆顶角 10"/>
          <p:cNvSpPr/>
          <p:nvPr userDrawn="1">
            <p:custDataLst>
              <p:tags r:id="rId5"/>
            </p:custDataLst>
          </p:nvPr>
        </p:nvSpPr>
        <p:spPr>
          <a:xfrm>
            <a:off x="7343775" y="1797254"/>
            <a:ext cx="3638752" cy="4376195"/>
          </a:xfrm>
          <a:prstGeom prst="round2SameRect">
            <a:avLst>
              <a:gd name="adj1" fmla="val 10466"/>
              <a:gd name="adj2" fmla="val 0"/>
            </a:avLst>
          </a:prstGeom>
          <a:solidFill>
            <a:schemeClr val="lt1">
              <a:lumMod val="10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矩形: 圆角 11"/>
          <p:cNvSpPr/>
          <p:nvPr userDrawn="1">
            <p:custDataLst>
              <p:tags r:id="rId6"/>
            </p:custDataLst>
          </p:nvPr>
        </p:nvSpPr>
        <p:spPr>
          <a:xfrm>
            <a:off x="7734988" y="2861637"/>
            <a:ext cx="1639125" cy="12141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34988" y="3064238"/>
            <a:ext cx="1639125" cy="12141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5" name="矩形: 圆角 14"/>
          <p:cNvSpPr/>
          <p:nvPr userDrawn="1">
            <p:custDataLst>
              <p:tags r:id="rId8"/>
            </p:custDataLst>
          </p:nvPr>
        </p:nvSpPr>
        <p:spPr>
          <a:xfrm>
            <a:off x="8532523" y="3277031"/>
            <a:ext cx="841590" cy="12141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6" name="矩形: 圆角 15"/>
          <p:cNvSpPr/>
          <p:nvPr userDrawn="1">
            <p:custDataLst>
              <p:tags r:id="rId9"/>
            </p:custDataLst>
          </p:nvPr>
        </p:nvSpPr>
        <p:spPr>
          <a:xfrm>
            <a:off x="8459824" y="3513915"/>
            <a:ext cx="914289" cy="206712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7" name="矩形: 圆角 16"/>
          <p:cNvSpPr/>
          <p:nvPr userDrawn="1">
            <p:custDataLst>
              <p:tags r:id="rId10"/>
            </p:custDataLst>
          </p:nvPr>
        </p:nvSpPr>
        <p:spPr>
          <a:xfrm>
            <a:off x="7734988" y="3956122"/>
            <a:ext cx="1639125" cy="12141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9" name="矩形: 圆角 18"/>
          <p:cNvSpPr/>
          <p:nvPr userDrawn="1">
            <p:custDataLst>
              <p:tags r:id="rId11"/>
            </p:custDataLst>
          </p:nvPr>
        </p:nvSpPr>
        <p:spPr>
          <a:xfrm>
            <a:off x="7734988" y="4158723"/>
            <a:ext cx="1639125" cy="12141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1" name="矩形: 圆角 20"/>
          <p:cNvSpPr/>
          <p:nvPr userDrawn="1">
            <p:custDataLst>
              <p:tags r:id="rId12"/>
            </p:custDataLst>
          </p:nvPr>
        </p:nvSpPr>
        <p:spPr>
          <a:xfrm>
            <a:off x="8532523" y="4371516"/>
            <a:ext cx="841590" cy="12141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2" name="矩形: 圆角 21"/>
          <p:cNvSpPr/>
          <p:nvPr userDrawn="1">
            <p:custDataLst>
              <p:tags r:id="rId13"/>
            </p:custDataLst>
          </p:nvPr>
        </p:nvSpPr>
        <p:spPr>
          <a:xfrm>
            <a:off x="8459824" y="4608400"/>
            <a:ext cx="914289" cy="20671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3" name="矩形: 圆顶角 22"/>
          <p:cNvSpPr/>
          <p:nvPr userDrawn="1">
            <p:custDataLst>
              <p:tags r:id="rId14"/>
            </p:custDataLst>
          </p:nvPr>
        </p:nvSpPr>
        <p:spPr>
          <a:xfrm>
            <a:off x="7343776" y="1797543"/>
            <a:ext cx="3638752" cy="68529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5" name="任意多边形: 形状 24"/>
          <p:cNvSpPr/>
          <p:nvPr userDrawn="1">
            <p:custDataLst>
              <p:tags r:id="rId15"/>
            </p:custDataLst>
          </p:nvPr>
        </p:nvSpPr>
        <p:spPr>
          <a:xfrm>
            <a:off x="9813686" y="2885206"/>
            <a:ext cx="656424" cy="371916"/>
          </a:xfrm>
          <a:custGeom>
            <a:avLst/>
            <a:gdLst>
              <a:gd name="connsiteX0" fmla="*/ 185958 w 656424"/>
              <a:gd name="connsiteY0" fmla="*/ 0 h 371916"/>
              <a:gd name="connsiteX1" fmla="*/ 470466 w 656424"/>
              <a:gd name="connsiteY1" fmla="*/ 0 h 371916"/>
              <a:gd name="connsiteX2" fmla="*/ 656424 w 656424"/>
              <a:gd name="connsiteY2" fmla="*/ 185958 h 371916"/>
              <a:gd name="connsiteX3" fmla="*/ 656424 w 656424"/>
              <a:gd name="connsiteY3" fmla="*/ 371916 h 371916"/>
              <a:gd name="connsiteX4" fmla="*/ 185958 w 656424"/>
              <a:gd name="connsiteY4" fmla="*/ 371916 h 371916"/>
              <a:gd name="connsiteX5" fmla="*/ 0 w 656424"/>
              <a:gd name="connsiteY5" fmla="*/ 185958 h 371916"/>
              <a:gd name="connsiteX6" fmla="*/ 0 w 656424"/>
              <a:gd name="connsiteY6" fmla="*/ 185958 h 371916"/>
              <a:gd name="connsiteX7" fmla="*/ 185958 w 656424"/>
              <a:gd name="connsiteY7" fmla="*/ 0 h 371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6424" h="371916">
                <a:moveTo>
                  <a:pt x="185958" y="0"/>
                </a:moveTo>
                <a:lnTo>
                  <a:pt x="470466" y="0"/>
                </a:lnTo>
                <a:cubicBezTo>
                  <a:pt x="573139" y="0"/>
                  <a:pt x="656424" y="83349"/>
                  <a:pt x="656424" y="185958"/>
                </a:cubicBezTo>
                <a:lnTo>
                  <a:pt x="656424" y="371916"/>
                </a:lnTo>
                <a:lnTo>
                  <a:pt x="185958" y="371916"/>
                </a:lnTo>
                <a:cubicBezTo>
                  <a:pt x="83349" y="371916"/>
                  <a:pt x="0" y="288567"/>
                  <a:pt x="0" y="185958"/>
                </a:cubicBezTo>
                <a:lnTo>
                  <a:pt x="0" y="185958"/>
                </a:lnTo>
                <a:cubicBezTo>
                  <a:pt x="0" y="83349"/>
                  <a:pt x="83349" y="0"/>
                  <a:pt x="185958" y="0"/>
                </a:cubicBez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0" name="任意多边形: 形状 19"/>
          <p:cNvSpPr/>
          <p:nvPr userDrawn="1">
            <p:custDataLst>
              <p:tags r:id="rId16"/>
            </p:custDataLst>
          </p:nvPr>
        </p:nvSpPr>
        <p:spPr>
          <a:xfrm>
            <a:off x="9965376" y="2094698"/>
            <a:ext cx="707387" cy="1011054"/>
          </a:xfrm>
          <a:custGeom>
            <a:avLst/>
            <a:gdLst>
              <a:gd name="connsiteX0" fmla="*/ 341320 w 707387"/>
              <a:gd name="connsiteY0" fmla="*/ 929508 h 1011054"/>
              <a:gd name="connsiteX1" fmla="*/ 382093 w 707387"/>
              <a:gd name="connsiteY1" fmla="*/ 970281 h 1011054"/>
              <a:gd name="connsiteX2" fmla="*/ 341320 w 707387"/>
              <a:gd name="connsiteY2" fmla="*/ 1011054 h 1011054"/>
              <a:gd name="connsiteX3" fmla="*/ 300547 w 707387"/>
              <a:gd name="connsiteY3" fmla="*/ 970281 h 1011054"/>
              <a:gd name="connsiteX4" fmla="*/ 341320 w 707387"/>
              <a:gd name="connsiteY4" fmla="*/ 929508 h 1011054"/>
              <a:gd name="connsiteX5" fmla="*/ 188535 w 707387"/>
              <a:gd name="connsiteY5" fmla="*/ 929508 h 1011054"/>
              <a:gd name="connsiteX6" fmla="*/ 229308 w 707387"/>
              <a:gd name="connsiteY6" fmla="*/ 970281 h 1011054"/>
              <a:gd name="connsiteX7" fmla="*/ 188535 w 707387"/>
              <a:gd name="connsiteY7" fmla="*/ 1011054 h 1011054"/>
              <a:gd name="connsiteX8" fmla="*/ 147762 w 707387"/>
              <a:gd name="connsiteY8" fmla="*/ 970281 h 1011054"/>
              <a:gd name="connsiteX9" fmla="*/ 188535 w 707387"/>
              <a:gd name="connsiteY9" fmla="*/ 929508 h 1011054"/>
              <a:gd name="connsiteX10" fmla="*/ 40773 w 707387"/>
              <a:gd name="connsiteY10" fmla="*/ 929508 h 1011054"/>
              <a:gd name="connsiteX11" fmla="*/ 81546 w 707387"/>
              <a:gd name="connsiteY11" fmla="*/ 970281 h 1011054"/>
              <a:gd name="connsiteX12" fmla="*/ 40773 w 707387"/>
              <a:gd name="connsiteY12" fmla="*/ 1011054 h 1011054"/>
              <a:gd name="connsiteX13" fmla="*/ 0 w 707387"/>
              <a:gd name="connsiteY13" fmla="*/ 970281 h 1011054"/>
              <a:gd name="connsiteX14" fmla="*/ 40773 w 707387"/>
              <a:gd name="connsiteY14" fmla="*/ 929508 h 1011054"/>
              <a:gd name="connsiteX15" fmla="*/ 657567 w 707387"/>
              <a:gd name="connsiteY15" fmla="*/ 0 h 1011054"/>
              <a:gd name="connsiteX16" fmla="*/ 707387 w 707387"/>
              <a:gd name="connsiteY16" fmla="*/ 49820 h 1011054"/>
              <a:gd name="connsiteX17" fmla="*/ 657567 w 707387"/>
              <a:gd name="connsiteY17" fmla="*/ 99640 h 1011054"/>
              <a:gd name="connsiteX18" fmla="*/ 607747 w 707387"/>
              <a:gd name="connsiteY18" fmla="*/ 49820 h 1011054"/>
              <a:gd name="connsiteX19" fmla="*/ 657567 w 707387"/>
              <a:gd name="connsiteY19" fmla="*/ 0 h 1011054"/>
              <a:gd name="connsiteX20" fmla="*/ 483989 w 707387"/>
              <a:gd name="connsiteY20" fmla="*/ 0 h 1011054"/>
              <a:gd name="connsiteX21" fmla="*/ 533809 w 707387"/>
              <a:gd name="connsiteY21" fmla="*/ 49820 h 1011054"/>
              <a:gd name="connsiteX22" fmla="*/ 483989 w 707387"/>
              <a:gd name="connsiteY22" fmla="*/ 99640 h 1011054"/>
              <a:gd name="connsiteX23" fmla="*/ 434169 w 707387"/>
              <a:gd name="connsiteY23" fmla="*/ 49820 h 1011054"/>
              <a:gd name="connsiteX24" fmla="*/ 483989 w 707387"/>
              <a:gd name="connsiteY24" fmla="*/ 0 h 1011054"/>
              <a:gd name="connsiteX25" fmla="*/ 310413 w 707387"/>
              <a:gd name="connsiteY25" fmla="*/ 0 h 1011054"/>
              <a:gd name="connsiteX26" fmla="*/ 360233 w 707387"/>
              <a:gd name="connsiteY26" fmla="*/ 49820 h 1011054"/>
              <a:gd name="connsiteX27" fmla="*/ 310413 w 707387"/>
              <a:gd name="connsiteY27" fmla="*/ 99640 h 1011054"/>
              <a:gd name="connsiteX28" fmla="*/ 260593 w 707387"/>
              <a:gd name="connsiteY28" fmla="*/ 49820 h 1011054"/>
              <a:gd name="connsiteX29" fmla="*/ 310413 w 707387"/>
              <a:gd name="connsiteY29" fmla="*/ 0 h 1011054"/>
              <a:gd name="connsiteX30" fmla="*/ 136836 w 707387"/>
              <a:gd name="connsiteY30" fmla="*/ 0 h 1011054"/>
              <a:gd name="connsiteX31" fmla="*/ 186656 w 707387"/>
              <a:gd name="connsiteY31" fmla="*/ 49820 h 1011054"/>
              <a:gd name="connsiteX32" fmla="*/ 136836 w 707387"/>
              <a:gd name="connsiteY32" fmla="*/ 99640 h 1011054"/>
              <a:gd name="connsiteX33" fmla="*/ 87016 w 707387"/>
              <a:gd name="connsiteY33" fmla="*/ 49820 h 1011054"/>
              <a:gd name="connsiteX34" fmla="*/ 136836 w 707387"/>
              <a:gd name="connsiteY34" fmla="*/ 0 h 1011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07387" h="1011054">
                <a:moveTo>
                  <a:pt x="341320" y="929508"/>
                </a:moveTo>
                <a:cubicBezTo>
                  <a:pt x="363800" y="929508"/>
                  <a:pt x="382093" y="947737"/>
                  <a:pt x="382093" y="970281"/>
                </a:cubicBezTo>
                <a:cubicBezTo>
                  <a:pt x="382093" y="992761"/>
                  <a:pt x="363864" y="1011054"/>
                  <a:pt x="341320" y="1011054"/>
                </a:cubicBezTo>
                <a:cubicBezTo>
                  <a:pt x="318840" y="1011054"/>
                  <a:pt x="300547" y="992825"/>
                  <a:pt x="300547" y="970281"/>
                </a:cubicBezTo>
                <a:cubicBezTo>
                  <a:pt x="300547" y="947737"/>
                  <a:pt x="318776" y="929508"/>
                  <a:pt x="341320" y="929508"/>
                </a:cubicBezTo>
                <a:close/>
                <a:moveTo>
                  <a:pt x="188535" y="929508"/>
                </a:moveTo>
                <a:cubicBezTo>
                  <a:pt x="211015" y="929508"/>
                  <a:pt x="229308" y="947737"/>
                  <a:pt x="229308" y="970281"/>
                </a:cubicBezTo>
                <a:cubicBezTo>
                  <a:pt x="229308" y="992761"/>
                  <a:pt x="211079" y="1011054"/>
                  <a:pt x="188535" y="1011054"/>
                </a:cubicBezTo>
                <a:cubicBezTo>
                  <a:pt x="166055" y="1011054"/>
                  <a:pt x="147762" y="992825"/>
                  <a:pt x="147762" y="970281"/>
                </a:cubicBezTo>
                <a:cubicBezTo>
                  <a:pt x="147762" y="947801"/>
                  <a:pt x="165991" y="929508"/>
                  <a:pt x="188535" y="929508"/>
                </a:cubicBezTo>
                <a:close/>
                <a:moveTo>
                  <a:pt x="40773" y="929508"/>
                </a:moveTo>
                <a:cubicBezTo>
                  <a:pt x="63291" y="929508"/>
                  <a:pt x="81546" y="947763"/>
                  <a:pt x="81546" y="970281"/>
                </a:cubicBezTo>
                <a:cubicBezTo>
                  <a:pt x="81546" y="992799"/>
                  <a:pt x="63291" y="1011054"/>
                  <a:pt x="40773" y="1011054"/>
                </a:cubicBezTo>
                <a:cubicBezTo>
                  <a:pt x="18255" y="1011054"/>
                  <a:pt x="0" y="992799"/>
                  <a:pt x="0" y="970281"/>
                </a:cubicBezTo>
                <a:cubicBezTo>
                  <a:pt x="0" y="947763"/>
                  <a:pt x="18255" y="929508"/>
                  <a:pt x="40773" y="929508"/>
                </a:cubicBezTo>
                <a:close/>
                <a:moveTo>
                  <a:pt x="657567" y="0"/>
                </a:moveTo>
                <a:cubicBezTo>
                  <a:pt x="685082" y="0"/>
                  <a:pt x="707387" y="22305"/>
                  <a:pt x="707387" y="49820"/>
                </a:cubicBezTo>
                <a:cubicBezTo>
                  <a:pt x="707387" y="77335"/>
                  <a:pt x="685082" y="99640"/>
                  <a:pt x="657567" y="99640"/>
                </a:cubicBezTo>
                <a:cubicBezTo>
                  <a:pt x="630052" y="99640"/>
                  <a:pt x="607747" y="77335"/>
                  <a:pt x="607747" y="49820"/>
                </a:cubicBezTo>
                <a:cubicBezTo>
                  <a:pt x="607747" y="22305"/>
                  <a:pt x="630052" y="0"/>
                  <a:pt x="657567" y="0"/>
                </a:cubicBezTo>
                <a:close/>
                <a:moveTo>
                  <a:pt x="483989" y="0"/>
                </a:moveTo>
                <a:cubicBezTo>
                  <a:pt x="511504" y="0"/>
                  <a:pt x="533809" y="22305"/>
                  <a:pt x="533809" y="49820"/>
                </a:cubicBezTo>
                <a:cubicBezTo>
                  <a:pt x="533809" y="77335"/>
                  <a:pt x="511504" y="99640"/>
                  <a:pt x="483989" y="99640"/>
                </a:cubicBezTo>
                <a:cubicBezTo>
                  <a:pt x="456474" y="99640"/>
                  <a:pt x="434169" y="77335"/>
                  <a:pt x="434169" y="49820"/>
                </a:cubicBezTo>
                <a:cubicBezTo>
                  <a:pt x="434169" y="22305"/>
                  <a:pt x="456474" y="0"/>
                  <a:pt x="483989" y="0"/>
                </a:cubicBezTo>
                <a:close/>
                <a:moveTo>
                  <a:pt x="310413" y="0"/>
                </a:moveTo>
                <a:cubicBezTo>
                  <a:pt x="337928" y="0"/>
                  <a:pt x="360233" y="22305"/>
                  <a:pt x="360233" y="49820"/>
                </a:cubicBezTo>
                <a:cubicBezTo>
                  <a:pt x="360233" y="77335"/>
                  <a:pt x="337928" y="99640"/>
                  <a:pt x="310413" y="99640"/>
                </a:cubicBezTo>
                <a:cubicBezTo>
                  <a:pt x="282898" y="99640"/>
                  <a:pt x="260593" y="77335"/>
                  <a:pt x="260593" y="49820"/>
                </a:cubicBezTo>
                <a:cubicBezTo>
                  <a:pt x="260593" y="22305"/>
                  <a:pt x="282898" y="0"/>
                  <a:pt x="310413" y="0"/>
                </a:cubicBezTo>
                <a:close/>
                <a:moveTo>
                  <a:pt x="136836" y="0"/>
                </a:moveTo>
                <a:cubicBezTo>
                  <a:pt x="164351" y="0"/>
                  <a:pt x="186656" y="22305"/>
                  <a:pt x="186656" y="49820"/>
                </a:cubicBezTo>
                <a:cubicBezTo>
                  <a:pt x="186656" y="77335"/>
                  <a:pt x="164351" y="99640"/>
                  <a:pt x="136836" y="99640"/>
                </a:cubicBezTo>
                <a:cubicBezTo>
                  <a:pt x="109321" y="99640"/>
                  <a:pt x="87016" y="77335"/>
                  <a:pt x="87016" y="49820"/>
                </a:cubicBezTo>
                <a:cubicBezTo>
                  <a:pt x="87016" y="22305"/>
                  <a:pt x="109321" y="0"/>
                  <a:pt x="136836" y="0"/>
                </a:cubicBezTo>
                <a:close/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800"/>
          </a:p>
        </p:txBody>
      </p:sp>
      <p:cxnSp>
        <p:nvCxnSpPr>
          <p:cNvPr id="27" name="直接连接符 26"/>
          <p:cNvCxnSpPr/>
          <p:nvPr userDrawn="1">
            <p:custDataLst>
              <p:tags r:id="rId17"/>
            </p:custDataLst>
          </p:nvPr>
        </p:nvCxnSpPr>
        <p:spPr>
          <a:xfrm>
            <a:off x="8584271" y="2492224"/>
            <a:ext cx="2394080" cy="0"/>
          </a:xfrm>
          <a:prstGeom prst="line">
            <a:avLst/>
          </a:prstGeom>
          <a:ln w="28575" cap="rnd">
            <a:solidFill>
              <a:schemeClr val="dk2">
                <a:lumMod val="10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任意多边形: 形状 32"/>
          <p:cNvSpPr/>
          <p:nvPr userDrawn="1">
            <p:custDataLst>
              <p:tags r:id="rId18"/>
            </p:custDataLst>
          </p:nvPr>
        </p:nvSpPr>
        <p:spPr>
          <a:xfrm>
            <a:off x="7416465" y="3965614"/>
            <a:ext cx="69162" cy="69162"/>
          </a:xfrm>
          <a:custGeom>
            <a:avLst/>
            <a:gdLst>
              <a:gd name="connsiteX0" fmla="*/ 69163 w 69162"/>
              <a:gd name="connsiteY0" fmla="*/ 34581 h 69162"/>
              <a:gd name="connsiteX1" fmla="*/ 34581 w 69162"/>
              <a:gd name="connsiteY1" fmla="*/ 69163 h 69162"/>
              <a:gd name="connsiteX2" fmla="*/ 0 w 69162"/>
              <a:gd name="connsiteY2" fmla="*/ 34581 h 69162"/>
              <a:gd name="connsiteX3" fmla="*/ 34581 w 69162"/>
              <a:gd name="connsiteY3" fmla="*/ 0 h 69162"/>
              <a:gd name="connsiteX4" fmla="*/ 69163 w 69162"/>
              <a:gd name="connsiteY4" fmla="*/ 34581 h 6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162" h="69162">
                <a:moveTo>
                  <a:pt x="69163" y="34581"/>
                </a:moveTo>
                <a:cubicBezTo>
                  <a:pt x="69163" y="53680"/>
                  <a:pt x="53680" y="69163"/>
                  <a:pt x="34581" y="69163"/>
                </a:cubicBezTo>
                <a:cubicBezTo>
                  <a:pt x="15483" y="69163"/>
                  <a:pt x="0" y="53680"/>
                  <a:pt x="0" y="34581"/>
                </a:cubicBezTo>
                <a:cubicBezTo>
                  <a:pt x="0" y="15483"/>
                  <a:pt x="15483" y="0"/>
                  <a:pt x="34581" y="0"/>
                </a:cubicBezTo>
                <a:cubicBezTo>
                  <a:pt x="53680" y="0"/>
                  <a:pt x="69163" y="15483"/>
                  <a:pt x="69163" y="34581"/>
                </a:cubicBezTo>
                <a:close/>
              </a:path>
            </a:pathLst>
          </a:custGeom>
          <a:solidFill>
            <a:schemeClr val="accent4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4" name="任意多边形: 形状 33"/>
          <p:cNvSpPr/>
          <p:nvPr userDrawn="1">
            <p:custDataLst>
              <p:tags r:id="rId19"/>
            </p:custDataLst>
          </p:nvPr>
        </p:nvSpPr>
        <p:spPr>
          <a:xfrm>
            <a:off x="11634422" y="3243520"/>
            <a:ext cx="127581" cy="127581"/>
          </a:xfrm>
          <a:custGeom>
            <a:avLst/>
            <a:gdLst>
              <a:gd name="connsiteX0" fmla="*/ 127582 w 127581"/>
              <a:gd name="connsiteY0" fmla="*/ 63791 h 127581"/>
              <a:gd name="connsiteX1" fmla="*/ 63791 w 127581"/>
              <a:gd name="connsiteY1" fmla="*/ 127582 h 127581"/>
              <a:gd name="connsiteX2" fmla="*/ 0 w 127581"/>
              <a:gd name="connsiteY2" fmla="*/ 63791 h 127581"/>
              <a:gd name="connsiteX3" fmla="*/ 63791 w 127581"/>
              <a:gd name="connsiteY3" fmla="*/ 0 h 127581"/>
              <a:gd name="connsiteX4" fmla="*/ 127582 w 127581"/>
              <a:gd name="connsiteY4" fmla="*/ 63791 h 127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581" h="127581">
                <a:moveTo>
                  <a:pt x="127582" y="63791"/>
                </a:moveTo>
                <a:cubicBezTo>
                  <a:pt x="127582" y="99021"/>
                  <a:pt x="99022" y="127582"/>
                  <a:pt x="63791" y="127582"/>
                </a:cubicBezTo>
                <a:cubicBezTo>
                  <a:pt x="28560" y="127582"/>
                  <a:pt x="0" y="99021"/>
                  <a:pt x="0" y="63791"/>
                </a:cubicBezTo>
                <a:cubicBezTo>
                  <a:pt x="0" y="28560"/>
                  <a:pt x="28560" y="0"/>
                  <a:pt x="63791" y="0"/>
                </a:cubicBezTo>
                <a:cubicBezTo>
                  <a:pt x="99022" y="0"/>
                  <a:pt x="127582" y="28560"/>
                  <a:pt x="127582" y="63791"/>
                </a:cubicBezTo>
                <a:close/>
              </a:path>
            </a:pathLst>
          </a:custGeom>
          <a:solidFill>
            <a:schemeClr val="accent1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5" name="任意多边形: 形状 34"/>
          <p:cNvSpPr/>
          <p:nvPr userDrawn="1">
            <p:custDataLst>
              <p:tags r:id="rId20"/>
            </p:custDataLst>
          </p:nvPr>
        </p:nvSpPr>
        <p:spPr>
          <a:xfrm>
            <a:off x="11383417" y="2667540"/>
            <a:ext cx="110003" cy="110003"/>
          </a:xfrm>
          <a:custGeom>
            <a:avLst/>
            <a:gdLst>
              <a:gd name="connsiteX0" fmla="*/ 75206 w 75206"/>
              <a:gd name="connsiteY0" fmla="*/ 37603 h 75206"/>
              <a:gd name="connsiteX1" fmla="*/ 37603 w 75206"/>
              <a:gd name="connsiteY1" fmla="*/ 75206 h 75206"/>
              <a:gd name="connsiteX2" fmla="*/ 0 w 75206"/>
              <a:gd name="connsiteY2" fmla="*/ 37603 h 75206"/>
              <a:gd name="connsiteX3" fmla="*/ 37603 w 75206"/>
              <a:gd name="connsiteY3" fmla="*/ 0 h 75206"/>
              <a:gd name="connsiteX4" fmla="*/ 75206 w 75206"/>
              <a:gd name="connsiteY4" fmla="*/ 37603 h 75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206" h="75206">
                <a:moveTo>
                  <a:pt x="75206" y="37603"/>
                </a:moveTo>
                <a:cubicBezTo>
                  <a:pt x="75206" y="58370"/>
                  <a:pt x="58371" y="75206"/>
                  <a:pt x="37603" y="75206"/>
                </a:cubicBezTo>
                <a:cubicBezTo>
                  <a:pt x="16836" y="75206"/>
                  <a:pt x="0" y="58371"/>
                  <a:pt x="0" y="37603"/>
                </a:cubicBezTo>
                <a:cubicBezTo>
                  <a:pt x="0" y="16835"/>
                  <a:pt x="16836" y="0"/>
                  <a:pt x="37603" y="0"/>
                </a:cubicBezTo>
                <a:cubicBezTo>
                  <a:pt x="58371" y="0"/>
                  <a:pt x="75206" y="16835"/>
                  <a:pt x="75206" y="37603"/>
                </a:cubicBezTo>
                <a:close/>
              </a:path>
            </a:pathLst>
          </a:custGeom>
          <a:solidFill>
            <a:schemeClr val="accent4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6" name="任意多边形: 形状 35"/>
          <p:cNvSpPr/>
          <p:nvPr userDrawn="1">
            <p:custDataLst>
              <p:tags r:id="rId21"/>
            </p:custDataLst>
          </p:nvPr>
        </p:nvSpPr>
        <p:spPr>
          <a:xfrm>
            <a:off x="11727422" y="2808064"/>
            <a:ext cx="45719" cy="45719"/>
          </a:xfrm>
          <a:custGeom>
            <a:avLst/>
            <a:gdLst>
              <a:gd name="connsiteX0" fmla="*/ 69163 w 69162"/>
              <a:gd name="connsiteY0" fmla="*/ 34581 h 69162"/>
              <a:gd name="connsiteX1" fmla="*/ 34581 w 69162"/>
              <a:gd name="connsiteY1" fmla="*/ 69163 h 69162"/>
              <a:gd name="connsiteX2" fmla="*/ 0 w 69162"/>
              <a:gd name="connsiteY2" fmla="*/ 34581 h 69162"/>
              <a:gd name="connsiteX3" fmla="*/ 34581 w 69162"/>
              <a:gd name="connsiteY3" fmla="*/ 0 h 69162"/>
              <a:gd name="connsiteX4" fmla="*/ 69163 w 69162"/>
              <a:gd name="connsiteY4" fmla="*/ 34581 h 6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162" h="69162">
                <a:moveTo>
                  <a:pt x="69163" y="34581"/>
                </a:moveTo>
                <a:cubicBezTo>
                  <a:pt x="69163" y="53680"/>
                  <a:pt x="53680" y="69163"/>
                  <a:pt x="34581" y="69163"/>
                </a:cubicBezTo>
                <a:cubicBezTo>
                  <a:pt x="15483" y="69163"/>
                  <a:pt x="0" y="53680"/>
                  <a:pt x="0" y="34581"/>
                </a:cubicBezTo>
                <a:cubicBezTo>
                  <a:pt x="0" y="15483"/>
                  <a:pt x="15482" y="0"/>
                  <a:pt x="34581" y="0"/>
                </a:cubicBezTo>
                <a:cubicBezTo>
                  <a:pt x="53680" y="0"/>
                  <a:pt x="69163" y="15483"/>
                  <a:pt x="69163" y="34581"/>
                </a:cubicBezTo>
                <a:close/>
              </a:path>
            </a:pathLst>
          </a:custGeom>
          <a:solidFill>
            <a:schemeClr val="accent4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7" name="任意多边形: 形状 36"/>
          <p:cNvSpPr/>
          <p:nvPr userDrawn="1">
            <p:custDataLst>
              <p:tags r:id="rId22"/>
            </p:custDataLst>
          </p:nvPr>
        </p:nvSpPr>
        <p:spPr>
          <a:xfrm>
            <a:off x="9456897" y="3613495"/>
            <a:ext cx="838747" cy="796459"/>
          </a:xfrm>
          <a:custGeom>
            <a:avLst/>
            <a:gdLst>
              <a:gd name="connsiteX0" fmla="*/ 388821 w 838747"/>
              <a:gd name="connsiteY0" fmla="*/ 635928 h 796459"/>
              <a:gd name="connsiteX1" fmla="*/ 513724 w 838747"/>
              <a:gd name="connsiteY1" fmla="*/ 683464 h 796459"/>
              <a:gd name="connsiteX2" fmla="*/ 579046 w 838747"/>
              <a:gd name="connsiteY2" fmla="*/ 718591 h 796459"/>
              <a:gd name="connsiteX3" fmla="*/ 579006 w 838747"/>
              <a:gd name="connsiteY3" fmla="*/ 718591 h 796459"/>
              <a:gd name="connsiteX4" fmla="*/ 470635 w 838747"/>
              <a:gd name="connsiteY4" fmla="*/ 779668 h 796459"/>
              <a:gd name="connsiteX5" fmla="*/ 303410 w 838747"/>
              <a:gd name="connsiteY5" fmla="*/ 769926 h 796459"/>
              <a:gd name="connsiteX6" fmla="*/ 282754 w 838747"/>
              <a:gd name="connsiteY6" fmla="*/ 702058 h 796459"/>
              <a:gd name="connsiteX7" fmla="*/ 388821 w 838747"/>
              <a:gd name="connsiteY7" fmla="*/ 635928 h 796459"/>
              <a:gd name="connsiteX8" fmla="*/ 457498 w 838747"/>
              <a:gd name="connsiteY8" fmla="*/ 521777 h 796459"/>
              <a:gd name="connsiteX9" fmla="*/ 457457 w 838747"/>
              <a:gd name="connsiteY9" fmla="*/ 521817 h 796459"/>
              <a:gd name="connsiteX10" fmla="*/ 457451 w 838747"/>
              <a:gd name="connsiteY10" fmla="*/ 521814 h 796459"/>
              <a:gd name="connsiteX11" fmla="*/ 593590 w 838747"/>
              <a:gd name="connsiteY11" fmla="*/ 465359 h 796459"/>
              <a:gd name="connsiteX12" fmla="*/ 593598 w 838747"/>
              <a:gd name="connsiteY12" fmla="*/ 465388 h 796459"/>
              <a:gd name="connsiteX13" fmla="*/ 593558 w 838747"/>
              <a:gd name="connsiteY13" fmla="*/ 465388 h 796459"/>
              <a:gd name="connsiteX14" fmla="*/ 299206 w 838747"/>
              <a:gd name="connsiteY14" fmla="*/ 465227 h 796459"/>
              <a:gd name="connsiteX15" fmla="*/ 402766 w 838747"/>
              <a:gd name="connsiteY15" fmla="*/ 496917 h 796459"/>
              <a:gd name="connsiteX16" fmla="*/ 433719 w 838747"/>
              <a:gd name="connsiteY16" fmla="*/ 510580 h 796459"/>
              <a:gd name="connsiteX17" fmla="*/ 457451 w 838747"/>
              <a:gd name="connsiteY17" fmla="*/ 521814 h 796459"/>
              <a:gd name="connsiteX18" fmla="*/ 411316 w 838747"/>
              <a:gd name="connsiteY18" fmla="*/ 558212 h 796459"/>
              <a:gd name="connsiteX19" fmla="*/ 373137 w 838747"/>
              <a:gd name="connsiteY19" fmla="*/ 577033 h 796459"/>
              <a:gd name="connsiteX20" fmla="*/ 237401 w 838747"/>
              <a:gd name="connsiteY20" fmla="*/ 578206 h 796459"/>
              <a:gd name="connsiteX21" fmla="*/ 217028 w 838747"/>
              <a:gd name="connsiteY21" fmla="*/ 524445 h 796459"/>
              <a:gd name="connsiteX22" fmla="*/ 299206 w 838747"/>
              <a:gd name="connsiteY22" fmla="*/ 465227 h 796459"/>
              <a:gd name="connsiteX23" fmla="*/ 775092 w 838747"/>
              <a:gd name="connsiteY23" fmla="*/ 416963 h 796459"/>
              <a:gd name="connsiteX24" fmla="*/ 830348 w 838747"/>
              <a:gd name="connsiteY24" fmla="*/ 456617 h 796459"/>
              <a:gd name="connsiteX25" fmla="*/ 787703 w 838747"/>
              <a:gd name="connsiteY25" fmla="*/ 611432 h 796459"/>
              <a:gd name="connsiteX26" fmla="*/ 698896 w 838747"/>
              <a:gd name="connsiteY26" fmla="*/ 691023 h 796459"/>
              <a:gd name="connsiteX27" fmla="*/ 698896 w 838747"/>
              <a:gd name="connsiteY27" fmla="*/ 690982 h 796459"/>
              <a:gd name="connsiteX28" fmla="*/ 687093 w 838747"/>
              <a:gd name="connsiteY28" fmla="*/ 620891 h 796459"/>
              <a:gd name="connsiteX29" fmla="*/ 682404 w 838747"/>
              <a:gd name="connsiteY29" fmla="*/ 492875 h 796459"/>
              <a:gd name="connsiteX30" fmla="*/ 775092 w 838747"/>
              <a:gd name="connsiteY30" fmla="*/ 416963 h 796459"/>
              <a:gd name="connsiteX31" fmla="*/ 206155 w 838747"/>
              <a:gd name="connsiteY31" fmla="*/ 325488 h 796459"/>
              <a:gd name="connsiteX32" fmla="*/ 308665 w 838747"/>
              <a:gd name="connsiteY32" fmla="*/ 347558 h 796459"/>
              <a:gd name="connsiteX33" fmla="*/ 363517 w 838747"/>
              <a:gd name="connsiteY33" fmla="*/ 367082 h 796459"/>
              <a:gd name="connsiteX34" fmla="*/ 363477 w 838747"/>
              <a:gd name="connsiteY34" fmla="*/ 367082 h 796459"/>
              <a:gd name="connsiteX35" fmla="*/ 286635 w 838747"/>
              <a:gd name="connsiteY35" fmla="*/ 427311 h 796459"/>
              <a:gd name="connsiteX36" fmla="*/ 155749 w 838747"/>
              <a:gd name="connsiteY36" fmla="*/ 439558 h 796459"/>
              <a:gd name="connsiteX37" fmla="*/ 131698 w 838747"/>
              <a:gd name="connsiteY37" fmla="*/ 389354 h 796459"/>
              <a:gd name="connsiteX38" fmla="*/ 206155 w 838747"/>
              <a:gd name="connsiteY38" fmla="*/ 325488 h 796459"/>
              <a:gd name="connsiteX39" fmla="*/ 640488 w 838747"/>
              <a:gd name="connsiteY39" fmla="*/ 208952 h 796459"/>
              <a:gd name="connsiteX40" fmla="*/ 694208 w 838747"/>
              <a:gd name="connsiteY40" fmla="*/ 240562 h 796459"/>
              <a:gd name="connsiteX41" fmla="*/ 668055 w 838747"/>
              <a:gd name="connsiteY41" fmla="*/ 385393 h 796459"/>
              <a:gd name="connsiteX42" fmla="*/ 640932 w 838747"/>
              <a:gd name="connsiteY42" fmla="*/ 422738 h 796459"/>
              <a:gd name="connsiteX43" fmla="*/ 593590 w 838747"/>
              <a:gd name="connsiteY43" fmla="*/ 465359 h 796459"/>
              <a:gd name="connsiteX44" fmla="*/ 585949 w 838747"/>
              <a:gd name="connsiteY44" fmla="*/ 437971 h 796459"/>
              <a:gd name="connsiteX45" fmla="*/ 577026 w 838747"/>
              <a:gd name="connsiteY45" fmla="*/ 402370 h 796459"/>
              <a:gd name="connsiteX46" fmla="*/ 562150 w 838747"/>
              <a:gd name="connsiteY46" fmla="*/ 285915 h 796459"/>
              <a:gd name="connsiteX47" fmla="*/ 640488 w 838747"/>
              <a:gd name="connsiteY47" fmla="*/ 208952 h 796459"/>
              <a:gd name="connsiteX48" fmla="*/ 155709 w 838747"/>
              <a:gd name="connsiteY48" fmla="*/ 204304 h 796459"/>
              <a:gd name="connsiteX49" fmla="*/ 234006 w 838747"/>
              <a:gd name="connsiteY49" fmla="*/ 221160 h 796459"/>
              <a:gd name="connsiteX50" fmla="*/ 275883 w 838747"/>
              <a:gd name="connsiteY50" fmla="*/ 236075 h 796459"/>
              <a:gd name="connsiteX51" fmla="*/ 217190 w 838747"/>
              <a:gd name="connsiteY51" fmla="*/ 282075 h 796459"/>
              <a:gd name="connsiteX52" fmla="*/ 117227 w 838747"/>
              <a:gd name="connsiteY52" fmla="*/ 291453 h 796459"/>
              <a:gd name="connsiteX53" fmla="*/ 98835 w 838747"/>
              <a:gd name="connsiteY53" fmla="*/ 253093 h 796459"/>
              <a:gd name="connsiteX54" fmla="*/ 155709 w 838747"/>
              <a:gd name="connsiteY54" fmla="*/ 204304 h 796459"/>
              <a:gd name="connsiteX55" fmla="*/ 190270 w 838747"/>
              <a:gd name="connsiteY55" fmla="*/ 127542 h 796459"/>
              <a:gd name="connsiteX56" fmla="*/ 190270 w 838747"/>
              <a:gd name="connsiteY56" fmla="*/ 127583 h 796459"/>
              <a:gd name="connsiteX57" fmla="*/ 190243 w 838747"/>
              <a:gd name="connsiteY57" fmla="*/ 127546 h 796459"/>
              <a:gd name="connsiteX58" fmla="*/ 487612 w 838747"/>
              <a:gd name="connsiteY58" fmla="*/ 83280 h 796459"/>
              <a:gd name="connsiteX59" fmla="*/ 532844 w 838747"/>
              <a:gd name="connsiteY59" fmla="*/ 107776 h 796459"/>
              <a:gd name="connsiteX60" fmla="*/ 515543 w 838747"/>
              <a:gd name="connsiteY60" fmla="*/ 228031 h 796459"/>
              <a:gd name="connsiteX61" fmla="*/ 456447 w 838747"/>
              <a:gd name="connsiteY61" fmla="*/ 296222 h 796459"/>
              <a:gd name="connsiteX62" fmla="*/ 440925 w 838747"/>
              <a:gd name="connsiteY62" fmla="*/ 244725 h 796459"/>
              <a:gd name="connsiteX63" fmla="*/ 425241 w 838747"/>
              <a:gd name="connsiteY63" fmla="*/ 149087 h 796459"/>
              <a:gd name="connsiteX64" fmla="*/ 487612 w 838747"/>
              <a:gd name="connsiteY64" fmla="*/ 83280 h 796459"/>
              <a:gd name="connsiteX65" fmla="*/ 58699 w 838747"/>
              <a:gd name="connsiteY65" fmla="*/ 30141 h 796459"/>
              <a:gd name="connsiteX66" fmla="*/ 135255 w 838747"/>
              <a:gd name="connsiteY66" fmla="*/ 65657 h 796459"/>
              <a:gd name="connsiteX67" fmla="*/ 161489 w 838747"/>
              <a:gd name="connsiteY67" fmla="*/ 88783 h 796459"/>
              <a:gd name="connsiteX68" fmla="*/ 190243 w 838747"/>
              <a:gd name="connsiteY68" fmla="*/ 127546 h 796459"/>
              <a:gd name="connsiteX69" fmla="*/ 141561 w 838747"/>
              <a:gd name="connsiteY69" fmla="*/ 135506 h 796459"/>
              <a:gd name="connsiteX70" fmla="*/ 52674 w 838747"/>
              <a:gd name="connsiteY70" fmla="*/ 138376 h 796459"/>
              <a:gd name="connsiteX71" fmla="*/ 206 w 838747"/>
              <a:gd name="connsiteY71" fmla="*/ 73822 h 796459"/>
              <a:gd name="connsiteX72" fmla="*/ 27895 w 838747"/>
              <a:gd name="connsiteY72" fmla="*/ 35583 h 796459"/>
              <a:gd name="connsiteX73" fmla="*/ 58699 w 838747"/>
              <a:gd name="connsiteY73" fmla="*/ 30141 h 796459"/>
              <a:gd name="connsiteX74" fmla="*/ 331786 w 838747"/>
              <a:gd name="connsiteY74" fmla="*/ 12 h 796459"/>
              <a:gd name="connsiteX75" fmla="*/ 369378 w 838747"/>
              <a:gd name="connsiteY75" fmla="*/ 20384 h 796459"/>
              <a:gd name="connsiteX76" fmla="*/ 355029 w 838747"/>
              <a:gd name="connsiteY76" fmla="*/ 120267 h 796459"/>
              <a:gd name="connsiteX77" fmla="*/ 305956 w 838747"/>
              <a:gd name="connsiteY77" fmla="*/ 176898 h 796459"/>
              <a:gd name="connsiteX78" fmla="*/ 305916 w 838747"/>
              <a:gd name="connsiteY78" fmla="*/ 176857 h 796459"/>
              <a:gd name="connsiteX79" fmla="*/ 293021 w 838747"/>
              <a:gd name="connsiteY79" fmla="*/ 134091 h 796459"/>
              <a:gd name="connsiteX80" fmla="*/ 280006 w 838747"/>
              <a:gd name="connsiteY80" fmla="*/ 54662 h 796459"/>
              <a:gd name="connsiteX81" fmla="*/ 331786 w 838747"/>
              <a:gd name="connsiteY81" fmla="*/ 12 h 796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838747" h="796459">
                <a:moveTo>
                  <a:pt x="388821" y="635928"/>
                </a:moveTo>
                <a:cubicBezTo>
                  <a:pt x="417359" y="635119"/>
                  <a:pt x="449898" y="651248"/>
                  <a:pt x="513724" y="683464"/>
                </a:cubicBezTo>
                <a:cubicBezTo>
                  <a:pt x="541050" y="697248"/>
                  <a:pt x="563362" y="709617"/>
                  <a:pt x="579046" y="718591"/>
                </a:cubicBezTo>
                <a:lnTo>
                  <a:pt x="579006" y="718591"/>
                </a:lnTo>
                <a:cubicBezTo>
                  <a:pt x="537452" y="754809"/>
                  <a:pt x="497192" y="771462"/>
                  <a:pt x="470635" y="779668"/>
                </a:cubicBezTo>
                <a:cubicBezTo>
                  <a:pt x="442056" y="788480"/>
                  <a:pt x="348439" y="817382"/>
                  <a:pt x="303410" y="769926"/>
                </a:cubicBezTo>
                <a:cubicBezTo>
                  <a:pt x="287483" y="753151"/>
                  <a:pt x="277055" y="726473"/>
                  <a:pt x="282754" y="702058"/>
                </a:cubicBezTo>
                <a:cubicBezTo>
                  <a:pt x="292657" y="659453"/>
                  <a:pt x="348278" y="637100"/>
                  <a:pt x="388821" y="635928"/>
                </a:cubicBezTo>
                <a:close/>
                <a:moveTo>
                  <a:pt x="457498" y="521777"/>
                </a:moveTo>
                <a:lnTo>
                  <a:pt x="457457" y="521817"/>
                </a:lnTo>
                <a:lnTo>
                  <a:pt x="457451" y="521814"/>
                </a:lnTo>
                <a:close/>
                <a:moveTo>
                  <a:pt x="593590" y="465359"/>
                </a:moveTo>
                <a:lnTo>
                  <a:pt x="593598" y="465388"/>
                </a:lnTo>
                <a:lnTo>
                  <a:pt x="593558" y="465388"/>
                </a:lnTo>
                <a:close/>
                <a:moveTo>
                  <a:pt x="299206" y="465227"/>
                </a:moveTo>
                <a:cubicBezTo>
                  <a:pt x="322246" y="463044"/>
                  <a:pt x="349410" y="474322"/>
                  <a:pt x="402766" y="496917"/>
                </a:cubicBezTo>
                <a:cubicBezTo>
                  <a:pt x="414165" y="501747"/>
                  <a:pt x="424544" y="506366"/>
                  <a:pt x="433719" y="510580"/>
                </a:cubicBezTo>
                <a:lnTo>
                  <a:pt x="457451" y="521814"/>
                </a:lnTo>
                <a:lnTo>
                  <a:pt x="411316" y="558212"/>
                </a:lnTo>
                <a:cubicBezTo>
                  <a:pt x="396815" y="567079"/>
                  <a:pt x="383647" y="573011"/>
                  <a:pt x="373137" y="577033"/>
                </a:cubicBezTo>
                <a:cubicBezTo>
                  <a:pt x="350541" y="585724"/>
                  <a:pt x="276367" y="614141"/>
                  <a:pt x="237401" y="578206"/>
                </a:cubicBezTo>
                <a:cubicBezTo>
                  <a:pt x="223617" y="565513"/>
                  <a:pt x="213754" y="544494"/>
                  <a:pt x="217028" y="524445"/>
                </a:cubicBezTo>
                <a:cubicBezTo>
                  <a:pt x="222728" y="489439"/>
                  <a:pt x="266464" y="468339"/>
                  <a:pt x="299206" y="465227"/>
                </a:cubicBezTo>
                <a:close/>
                <a:moveTo>
                  <a:pt x="775092" y="416963"/>
                </a:moveTo>
                <a:cubicBezTo>
                  <a:pt x="799021" y="419307"/>
                  <a:pt x="820000" y="436972"/>
                  <a:pt x="830348" y="456617"/>
                </a:cubicBezTo>
                <a:cubicBezTo>
                  <a:pt x="859573" y="512116"/>
                  <a:pt x="804478" y="588230"/>
                  <a:pt x="787703" y="611432"/>
                </a:cubicBezTo>
                <a:cubicBezTo>
                  <a:pt x="772100" y="633018"/>
                  <a:pt x="744573" y="664425"/>
                  <a:pt x="698896" y="691023"/>
                </a:cubicBezTo>
                <a:lnTo>
                  <a:pt x="698896" y="690982"/>
                </a:lnTo>
                <a:cubicBezTo>
                  <a:pt x="695582" y="673965"/>
                  <a:pt x="691216" y="649873"/>
                  <a:pt x="687093" y="620891"/>
                </a:cubicBezTo>
                <a:cubicBezTo>
                  <a:pt x="677473" y="553023"/>
                  <a:pt x="672865" y="518543"/>
                  <a:pt x="682404" y="492875"/>
                </a:cubicBezTo>
                <a:cubicBezTo>
                  <a:pt x="695946" y="456415"/>
                  <a:pt x="733376" y="412840"/>
                  <a:pt x="775092" y="416963"/>
                </a:cubicBezTo>
                <a:close/>
                <a:moveTo>
                  <a:pt x="206155" y="325488"/>
                </a:moveTo>
                <a:cubicBezTo>
                  <a:pt x="228185" y="321486"/>
                  <a:pt x="255308" y="330096"/>
                  <a:pt x="308665" y="347558"/>
                </a:cubicBezTo>
                <a:cubicBezTo>
                  <a:pt x="331503" y="354996"/>
                  <a:pt x="350259" y="361989"/>
                  <a:pt x="363517" y="367082"/>
                </a:cubicBezTo>
                <a:lnTo>
                  <a:pt x="363477" y="367082"/>
                </a:lnTo>
                <a:cubicBezTo>
                  <a:pt x="335505" y="400107"/>
                  <a:pt x="306280" y="417811"/>
                  <a:pt x="286635" y="427311"/>
                </a:cubicBezTo>
                <a:cubicBezTo>
                  <a:pt x="265535" y="437537"/>
                  <a:pt x="196292" y="471047"/>
                  <a:pt x="155749" y="439558"/>
                </a:cubicBezTo>
                <a:cubicBezTo>
                  <a:pt x="141399" y="428442"/>
                  <a:pt x="130203" y="408959"/>
                  <a:pt x="131698" y="389354"/>
                </a:cubicBezTo>
                <a:cubicBezTo>
                  <a:pt x="134326" y="355158"/>
                  <a:pt x="174828" y="331187"/>
                  <a:pt x="206155" y="325488"/>
                </a:cubicBezTo>
                <a:close/>
                <a:moveTo>
                  <a:pt x="640488" y="208952"/>
                </a:moveTo>
                <a:cubicBezTo>
                  <a:pt x="662518" y="209114"/>
                  <a:pt x="683133" y="223504"/>
                  <a:pt x="694208" y="240562"/>
                </a:cubicBezTo>
                <a:cubicBezTo>
                  <a:pt x="725495" y="288785"/>
                  <a:pt x="681475" y="362838"/>
                  <a:pt x="668055" y="385393"/>
                </a:cubicBezTo>
                <a:cubicBezTo>
                  <a:pt x="661810" y="395882"/>
                  <a:pt x="653059" y="408868"/>
                  <a:pt x="640932" y="422738"/>
                </a:cubicBezTo>
                <a:lnTo>
                  <a:pt x="593590" y="465359"/>
                </a:lnTo>
                <a:lnTo>
                  <a:pt x="585949" y="437971"/>
                </a:lnTo>
                <a:cubicBezTo>
                  <a:pt x="583129" y="427391"/>
                  <a:pt x="580098" y="415446"/>
                  <a:pt x="577026" y="402370"/>
                </a:cubicBezTo>
                <a:cubicBezTo>
                  <a:pt x="562635" y="341212"/>
                  <a:pt x="555602" y="310128"/>
                  <a:pt x="562150" y="285915"/>
                </a:cubicBezTo>
                <a:cubicBezTo>
                  <a:pt x="571488" y="251516"/>
                  <a:pt x="602087" y="208628"/>
                  <a:pt x="640488" y="208952"/>
                </a:cubicBezTo>
                <a:close/>
                <a:moveTo>
                  <a:pt x="155709" y="204304"/>
                </a:moveTo>
                <a:cubicBezTo>
                  <a:pt x="172524" y="201232"/>
                  <a:pt x="193260" y="207821"/>
                  <a:pt x="234006" y="221160"/>
                </a:cubicBezTo>
                <a:cubicBezTo>
                  <a:pt x="251427" y="226859"/>
                  <a:pt x="265777" y="232154"/>
                  <a:pt x="275883" y="236075"/>
                </a:cubicBezTo>
                <a:cubicBezTo>
                  <a:pt x="254540" y="261299"/>
                  <a:pt x="232187" y="274799"/>
                  <a:pt x="217190" y="282075"/>
                </a:cubicBezTo>
                <a:cubicBezTo>
                  <a:pt x="201062" y="289877"/>
                  <a:pt x="148190" y="315504"/>
                  <a:pt x="117227" y="291453"/>
                </a:cubicBezTo>
                <a:cubicBezTo>
                  <a:pt x="106273" y="282924"/>
                  <a:pt x="97663" y="268089"/>
                  <a:pt x="98835" y="253093"/>
                </a:cubicBezTo>
                <a:cubicBezTo>
                  <a:pt x="100856" y="226940"/>
                  <a:pt x="131779" y="208669"/>
                  <a:pt x="155709" y="204304"/>
                </a:cubicBezTo>
                <a:close/>
                <a:moveTo>
                  <a:pt x="190270" y="127542"/>
                </a:moveTo>
                <a:lnTo>
                  <a:pt x="190270" y="127583"/>
                </a:lnTo>
                <a:lnTo>
                  <a:pt x="190243" y="127546"/>
                </a:lnTo>
                <a:close/>
                <a:moveTo>
                  <a:pt x="487612" y="83280"/>
                </a:moveTo>
                <a:cubicBezTo>
                  <a:pt x="505802" y="82795"/>
                  <a:pt x="523223" y="94032"/>
                  <a:pt x="532844" y="107776"/>
                </a:cubicBezTo>
                <a:cubicBezTo>
                  <a:pt x="560048" y="146621"/>
                  <a:pt x="525932" y="208992"/>
                  <a:pt x="515543" y="228031"/>
                </a:cubicBezTo>
                <a:cubicBezTo>
                  <a:pt x="505882" y="245695"/>
                  <a:pt x="488218" y="271929"/>
                  <a:pt x="456447" y="296222"/>
                </a:cubicBezTo>
                <a:cubicBezTo>
                  <a:pt x="452324" y="283772"/>
                  <a:pt x="446786" y="266108"/>
                  <a:pt x="440925" y="244725"/>
                </a:cubicBezTo>
                <a:cubicBezTo>
                  <a:pt x="427262" y="194683"/>
                  <a:pt x="420512" y="169257"/>
                  <a:pt x="425241" y="149087"/>
                </a:cubicBezTo>
                <a:cubicBezTo>
                  <a:pt x="431951" y="120428"/>
                  <a:pt x="455881" y="84169"/>
                  <a:pt x="487612" y="83280"/>
                </a:cubicBezTo>
                <a:close/>
                <a:moveTo>
                  <a:pt x="58699" y="30141"/>
                </a:moveTo>
                <a:cubicBezTo>
                  <a:pt x="90562" y="33021"/>
                  <a:pt x="123220" y="56865"/>
                  <a:pt x="135255" y="65657"/>
                </a:cubicBezTo>
                <a:cubicBezTo>
                  <a:pt x="142733" y="71114"/>
                  <a:pt x="151899" y="78642"/>
                  <a:pt x="161489" y="88783"/>
                </a:cubicBezTo>
                <a:lnTo>
                  <a:pt x="190243" y="127546"/>
                </a:lnTo>
                <a:lnTo>
                  <a:pt x="141561" y="135506"/>
                </a:lnTo>
                <a:cubicBezTo>
                  <a:pt x="94389" y="141973"/>
                  <a:pt x="70459" y="145086"/>
                  <a:pt x="52674" y="138376"/>
                </a:cubicBezTo>
                <a:cubicBezTo>
                  <a:pt x="27370" y="128876"/>
                  <a:pt x="-2785" y="102764"/>
                  <a:pt x="206" y="73822"/>
                </a:cubicBezTo>
                <a:cubicBezTo>
                  <a:pt x="1904" y="57208"/>
                  <a:pt x="14232" y="42697"/>
                  <a:pt x="27895" y="35583"/>
                </a:cubicBezTo>
                <a:cubicBezTo>
                  <a:pt x="37546" y="30550"/>
                  <a:pt x="48078" y="29181"/>
                  <a:pt x="58699" y="30141"/>
                </a:cubicBezTo>
                <a:close/>
                <a:moveTo>
                  <a:pt x="331786" y="12"/>
                </a:moveTo>
                <a:cubicBezTo>
                  <a:pt x="346904" y="-393"/>
                  <a:pt x="361375" y="8945"/>
                  <a:pt x="369378" y="20384"/>
                </a:cubicBezTo>
                <a:cubicBezTo>
                  <a:pt x="391974" y="52641"/>
                  <a:pt x="363638" y="104462"/>
                  <a:pt x="355029" y="120267"/>
                </a:cubicBezTo>
                <a:cubicBezTo>
                  <a:pt x="346985" y="134940"/>
                  <a:pt x="332312" y="156687"/>
                  <a:pt x="305956" y="176898"/>
                </a:cubicBezTo>
                <a:lnTo>
                  <a:pt x="305916" y="176857"/>
                </a:lnTo>
                <a:cubicBezTo>
                  <a:pt x="302480" y="166509"/>
                  <a:pt x="297872" y="151836"/>
                  <a:pt x="293021" y="134091"/>
                </a:cubicBezTo>
                <a:cubicBezTo>
                  <a:pt x="281663" y="92537"/>
                  <a:pt x="276085" y="71397"/>
                  <a:pt x="280006" y="54662"/>
                </a:cubicBezTo>
                <a:cubicBezTo>
                  <a:pt x="285584" y="30894"/>
                  <a:pt x="305471" y="739"/>
                  <a:pt x="331786" y="1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403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8" name="任意多边形: 形状 37"/>
          <p:cNvSpPr/>
          <p:nvPr userDrawn="1">
            <p:custDataLst>
              <p:tags r:id="rId23"/>
            </p:custDataLst>
          </p:nvPr>
        </p:nvSpPr>
        <p:spPr>
          <a:xfrm>
            <a:off x="9500596" y="3679029"/>
            <a:ext cx="717327" cy="773472"/>
          </a:xfrm>
          <a:custGeom>
            <a:avLst/>
            <a:gdLst>
              <a:gd name="connsiteX0" fmla="*/ 664656 w 717327"/>
              <a:gd name="connsiteY0" fmla="*/ 770076 h 773472"/>
              <a:gd name="connsiteX1" fmla="*/ 664656 w 717327"/>
              <a:gd name="connsiteY1" fmla="*/ 770117 h 773472"/>
              <a:gd name="connsiteX2" fmla="*/ 664640 w 717327"/>
              <a:gd name="connsiteY2" fmla="*/ 770083 h 773472"/>
              <a:gd name="connsiteX3" fmla="*/ 624370 w 717327"/>
              <a:gd name="connsiteY3" fmla="*/ 678745 h 773472"/>
              <a:gd name="connsiteX4" fmla="*/ 624397 w 717327"/>
              <a:gd name="connsiteY4" fmla="*/ 678764 h 773472"/>
              <a:gd name="connsiteX5" fmla="*/ 624357 w 717327"/>
              <a:gd name="connsiteY5" fmla="*/ 678764 h 773472"/>
              <a:gd name="connsiteX6" fmla="*/ 283641 w 717327"/>
              <a:gd name="connsiteY6" fmla="*/ 0 h 773472"/>
              <a:gd name="connsiteX7" fmla="*/ 288815 w 717327"/>
              <a:gd name="connsiteY7" fmla="*/ 243 h 773472"/>
              <a:gd name="connsiteX8" fmla="*/ 258273 w 717327"/>
              <a:gd name="connsiteY8" fmla="*/ 130527 h 773472"/>
              <a:gd name="connsiteX9" fmla="*/ 255406 w 717327"/>
              <a:gd name="connsiteY9" fmla="*/ 136239 h 773472"/>
              <a:gd name="connsiteX10" fmla="*/ 278239 w 717327"/>
              <a:gd name="connsiteY10" fmla="*/ 155498 h 773472"/>
              <a:gd name="connsiteX11" fmla="*/ 368566 w 717327"/>
              <a:gd name="connsiteY11" fmla="*/ 252839 h 773472"/>
              <a:gd name="connsiteX12" fmla="*/ 384850 w 717327"/>
              <a:gd name="connsiteY12" fmla="*/ 274858 h 773472"/>
              <a:gd name="connsiteX13" fmla="*/ 391209 w 717327"/>
              <a:gd name="connsiteY13" fmla="*/ 262973 h 773472"/>
              <a:gd name="connsiteX14" fmla="*/ 443954 w 717327"/>
              <a:gd name="connsiteY14" fmla="*/ 83229 h 773472"/>
              <a:gd name="connsiteX15" fmla="*/ 448966 w 717327"/>
              <a:gd name="connsiteY15" fmla="*/ 83431 h 773472"/>
              <a:gd name="connsiteX16" fmla="*/ 388865 w 717327"/>
              <a:gd name="connsiteY16" fmla="*/ 277916 h 773472"/>
              <a:gd name="connsiteX17" fmla="*/ 388100 w 717327"/>
              <a:gd name="connsiteY17" fmla="*/ 279253 h 773472"/>
              <a:gd name="connsiteX18" fmla="*/ 438196 w 717327"/>
              <a:gd name="connsiteY18" fmla="*/ 346994 h 773472"/>
              <a:gd name="connsiteX19" fmla="*/ 488574 w 717327"/>
              <a:gd name="connsiteY19" fmla="*/ 428918 h 773472"/>
              <a:gd name="connsiteX20" fmla="*/ 488579 w 717327"/>
              <a:gd name="connsiteY20" fmla="*/ 428916 h 773472"/>
              <a:gd name="connsiteX21" fmla="*/ 488593 w 717327"/>
              <a:gd name="connsiteY21" fmla="*/ 428948 h 773472"/>
              <a:gd name="connsiteX22" fmla="*/ 510710 w 717327"/>
              <a:gd name="connsiteY22" fmla="*/ 464915 h 773472"/>
              <a:gd name="connsiteX23" fmla="*/ 512923 w 717327"/>
              <a:gd name="connsiteY23" fmla="*/ 461358 h 773472"/>
              <a:gd name="connsiteX24" fmla="*/ 588421 w 717327"/>
              <a:gd name="connsiteY24" fmla="*/ 244835 h 773472"/>
              <a:gd name="connsiteX25" fmla="*/ 594121 w 717327"/>
              <a:gd name="connsiteY25" fmla="*/ 245280 h 773472"/>
              <a:gd name="connsiteX26" fmla="*/ 514530 w 717327"/>
              <a:gd name="connsiteY26" fmla="*/ 469621 h 773472"/>
              <a:gd name="connsiteX27" fmla="*/ 514490 w 717327"/>
              <a:gd name="connsiteY27" fmla="*/ 469621 h 773472"/>
              <a:gd name="connsiteX28" fmla="*/ 513010 w 717327"/>
              <a:gd name="connsiteY28" fmla="*/ 468655 h 773472"/>
              <a:gd name="connsiteX29" fmla="*/ 531408 w 717327"/>
              <a:gd name="connsiteY29" fmla="*/ 498573 h 773472"/>
              <a:gd name="connsiteX30" fmla="*/ 609479 w 717327"/>
              <a:gd name="connsiteY30" fmla="*/ 649195 h 773472"/>
              <a:gd name="connsiteX31" fmla="*/ 620760 w 717327"/>
              <a:gd name="connsiteY31" fmla="*/ 673918 h 773472"/>
              <a:gd name="connsiteX32" fmla="*/ 623306 w 717327"/>
              <a:gd name="connsiteY32" fmla="*/ 670115 h 773472"/>
              <a:gd name="connsiteX33" fmla="*/ 711668 w 717327"/>
              <a:gd name="connsiteY33" fmla="*/ 442498 h 773472"/>
              <a:gd name="connsiteX34" fmla="*/ 717327 w 717327"/>
              <a:gd name="connsiteY34" fmla="*/ 443145 h 773472"/>
              <a:gd name="connsiteX35" fmla="*/ 627990 w 717327"/>
              <a:gd name="connsiteY35" fmla="*/ 673337 h 773472"/>
              <a:gd name="connsiteX36" fmla="*/ 624370 w 717327"/>
              <a:gd name="connsiteY36" fmla="*/ 678745 h 773472"/>
              <a:gd name="connsiteX37" fmla="*/ 622304 w 717327"/>
              <a:gd name="connsiteY37" fmla="*/ 677303 h 773472"/>
              <a:gd name="connsiteX38" fmla="*/ 664640 w 717327"/>
              <a:gd name="connsiteY38" fmla="*/ 770083 h 773472"/>
              <a:gd name="connsiteX39" fmla="*/ 656774 w 717327"/>
              <a:gd name="connsiteY39" fmla="*/ 773472 h 773472"/>
              <a:gd name="connsiteX40" fmla="*/ 601885 w 717327"/>
              <a:gd name="connsiteY40" fmla="*/ 653148 h 773472"/>
              <a:gd name="connsiteX41" fmla="*/ 595671 w 717327"/>
              <a:gd name="connsiteY41" fmla="*/ 641045 h 773472"/>
              <a:gd name="connsiteX42" fmla="*/ 593908 w 717327"/>
              <a:gd name="connsiteY42" fmla="*/ 641536 h 773472"/>
              <a:gd name="connsiteX43" fmla="*/ 328549 w 717327"/>
              <a:gd name="connsiteY43" fmla="*/ 656006 h 773472"/>
              <a:gd name="connsiteX44" fmla="*/ 329802 w 717327"/>
              <a:gd name="connsiteY44" fmla="*/ 650185 h 773472"/>
              <a:gd name="connsiteX45" fmla="*/ 592274 w 717327"/>
              <a:gd name="connsiteY45" fmla="*/ 635817 h 773472"/>
              <a:gd name="connsiteX46" fmla="*/ 592897 w 717327"/>
              <a:gd name="connsiteY46" fmla="*/ 635644 h 773472"/>
              <a:gd name="connsiteX47" fmla="*/ 533649 w 717327"/>
              <a:gd name="connsiteY47" fmla="*/ 520249 h 773472"/>
              <a:gd name="connsiteX48" fmla="*/ 484065 w 717327"/>
              <a:gd name="connsiteY48" fmla="*/ 436883 h 773472"/>
              <a:gd name="connsiteX49" fmla="*/ 469920 w 717327"/>
              <a:gd name="connsiteY49" fmla="*/ 442159 h 773472"/>
              <a:gd name="connsiteX50" fmla="*/ 256275 w 717327"/>
              <a:gd name="connsiteY50" fmla="*/ 474674 h 773472"/>
              <a:gd name="connsiteX51" fmla="*/ 256800 w 717327"/>
              <a:gd name="connsiteY51" fmla="*/ 468974 h 773472"/>
              <a:gd name="connsiteX52" fmla="*/ 467882 w 717327"/>
              <a:gd name="connsiteY52" fmla="*/ 436818 h 773472"/>
              <a:gd name="connsiteX53" fmla="*/ 481094 w 717327"/>
              <a:gd name="connsiteY53" fmla="*/ 431889 h 773472"/>
              <a:gd name="connsiteX54" fmla="*/ 453378 w 717327"/>
              <a:gd name="connsiteY54" fmla="*/ 385290 h 773472"/>
              <a:gd name="connsiteX55" fmla="*/ 376353 w 717327"/>
              <a:gd name="connsiteY55" fmla="*/ 278205 h 773472"/>
              <a:gd name="connsiteX56" fmla="*/ 371441 w 717327"/>
              <a:gd name="connsiteY56" fmla="*/ 280714 h 773472"/>
              <a:gd name="connsiteX57" fmla="*/ 354702 w 717327"/>
              <a:gd name="connsiteY57" fmla="*/ 288531 h 773472"/>
              <a:gd name="connsiteX58" fmla="*/ 354661 w 717327"/>
              <a:gd name="connsiteY58" fmla="*/ 288531 h 773472"/>
              <a:gd name="connsiteX59" fmla="*/ 159060 w 717327"/>
              <a:gd name="connsiteY59" fmla="*/ 334734 h 773472"/>
              <a:gd name="connsiteX60" fmla="*/ 159060 w 717327"/>
              <a:gd name="connsiteY60" fmla="*/ 329317 h 773472"/>
              <a:gd name="connsiteX61" fmla="*/ 369942 w 717327"/>
              <a:gd name="connsiteY61" fmla="*/ 275379 h 773472"/>
              <a:gd name="connsiteX62" fmla="*/ 373147 w 717327"/>
              <a:gd name="connsiteY62" fmla="*/ 273747 h 773472"/>
              <a:gd name="connsiteX63" fmla="*/ 362382 w 717327"/>
              <a:gd name="connsiteY63" fmla="*/ 258781 h 773472"/>
              <a:gd name="connsiteX64" fmla="*/ 270503 w 717327"/>
              <a:gd name="connsiteY64" fmla="*/ 159934 h 773472"/>
              <a:gd name="connsiteX65" fmla="*/ 264769 w 717327"/>
              <a:gd name="connsiteY65" fmla="*/ 155139 h 773472"/>
              <a:gd name="connsiteX66" fmla="*/ 257558 w 717327"/>
              <a:gd name="connsiteY66" fmla="*/ 159586 h 773472"/>
              <a:gd name="connsiteX67" fmla="*/ 236993 w 717327"/>
              <a:gd name="connsiteY67" fmla="*/ 169974 h 773472"/>
              <a:gd name="connsiteX68" fmla="*/ 124742 w 717327"/>
              <a:gd name="connsiteY68" fmla="*/ 193338 h 773472"/>
              <a:gd name="connsiteX69" fmla="*/ 124742 w 717327"/>
              <a:gd name="connsiteY69" fmla="*/ 188204 h 773472"/>
              <a:gd name="connsiteX70" fmla="*/ 251952 w 717327"/>
              <a:gd name="connsiteY70" fmla="*/ 156866 h 773472"/>
              <a:gd name="connsiteX71" fmla="*/ 260608 w 717327"/>
              <a:gd name="connsiteY71" fmla="*/ 151660 h 773472"/>
              <a:gd name="connsiteX72" fmla="*/ 244864 w 717327"/>
              <a:gd name="connsiteY72" fmla="*/ 138495 h 773472"/>
              <a:gd name="connsiteX73" fmla="*/ 235619 w 717327"/>
              <a:gd name="connsiteY73" fmla="*/ 131816 h 773472"/>
              <a:gd name="connsiteX74" fmla="*/ 0 w 717327"/>
              <a:gd name="connsiteY74" fmla="*/ 14794 h 773472"/>
              <a:gd name="connsiteX75" fmla="*/ 525 w 717327"/>
              <a:gd name="connsiteY75" fmla="*/ 11399 h 773472"/>
              <a:gd name="connsiteX76" fmla="*/ 240510 w 717327"/>
              <a:gd name="connsiteY76" fmla="*/ 124823 h 773472"/>
              <a:gd name="connsiteX77" fmla="*/ 251306 w 717327"/>
              <a:gd name="connsiteY77" fmla="*/ 132846 h 773472"/>
              <a:gd name="connsiteX78" fmla="*/ 253684 w 717327"/>
              <a:gd name="connsiteY78" fmla="*/ 128113 h 773472"/>
              <a:gd name="connsiteX79" fmla="*/ 283641 w 717327"/>
              <a:gd name="connsiteY79" fmla="*/ 0 h 77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717327" h="773472">
                <a:moveTo>
                  <a:pt x="664656" y="770076"/>
                </a:moveTo>
                <a:lnTo>
                  <a:pt x="664656" y="770117"/>
                </a:lnTo>
                <a:lnTo>
                  <a:pt x="664640" y="770083"/>
                </a:lnTo>
                <a:close/>
                <a:moveTo>
                  <a:pt x="624370" y="678745"/>
                </a:moveTo>
                <a:lnTo>
                  <a:pt x="624397" y="678764"/>
                </a:lnTo>
                <a:lnTo>
                  <a:pt x="624357" y="678764"/>
                </a:lnTo>
                <a:close/>
                <a:moveTo>
                  <a:pt x="283641" y="0"/>
                </a:moveTo>
                <a:lnTo>
                  <a:pt x="288815" y="243"/>
                </a:lnTo>
                <a:cubicBezTo>
                  <a:pt x="285996" y="63543"/>
                  <a:pt x="267487" y="110677"/>
                  <a:pt x="258273" y="130527"/>
                </a:cubicBezTo>
                <a:lnTo>
                  <a:pt x="255406" y="136239"/>
                </a:lnTo>
                <a:lnTo>
                  <a:pt x="278239" y="155498"/>
                </a:lnTo>
                <a:cubicBezTo>
                  <a:pt x="300334" y="175502"/>
                  <a:pt x="331196" y="206616"/>
                  <a:pt x="368566" y="252839"/>
                </a:cubicBezTo>
                <a:lnTo>
                  <a:pt x="384850" y="274858"/>
                </a:lnTo>
                <a:lnTo>
                  <a:pt x="391209" y="262973"/>
                </a:lnTo>
                <a:cubicBezTo>
                  <a:pt x="407688" y="230968"/>
                  <a:pt x="440589" y="158383"/>
                  <a:pt x="443954" y="83229"/>
                </a:cubicBezTo>
                <a:lnTo>
                  <a:pt x="448966" y="83431"/>
                </a:lnTo>
                <a:cubicBezTo>
                  <a:pt x="445005" y="172243"/>
                  <a:pt x="400347" y="257371"/>
                  <a:pt x="388865" y="277916"/>
                </a:cubicBezTo>
                <a:lnTo>
                  <a:pt x="388100" y="279253"/>
                </a:lnTo>
                <a:lnTo>
                  <a:pt x="438196" y="346994"/>
                </a:lnTo>
                <a:lnTo>
                  <a:pt x="488574" y="428918"/>
                </a:lnTo>
                <a:lnTo>
                  <a:pt x="488579" y="428916"/>
                </a:lnTo>
                <a:lnTo>
                  <a:pt x="488593" y="428948"/>
                </a:lnTo>
                <a:lnTo>
                  <a:pt x="510710" y="464915"/>
                </a:lnTo>
                <a:lnTo>
                  <a:pt x="512923" y="461358"/>
                </a:lnTo>
                <a:cubicBezTo>
                  <a:pt x="526684" y="438693"/>
                  <a:pt x="580393" y="344611"/>
                  <a:pt x="588421" y="244835"/>
                </a:cubicBezTo>
                <a:lnTo>
                  <a:pt x="594121" y="245280"/>
                </a:lnTo>
                <a:cubicBezTo>
                  <a:pt x="584824" y="360724"/>
                  <a:pt x="515217" y="468529"/>
                  <a:pt x="514530" y="469621"/>
                </a:cubicBezTo>
                <a:lnTo>
                  <a:pt x="514490" y="469621"/>
                </a:lnTo>
                <a:lnTo>
                  <a:pt x="513010" y="468655"/>
                </a:lnTo>
                <a:lnTo>
                  <a:pt x="531408" y="498573"/>
                </a:lnTo>
                <a:cubicBezTo>
                  <a:pt x="560059" y="549775"/>
                  <a:pt x="586186" y="600818"/>
                  <a:pt x="609479" y="649195"/>
                </a:cubicBezTo>
                <a:lnTo>
                  <a:pt x="620760" y="673918"/>
                </a:lnTo>
                <a:lnTo>
                  <a:pt x="623306" y="670115"/>
                </a:lnTo>
                <a:cubicBezTo>
                  <a:pt x="638790" y="646481"/>
                  <a:pt x="699430" y="548358"/>
                  <a:pt x="711668" y="442498"/>
                </a:cubicBezTo>
                <a:lnTo>
                  <a:pt x="717327" y="443145"/>
                </a:lnTo>
                <a:cubicBezTo>
                  <a:pt x="704912" y="550277"/>
                  <a:pt x="643631" y="649457"/>
                  <a:pt x="627990" y="673337"/>
                </a:cubicBezTo>
                <a:lnTo>
                  <a:pt x="624370" y="678745"/>
                </a:lnTo>
                <a:lnTo>
                  <a:pt x="622304" y="677303"/>
                </a:lnTo>
                <a:lnTo>
                  <a:pt x="664640" y="770083"/>
                </a:lnTo>
                <a:lnTo>
                  <a:pt x="656774" y="773472"/>
                </a:lnTo>
                <a:cubicBezTo>
                  <a:pt x="640848" y="736628"/>
                  <a:pt x="622478" y="695936"/>
                  <a:pt x="601885" y="653148"/>
                </a:cubicBezTo>
                <a:lnTo>
                  <a:pt x="595671" y="641045"/>
                </a:lnTo>
                <a:lnTo>
                  <a:pt x="593908" y="641536"/>
                </a:lnTo>
                <a:cubicBezTo>
                  <a:pt x="563431" y="649697"/>
                  <a:pt x="438547" y="679668"/>
                  <a:pt x="328549" y="656006"/>
                </a:cubicBezTo>
                <a:lnTo>
                  <a:pt x="329802" y="650185"/>
                </a:lnTo>
                <a:cubicBezTo>
                  <a:pt x="438456" y="673529"/>
                  <a:pt x="562089" y="643890"/>
                  <a:pt x="592274" y="635817"/>
                </a:cubicBezTo>
                <a:lnTo>
                  <a:pt x="592897" y="635644"/>
                </a:lnTo>
                <a:lnTo>
                  <a:pt x="533649" y="520249"/>
                </a:lnTo>
                <a:lnTo>
                  <a:pt x="484065" y="436883"/>
                </a:lnTo>
                <a:lnTo>
                  <a:pt x="469920" y="442159"/>
                </a:lnTo>
                <a:cubicBezTo>
                  <a:pt x="430822" y="456044"/>
                  <a:pt x="342798" y="482434"/>
                  <a:pt x="256275" y="474674"/>
                </a:cubicBezTo>
                <a:lnTo>
                  <a:pt x="256800" y="468974"/>
                </a:lnTo>
                <a:cubicBezTo>
                  <a:pt x="342202" y="476644"/>
                  <a:pt x="429217" y="450549"/>
                  <a:pt x="467882" y="436818"/>
                </a:cubicBezTo>
                <a:lnTo>
                  <a:pt x="481094" y="431889"/>
                </a:lnTo>
                <a:lnTo>
                  <a:pt x="453378" y="385290"/>
                </a:lnTo>
                <a:lnTo>
                  <a:pt x="376353" y="278205"/>
                </a:lnTo>
                <a:lnTo>
                  <a:pt x="371441" y="280714"/>
                </a:lnTo>
                <a:cubicBezTo>
                  <a:pt x="367525" y="282650"/>
                  <a:pt x="361856" y="285358"/>
                  <a:pt x="354702" y="288531"/>
                </a:cubicBezTo>
                <a:lnTo>
                  <a:pt x="354661" y="288531"/>
                </a:lnTo>
                <a:cubicBezTo>
                  <a:pt x="317069" y="305226"/>
                  <a:pt x="238691" y="335097"/>
                  <a:pt x="159060" y="334734"/>
                </a:cubicBezTo>
                <a:lnTo>
                  <a:pt x="159060" y="329317"/>
                </a:lnTo>
                <a:cubicBezTo>
                  <a:pt x="254026" y="329741"/>
                  <a:pt x="347383" y="286560"/>
                  <a:pt x="369942" y="275379"/>
                </a:cubicBezTo>
                <a:lnTo>
                  <a:pt x="373147" y="273747"/>
                </a:lnTo>
                <a:lnTo>
                  <a:pt x="362382" y="258781"/>
                </a:lnTo>
                <a:cubicBezTo>
                  <a:pt x="324163" y="211447"/>
                  <a:pt x="292583" y="179796"/>
                  <a:pt x="270503" y="159934"/>
                </a:cubicBezTo>
                <a:lnTo>
                  <a:pt x="264769" y="155139"/>
                </a:lnTo>
                <a:lnTo>
                  <a:pt x="257558" y="159586"/>
                </a:lnTo>
                <a:cubicBezTo>
                  <a:pt x="252819" y="162314"/>
                  <a:pt x="245886" y="166012"/>
                  <a:pt x="236993" y="169974"/>
                </a:cubicBezTo>
                <a:cubicBezTo>
                  <a:pt x="212579" y="180807"/>
                  <a:pt x="173491" y="193580"/>
                  <a:pt x="124742" y="193338"/>
                </a:cubicBezTo>
                <a:lnTo>
                  <a:pt x="124742" y="188204"/>
                </a:lnTo>
                <a:cubicBezTo>
                  <a:pt x="186648" y="188507"/>
                  <a:pt x="232615" y="167528"/>
                  <a:pt x="251952" y="156866"/>
                </a:cubicBezTo>
                <a:lnTo>
                  <a:pt x="260608" y="151660"/>
                </a:lnTo>
                <a:lnTo>
                  <a:pt x="244864" y="138495"/>
                </a:lnTo>
                <a:cubicBezTo>
                  <a:pt x="238931" y="133971"/>
                  <a:pt x="235730" y="131907"/>
                  <a:pt x="235619" y="131816"/>
                </a:cubicBezTo>
                <a:cubicBezTo>
                  <a:pt x="183515" y="91798"/>
                  <a:pt x="126642" y="38441"/>
                  <a:pt x="0" y="14794"/>
                </a:cubicBezTo>
                <a:lnTo>
                  <a:pt x="525" y="11399"/>
                </a:lnTo>
                <a:cubicBezTo>
                  <a:pt x="132260" y="32216"/>
                  <a:pt x="233719" y="119568"/>
                  <a:pt x="240510" y="124823"/>
                </a:cubicBezTo>
                <a:lnTo>
                  <a:pt x="251306" y="132846"/>
                </a:lnTo>
                <a:lnTo>
                  <a:pt x="253684" y="128113"/>
                </a:lnTo>
                <a:cubicBezTo>
                  <a:pt x="262715" y="108646"/>
                  <a:pt x="280852" y="62361"/>
                  <a:pt x="283641" y="0"/>
                </a:cubicBezTo>
                <a:close/>
              </a:path>
            </a:pathLst>
          </a:custGeom>
          <a:solidFill>
            <a:schemeClr val="accent2"/>
          </a:solidFill>
          <a:ln w="403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9" name="任意多边形: 形状 38"/>
          <p:cNvSpPr/>
          <p:nvPr userDrawn="1">
            <p:custDataLst>
              <p:tags r:id="rId24"/>
            </p:custDataLst>
          </p:nvPr>
        </p:nvSpPr>
        <p:spPr>
          <a:xfrm>
            <a:off x="6755595" y="4781114"/>
            <a:ext cx="4151089" cy="1097256"/>
          </a:xfrm>
          <a:custGeom>
            <a:avLst/>
            <a:gdLst>
              <a:gd name="connsiteX0" fmla="*/ 0 w 8630965"/>
              <a:gd name="connsiteY0" fmla="*/ 1216122 h 2237651"/>
              <a:gd name="connsiteX1" fmla="*/ 221772 w 8630965"/>
              <a:gd name="connsiteY1" fmla="*/ 2124131 h 2237651"/>
              <a:gd name="connsiteX2" fmla="*/ 4247272 w 8630965"/>
              <a:gd name="connsiteY2" fmla="*/ 1443112 h 2237651"/>
              <a:gd name="connsiteX3" fmla="*/ 7641677 w 8630965"/>
              <a:gd name="connsiteY3" fmla="*/ 2237652 h 2237651"/>
              <a:gd name="connsiteX4" fmla="*/ 8630965 w 8630965"/>
              <a:gd name="connsiteY4" fmla="*/ 1718775 h 2237651"/>
              <a:gd name="connsiteX5" fmla="*/ 8016931 w 8630965"/>
              <a:gd name="connsiteY5" fmla="*/ 421581 h 2237651"/>
              <a:gd name="connsiteX6" fmla="*/ 4776061 w 8630965"/>
              <a:gd name="connsiteY6" fmla="*/ 0 h 2237651"/>
              <a:gd name="connsiteX7" fmla="*/ 0 w 8630965"/>
              <a:gd name="connsiteY7" fmla="*/ 1216122 h 2237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630965" h="2237651">
                <a:moveTo>
                  <a:pt x="0" y="1216122"/>
                </a:moveTo>
                <a:lnTo>
                  <a:pt x="221772" y="2124131"/>
                </a:lnTo>
                <a:lnTo>
                  <a:pt x="4247272" y="1443112"/>
                </a:lnTo>
                <a:lnTo>
                  <a:pt x="7641677" y="2237652"/>
                </a:lnTo>
                <a:lnTo>
                  <a:pt x="8630965" y="1718775"/>
                </a:lnTo>
                <a:lnTo>
                  <a:pt x="8016931" y="421581"/>
                </a:lnTo>
                <a:lnTo>
                  <a:pt x="4776061" y="0"/>
                </a:lnTo>
                <a:lnTo>
                  <a:pt x="0" y="1216122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 sz="1800"/>
          </a:p>
        </p:txBody>
      </p:sp>
      <p:sp>
        <p:nvSpPr>
          <p:cNvPr id="40" name="任意多边形: 形状 39"/>
          <p:cNvSpPr/>
          <p:nvPr userDrawn="1">
            <p:custDataLst>
              <p:tags r:id="rId25"/>
            </p:custDataLst>
          </p:nvPr>
        </p:nvSpPr>
        <p:spPr>
          <a:xfrm>
            <a:off x="6849360" y="5277286"/>
            <a:ext cx="4057349" cy="601084"/>
          </a:xfrm>
          <a:custGeom>
            <a:avLst/>
            <a:gdLst>
              <a:gd name="connsiteX0" fmla="*/ 26815 w 8436060"/>
              <a:gd name="connsiteY0" fmla="*/ 1112280 h 1225801"/>
              <a:gd name="connsiteX1" fmla="*/ 4052314 w 8436060"/>
              <a:gd name="connsiteY1" fmla="*/ 431261 h 1225801"/>
              <a:gd name="connsiteX2" fmla="*/ 7446720 w 8436060"/>
              <a:gd name="connsiteY2" fmla="*/ 1225801 h 1225801"/>
              <a:gd name="connsiteX3" fmla="*/ 8436060 w 8436060"/>
              <a:gd name="connsiteY3" fmla="*/ 706924 h 1225801"/>
              <a:gd name="connsiteX4" fmla="*/ 8253676 w 8436060"/>
              <a:gd name="connsiteY4" fmla="*/ 321653 h 1225801"/>
              <a:gd name="connsiteX5" fmla="*/ 7458249 w 8436060"/>
              <a:gd name="connsiteY5" fmla="*/ 401576 h 1225801"/>
              <a:gd name="connsiteX6" fmla="*/ 6245727 w 8436060"/>
              <a:gd name="connsiteY6" fmla="*/ 265414 h 1225801"/>
              <a:gd name="connsiteX7" fmla="*/ 5853726 w 8436060"/>
              <a:gd name="connsiteY7" fmla="*/ 193629 h 1225801"/>
              <a:gd name="connsiteX8" fmla="*/ 4521787 w 8436060"/>
              <a:gd name="connsiteY8" fmla="*/ 276526 h 1225801"/>
              <a:gd name="connsiteX9" fmla="*/ 3734498 w 8436060"/>
              <a:gd name="connsiteY9" fmla="*/ 4201 h 1225801"/>
              <a:gd name="connsiteX10" fmla="*/ 2743279 w 8436060"/>
              <a:gd name="connsiteY10" fmla="*/ 287377 h 1225801"/>
              <a:gd name="connsiteX11" fmla="*/ 682481 w 8436060"/>
              <a:gd name="connsiteY11" fmla="*/ 608845 h 1225801"/>
              <a:gd name="connsiteX12" fmla="*/ 0 w 8436060"/>
              <a:gd name="connsiteY12" fmla="*/ 1002203 h 1225801"/>
              <a:gd name="connsiteX13" fmla="*/ 26867 w 8436060"/>
              <a:gd name="connsiteY13" fmla="*/ 1112228 h 122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436060" h="1225801">
                <a:moveTo>
                  <a:pt x="26815" y="1112280"/>
                </a:moveTo>
                <a:lnTo>
                  <a:pt x="4052314" y="431261"/>
                </a:lnTo>
                <a:lnTo>
                  <a:pt x="7446720" y="1225801"/>
                </a:lnTo>
                <a:lnTo>
                  <a:pt x="8436060" y="706924"/>
                </a:lnTo>
                <a:lnTo>
                  <a:pt x="8253676" y="321653"/>
                </a:lnTo>
                <a:cubicBezTo>
                  <a:pt x="8027470" y="440495"/>
                  <a:pt x="7719565" y="453119"/>
                  <a:pt x="7458249" y="401576"/>
                </a:cubicBezTo>
                <a:cubicBezTo>
                  <a:pt x="7159579" y="342677"/>
                  <a:pt x="6843849" y="367561"/>
                  <a:pt x="6245727" y="265414"/>
                </a:cubicBezTo>
                <a:cubicBezTo>
                  <a:pt x="5925615" y="210740"/>
                  <a:pt x="5980028" y="207975"/>
                  <a:pt x="5853726" y="193629"/>
                </a:cubicBezTo>
                <a:cubicBezTo>
                  <a:pt x="5187052" y="118035"/>
                  <a:pt x="5018127" y="347894"/>
                  <a:pt x="4521787" y="276526"/>
                </a:cubicBezTo>
                <a:cubicBezTo>
                  <a:pt x="4102240" y="216166"/>
                  <a:pt x="4120499" y="37173"/>
                  <a:pt x="3734498" y="4201"/>
                </a:cubicBezTo>
                <a:cubicBezTo>
                  <a:pt x="3354026" y="-28300"/>
                  <a:pt x="3196735" y="133634"/>
                  <a:pt x="2743279" y="287377"/>
                </a:cubicBezTo>
                <a:cubicBezTo>
                  <a:pt x="1862345" y="585995"/>
                  <a:pt x="1602280" y="264162"/>
                  <a:pt x="682481" y="608845"/>
                </a:cubicBezTo>
                <a:cubicBezTo>
                  <a:pt x="549762" y="658563"/>
                  <a:pt x="119259" y="819923"/>
                  <a:pt x="0" y="1002203"/>
                </a:cubicBezTo>
                <a:lnTo>
                  <a:pt x="26867" y="1112228"/>
                </a:lnTo>
                <a:close/>
              </a:path>
            </a:pathLst>
          </a:custGeom>
          <a:solidFill>
            <a:schemeClr val="accent1">
              <a:lumMod val="10000"/>
              <a:alpha val="8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 sz="1800"/>
          </a:p>
        </p:txBody>
      </p:sp>
      <p:sp>
        <p:nvSpPr>
          <p:cNvPr id="41" name="任意多边形: 形状 40"/>
          <p:cNvSpPr/>
          <p:nvPr userDrawn="1">
            <p:custDataLst>
              <p:tags r:id="rId26"/>
            </p:custDataLst>
          </p:nvPr>
        </p:nvSpPr>
        <p:spPr>
          <a:xfrm>
            <a:off x="9257274" y="3754822"/>
            <a:ext cx="1795716" cy="1019680"/>
          </a:xfrm>
          <a:custGeom>
            <a:avLst/>
            <a:gdLst>
              <a:gd name="connsiteX0" fmla="*/ 0 w 3733662"/>
              <a:gd name="connsiteY0" fmla="*/ 1201880 h 2079450"/>
              <a:gd name="connsiteX1" fmla="*/ 39179 w 3733662"/>
              <a:gd name="connsiteY1" fmla="*/ 1536912 h 2079450"/>
              <a:gd name="connsiteX2" fmla="*/ 2107541 w 3733662"/>
              <a:gd name="connsiteY2" fmla="*/ 2078744 h 2079450"/>
              <a:gd name="connsiteX3" fmla="*/ 3733663 w 3733662"/>
              <a:gd name="connsiteY3" fmla="*/ 866587 h 2079450"/>
              <a:gd name="connsiteX4" fmla="*/ 3534794 w 3733662"/>
              <a:gd name="connsiteY4" fmla="*/ 0 h 2079450"/>
              <a:gd name="connsiteX5" fmla="*/ 2048120 w 3733662"/>
              <a:gd name="connsiteY5" fmla="*/ 1230260 h 2079450"/>
              <a:gd name="connsiteX6" fmla="*/ 0 w 3733662"/>
              <a:gd name="connsiteY6" fmla="*/ 1201880 h 2079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33662" h="2079450">
                <a:moveTo>
                  <a:pt x="0" y="1201880"/>
                </a:moveTo>
                <a:lnTo>
                  <a:pt x="39179" y="1536912"/>
                </a:lnTo>
                <a:cubicBezTo>
                  <a:pt x="39179" y="1536912"/>
                  <a:pt x="1578283" y="2043373"/>
                  <a:pt x="2107541" y="2078744"/>
                </a:cubicBezTo>
                <a:cubicBezTo>
                  <a:pt x="2624958" y="2113332"/>
                  <a:pt x="3733663" y="866587"/>
                  <a:pt x="3733663" y="866587"/>
                </a:cubicBezTo>
                <a:lnTo>
                  <a:pt x="3534794" y="0"/>
                </a:lnTo>
                <a:lnTo>
                  <a:pt x="2048120" y="1230260"/>
                </a:lnTo>
                <a:lnTo>
                  <a:pt x="0" y="1201880"/>
                </a:lnTo>
                <a:close/>
              </a:path>
            </a:pathLst>
          </a:custGeom>
          <a:solidFill>
            <a:srgbClr val="F6A68F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4" name="任意多边形: 形状 43"/>
          <p:cNvSpPr/>
          <p:nvPr userDrawn="1">
            <p:custDataLst>
              <p:tags r:id="rId27"/>
            </p:custDataLst>
          </p:nvPr>
        </p:nvSpPr>
        <p:spPr>
          <a:xfrm>
            <a:off x="10731794" y="2736702"/>
            <a:ext cx="556405" cy="685198"/>
          </a:xfrm>
          <a:custGeom>
            <a:avLst/>
            <a:gdLst>
              <a:gd name="connsiteX0" fmla="*/ 239053 w 1156881"/>
              <a:gd name="connsiteY0" fmla="*/ 855921 h 1397335"/>
              <a:gd name="connsiteX1" fmla="*/ 43575 w 1156881"/>
              <a:gd name="connsiteY1" fmla="*/ 594291 h 1397335"/>
              <a:gd name="connsiteX2" fmla="*/ 203370 w 1156881"/>
              <a:gd name="connsiteY2" fmla="*/ 60493 h 1397335"/>
              <a:gd name="connsiteX3" fmla="*/ 771600 w 1156881"/>
              <a:gd name="connsiteY3" fmla="*/ 127479 h 1397335"/>
              <a:gd name="connsiteX4" fmla="*/ 1152228 w 1156881"/>
              <a:gd name="connsiteY4" fmla="*/ 628827 h 1397335"/>
              <a:gd name="connsiteX5" fmla="*/ 937811 w 1156881"/>
              <a:gd name="connsiteY5" fmla="*/ 1397335 h 1397335"/>
              <a:gd name="connsiteX6" fmla="*/ 239053 w 1156881"/>
              <a:gd name="connsiteY6" fmla="*/ 855921 h 139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6881" h="1397335">
                <a:moveTo>
                  <a:pt x="239053" y="855921"/>
                </a:moveTo>
                <a:cubicBezTo>
                  <a:pt x="239053" y="855921"/>
                  <a:pt x="15246" y="855295"/>
                  <a:pt x="43575" y="594291"/>
                </a:cubicBezTo>
                <a:cubicBezTo>
                  <a:pt x="43575" y="594291"/>
                  <a:pt x="-125820" y="235939"/>
                  <a:pt x="203370" y="60493"/>
                </a:cubicBezTo>
                <a:cubicBezTo>
                  <a:pt x="532507" y="-114953"/>
                  <a:pt x="496301" y="149233"/>
                  <a:pt x="771600" y="127479"/>
                </a:cubicBezTo>
                <a:cubicBezTo>
                  <a:pt x="1046846" y="105724"/>
                  <a:pt x="1184625" y="491048"/>
                  <a:pt x="1152228" y="628827"/>
                </a:cubicBezTo>
                <a:cubicBezTo>
                  <a:pt x="1098441" y="857382"/>
                  <a:pt x="1021595" y="1312247"/>
                  <a:pt x="937811" y="1397335"/>
                </a:cubicBezTo>
                <a:lnTo>
                  <a:pt x="239053" y="855921"/>
                </a:lnTo>
                <a:close/>
              </a:path>
            </a:pathLst>
          </a:custGeom>
          <a:solidFill>
            <a:srgbClr val="000000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5" name="任意多边形: 形状 44"/>
          <p:cNvSpPr/>
          <p:nvPr userDrawn="1">
            <p:custDataLst>
              <p:tags r:id="rId28"/>
            </p:custDataLst>
          </p:nvPr>
        </p:nvSpPr>
        <p:spPr>
          <a:xfrm>
            <a:off x="10904903" y="3153214"/>
            <a:ext cx="474815" cy="617567"/>
          </a:xfrm>
          <a:custGeom>
            <a:avLst/>
            <a:gdLst>
              <a:gd name="connsiteX0" fmla="*/ 53944 w 987237"/>
              <a:gd name="connsiteY0" fmla="*/ 1141311 h 1259414"/>
              <a:gd name="connsiteX1" fmla="*/ 183793 w 987237"/>
              <a:gd name="connsiteY1" fmla="*/ 907800 h 1259414"/>
              <a:gd name="connsiteX2" fmla="*/ 0 w 987237"/>
              <a:gd name="connsiteY2" fmla="*/ 185358 h 1259414"/>
              <a:gd name="connsiteX3" fmla="*/ 487107 w 987237"/>
              <a:gd name="connsiteY3" fmla="*/ 0 h 1259414"/>
              <a:gd name="connsiteX4" fmla="*/ 763605 w 987237"/>
              <a:gd name="connsiteY4" fmla="*/ 735172 h 1259414"/>
              <a:gd name="connsiteX5" fmla="*/ 950372 w 987237"/>
              <a:gd name="connsiteY5" fmla="*/ 890219 h 1259414"/>
              <a:gd name="connsiteX6" fmla="*/ 601201 w 987237"/>
              <a:gd name="connsiteY6" fmla="*/ 1198541 h 1259414"/>
              <a:gd name="connsiteX7" fmla="*/ 53944 w 987237"/>
              <a:gd name="connsiteY7" fmla="*/ 1141311 h 1259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87237" h="1259414">
                <a:moveTo>
                  <a:pt x="53944" y="1141311"/>
                </a:moveTo>
                <a:lnTo>
                  <a:pt x="183793" y="907800"/>
                </a:lnTo>
                <a:lnTo>
                  <a:pt x="0" y="185358"/>
                </a:lnTo>
                <a:lnTo>
                  <a:pt x="487107" y="0"/>
                </a:lnTo>
                <a:lnTo>
                  <a:pt x="763605" y="735172"/>
                </a:lnTo>
                <a:lnTo>
                  <a:pt x="950372" y="890219"/>
                </a:lnTo>
                <a:cubicBezTo>
                  <a:pt x="950372" y="890219"/>
                  <a:pt x="1154719" y="1033738"/>
                  <a:pt x="601201" y="1198541"/>
                </a:cubicBezTo>
                <a:cubicBezTo>
                  <a:pt x="47684" y="1363344"/>
                  <a:pt x="53944" y="1141311"/>
                  <a:pt x="53944" y="1141311"/>
                </a:cubicBezTo>
                <a:close/>
              </a:path>
            </a:pathLst>
          </a:custGeom>
          <a:solidFill>
            <a:srgbClr val="F6A68F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7" name="任意多边形: 形状 46"/>
          <p:cNvSpPr/>
          <p:nvPr userDrawn="1">
            <p:custDataLst>
              <p:tags r:id="rId29"/>
            </p:custDataLst>
          </p:nvPr>
        </p:nvSpPr>
        <p:spPr>
          <a:xfrm>
            <a:off x="10791135" y="2859568"/>
            <a:ext cx="470793" cy="607619"/>
          </a:xfrm>
          <a:custGeom>
            <a:avLst/>
            <a:gdLst>
              <a:gd name="connsiteX0" fmla="*/ 973806 w 978875"/>
              <a:gd name="connsiteY0" fmla="*/ 418540 h 1239128"/>
              <a:gd name="connsiteX1" fmla="*/ 154746 w 978875"/>
              <a:gd name="connsiteY1" fmla="*/ 1196386 h 1239128"/>
              <a:gd name="connsiteX2" fmla="*/ 1889 w 978875"/>
              <a:gd name="connsiteY2" fmla="*/ 648659 h 1239128"/>
              <a:gd name="connsiteX3" fmla="*/ 61832 w 978875"/>
              <a:gd name="connsiteY3" fmla="*/ 257545 h 1239128"/>
              <a:gd name="connsiteX4" fmla="*/ 595578 w 978875"/>
              <a:gd name="connsiteY4" fmla="*/ 29304 h 1239128"/>
              <a:gd name="connsiteX5" fmla="*/ 973806 w 978875"/>
              <a:gd name="connsiteY5" fmla="*/ 418488 h 123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8875" h="1239128">
                <a:moveTo>
                  <a:pt x="973806" y="418540"/>
                </a:moveTo>
                <a:cubicBezTo>
                  <a:pt x="927897" y="772979"/>
                  <a:pt x="708942" y="1409760"/>
                  <a:pt x="154746" y="1196386"/>
                </a:cubicBezTo>
                <a:cubicBezTo>
                  <a:pt x="53224" y="1157312"/>
                  <a:pt x="10341" y="942686"/>
                  <a:pt x="1889" y="648659"/>
                </a:cubicBezTo>
                <a:cubicBezTo>
                  <a:pt x="-1241" y="540304"/>
                  <a:pt x="-8805" y="366579"/>
                  <a:pt x="61832" y="257545"/>
                </a:cubicBezTo>
                <a:cubicBezTo>
                  <a:pt x="266754" y="-58863"/>
                  <a:pt x="281570" y="-11336"/>
                  <a:pt x="595578" y="29304"/>
                </a:cubicBezTo>
                <a:cubicBezTo>
                  <a:pt x="742591" y="48346"/>
                  <a:pt x="1019716" y="64049"/>
                  <a:pt x="973806" y="418488"/>
                </a:cubicBezTo>
                <a:close/>
              </a:path>
            </a:pathLst>
          </a:custGeom>
          <a:solidFill>
            <a:srgbClr val="F9C3B5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8" name="任意多边形: 形状 47"/>
          <p:cNvSpPr/>
          <p:nvPr userDrawn="1">
            <p:custDataLst>
              <p:tags r:id="rId30"/>
            </p:custDataLst>
          </p:nvPr>
        </p:nvSpPr>
        <p:spPr>
          <a:xfrm>
            <a:off x="10765571" y="2809813"/>
            <a:ext cx="503778" cy="540391"/>
          </a:xfrm>
          <a:custGeom>
            <a:avLst/>
            <a:gdLst>
              <a:gd name="connsiteX0" fmla="*/ 69751 w 1047458"/>
              <a:gd name="connsiteY0" fmla="*/ 416521 h 1102027"/>
              <a:gd name="connsiteX1" fmla="*/ 108512 w 1047458"/>
              <a:gd name="connsiteY1" fmla="*/ 378698 h 1102027"/>
              <a:gd name="connsiteX2" fmla="*/ 448709 w 1047458"/>
              <a:gd name="connsiteY2" fmla="*/ 401861 h 1102027"/>
              <a:gd name="connsiteX3" fmla="*/ 700636 w 1047458"/>
              <a:gd name="connsiteY3" fmla="*/ 584559 h 1102027"/>
              <a:gd name="connsiteX4" fmla="*/ 695836 w 1047458"/>
              <a:gd name="connsiteY4" fmla="*/ 806696 h 1102027"/>
              <a:gd name="connsiteX5" fmla="*/ 863821 w 1047458"/>
              <a:gd name="connsiteY5" fmla="*/ 849997 h 1102027"/>
              <a:gd name="connsiteX6" fmla="*/ 898253 w 1047458"/>
              <a:gd name="connsiteY6" fmla="*/ 1053092 h 1102027"/>
              <a:gd name="connsiteX7" fmla="*/ 1014278 w 1047458"/>
              <a:gd name="connsiteY7" fmla="*/ 1102027 h 1102027"/>
              <a:gd name="connsiteX8" fmla="*/ 1047458 w 1047458"/>
              <a:gd name="connsiteY8" fmla="*/ 287662 h 1102027"/>
              <a:gd name="connsiteX9" fmla="*/ 968057 w 1047458"/>
              <a:gd name="connsiteY9" fmla="*/ 204139 h 1102027"/>
              <a:gd name="connsiteX10" fmla="*/ 494826 w 1047458"/>
              <a:gd name="connsiteY10" fmla="*/ 57021 h 1102027"/>
              <a:gd name="connsiteX11" fmla="*/ 250569 w 1047458"/>
              <a:gd name="connsiteY11" fmla="*/ 0 h 1102027"/>
              <a:gd name="connsiteX12" fmla="*/ 0 w 1047458"/>
              <a:gd name="connsiteY12" fmla="*/ 205078 h 1102027"/>
              <a:gd name="connsiteX13" fmla="*/ 69646 w 1047458"/>
              <a:gd name="connsiteY13" fmla="*/ 416469 h 1102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47458" h="1102027">
                <a:moveTo>
                  <a:pt x="69751" y="416521"/>
                </a:moveTo>
                <a:cubicBezTo>
                  <a:pt x="69751" y="416521"/>
                  <a:pt x="70220" y="378228"/>
                  <a:pt x="108512" y="378698"/>
                </a:cubicBezTo>
                <a:cubicBezTo>
                  <a:pt x="146804" y="379168"/>
                  <a:pt x="261786" y="439841"/>
                  <a:pt x="448709" y="401861"/>
                </a:cubicBezTo>
                <a:cubicBezTo>
                  <a:pt x="635632" y="363882"/>
                  <a:pt x="681593" y="431859"/>
                  <a:pt x="700636" y="584559"/>
                </a:cubicBezTo>
                <a:cubicBezTo>
                  <a:pt x="710391" y="662761"/>
                  <a:pt x="704965" y="721608"/>
                  <a:pt x="695836" y="806696"/>
                </a:cubicBezTo>
                <a:cubicBezTo>
                  <a:pt x="693123" y="831633"/>
                  <a:pt x="850675" y="868726"/>
                  <a:pt x="863821" y="849997"/>
                </a:cubicBezTo>
                <a:lnTo>
                  <a:pt x="898253" y="1053092"/>
                </a:lnTo>
                <a:lnTo>
                  <a:pt x="1014278" y="1102027"/>
                </a:lnTo>
                <a:lnTo>
                  <a:pt x="1047458" y="287662"/>
                </a:lnTo>
                <a:cubicBezTo>
                  <a:pt x="1032328" y="267316"/>
                  <a:pt x="1006348" y="235597"/>
                  <a:pt x="968057" y="204139"/>
                </a:cubicBezTo>
                <a:cubicBezTo>
                  <a:pt x="855266" y="111486"/>
                  <a:pt x="741745" y="108043"/>
                  <a:pt x="494826" y="57021"/>
                </a:cubicBezTo>
                <a:cubicBezTo>
                  <a:pt x="438849" y="45492"/>
                  <a:pt x="354230" y="26972"/>
                  <a:pt x="250569" y="0"/>
                </a:cubicBezTo>
                <a:lnTo>
                  <a:pt x="0" y="205078"/>
                </a:lnTo>
                <a:lnTo>
                  <a:pt x="69646" y="416469"/>
                </a:lnTo>
                <a:close/>
              </a:path>
            </a:pathLst>
          </a:custGeom>
          <a:solidFill>
            <a:srgbClr val="000000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2" name="任意多边形: 形状 51"/>
          <p:cNvSpPr/>
          <p:nvPr userDrawn="1">
            <p:custDataLst>
              <p:tags r:id="rId31"/>
            </p:custDataLst>
          </p:nvPr>
        </p:nvSpPr>
        <p:spPr>
          <a:xfrm>
            <a:off x="11131827" y="3136465"/>
            <a:ext cx="122837" cy="153151"/>
          </a:xfrm>
          <a:custGeom>
            <a:avLst/>
            <a:gdLst>
              <a:gd name="connsiteX0" fmla="*/ 0 w 255404"/>
              <a:gd name="connsiteY0" fmla="*/ 212837 h 312324"/>
              <a:gd name="connsiteX1" fmla="*/ 30520 w 255404"/>
              <a:gd name="connsiteY1" fmla="*/ 110742 h 312324"/>
              <a:gd name="connsiteX2" fmla="*/ 220156 w 255404"/>
              <a:gd name="connsiteY2" fmla="*/ 17984 h 312324"/>
              <a:gd name="connsiteX3" fmla="*/ 20556 w 255404"/>
              <a:gd name="connsiteY3" fmla="*/ 312324 h 312324"/>
              <a:gd name="connsiteX4" fmla="*/ 0 w 255404"/>
              <a:gd name="connsiteY4" fmla="*/ 212837 h 312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404" h="312324">
                <a:moveTo>
                  <a:pt x="0" y="212837"/>
                </a:moveTo>
                <a:cubicBezTo>
                  <a:pt x="0" y="212837"/>
                  <a:pt x="12678" y="136879"/>
                  <a:pt x="30520" y="110742"/>
                </a:cubicBezTo>
                <a:cubicBezTo>
                  <a:pt x="71264" y="51008"/>
                  <a:pt x="149048" y="-38567"/>
                  <a:pt x="220156" y="17984"/>
                </a:cubicBezTo>
                <a:cubicBezTo>
                  <a:pt x="322355" y="99264"/>
                  <a:pt x="185933" y="287127"/>
                  <a:pt x="20556" y="312324"/>
                </a:cubicBezTo>
                <a:lnTo>
                  <a:pt x="0" y="212837"/>
                </a:lnTo>
                <a:close/>
              </a:path>
            </a:pathLst>
          </a:custGeom>
          <a:solidFill>
            <a:srgbClr val="F9C3B5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3" name="任意多边形: 形状 52"/>
          <p:cNvSpPr/>
          <p:nvPr userDrawn="1">
            <p:custDataLst>
              <p:tags r:id="rId32"/>
            </p:custDataLst>
          </p:nvPr>
        </p:nvSpPr>
        <p:spPr>
          <a:xfrm rot="21391800">
            <a:off x="10792161" y="3140366"/>
            <a:ext cx="31966" cy="70145"/>
          </a:xfrm>
          <a:custGeom>
            <a:avLst/>
            <a:gdLst>
              <a:gd name="connsiteX0" fmla="*/ 66464 w 66463"/>
              <a:gd name="connsiteY0" fmla="*/ 71524 h 143048"/>
              <a:gd name="connsiteX1" fmla="*/ 33232 w 66463"/>
              <a:gd name="connsiteY1" fmla="*/ 143049 h 143048"/>
              <a:gd name="connsiteX2" fmla="*/ 0 w 66463"/>
              <a:gd name="connsiteY2" fmla="*/ 71524 h 143048"/>
              <a:gd name="connsiteX3" fmla="*/ 33232 w 66463"/>
              <a:gd name="connsiteY3" fmla="*/ 0 h 143048"/>
              <a:gd name="connsiteX4" fmla="*/ 66464 w 66463"/>
              <a:gd name="connsiteY4" fmla="*/ 71524 h 143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463" h="143048">
                <a:moveTo>
                  <a:pt x="66464" y="71524"/>
                </a:moveTo>
                <a:cubicBezTo>
                  <a:pt x="66464" y="111026"/>
                  <a:pt x="51586" y="143049"/>
                  <a:pt x="33232" y="143049"/>
                </a:cubicBezTo>
                <a:cubicBezTo>
                  <a:pt x="14878" y="143049"/>
                  <a:pt x="0" y="111026"/>
                  <a:pt x="0" y="71524"/>
                </a:cubicBezTo>
                <a:cubicBezTo>
                  <a:pt x="0" y="32023"/>
                  <a:pt x="14878" y="0"/>
                  <a:pt x="33232" y="0"/>
                </a:cubicBezTo>
                <a:cubicBezTo>
                  <a:pt x="51586" y="0"/>
                  <a:pt x="66464" y="32023"/>
                  <a:pt x="66464" y="71524"/>
                </a:cubicBezTo>
                <a:close/>
              </a:path>
            </a:pathLst>
          </a:custGeom>
          <a:solidFill>
            <a:srgbClr val="000000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4" name="任意多边形: 形状 53"/>
          <p:cNvSpPr/>
          <p:nvPr userDrawn="1">
            <p:custDataLst>
              <p:tags r:id="rId33"/>
            </p:custDataLst>
          </p:nvPr>
        </p:nvSpPr>
        <p:spPr>
          <a:xfrm rot="21539400">
            <a:off x="10958191" y="3137546"/>
            <a:ext cx="33020" cy="70145"/>
          </a:xfrm>
          <a:custGeom>
            <a:avLst/>
            <a:gdLst>
              <a:gd name="connsiteX0" fmla="*/ 68656 w 68655"/>
              <a:gd name="connsiteY0" fmla="*/ 71525 h 143048"/>
              <a:gd name="connsiteX1" fmla="*/ 34328 w 68655"/>
              <a:gd name="connsiteY1" fmla="*/ 143049 h 143048"/>
              <a:gd name="connsiteX2" fmla="*/ 0 w 68655"/>
              <a:gd name="connsiteY2" fmla="*/ 71525 h 143048"/>
              <a:gd name="connsiteX3" fmla="*/ 34328 w 68655"/>
              <a:gd name="connsiteY3" fmla="*/ 0 h 143048"/>
              <a:gd name="connsiteX4" fmla="*/ 68656 w 68655"/>
              <a:gd name="connsiteY4" fmla="*/ 71525 h 143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55" h="143048">
                <a:moveTo>
                  <a:pt x="68656" y="71525"/>
                </a:moveTo>
                <a:cubicBezTo>
                  <a:pt x="68656" y="111026"/>
                  <a:pt x="53286" y="143049"/>
                  <a:pt x="34328" y="143049"/>
                </a:cubicBezTo>
                <a:cubicBezTo>
                  <a:pt x="15369" y="143049"/>
                  <a:pt x="0" y="111026"/>
                  <a:pt x="0" y="71525"/>
                </a:cubicBezTo>
                <a:cubicBezTo>
                  <a:pt x="0" y="32023"/>
                  <a:pt x="15369" y="0"/>
                  <a:pt x="34328" y="0"/>
                </a:cubicBezTo>
                <a:cubicBezTo>
                  <a:pt x="53286" y="0"/>
                  <a:pt x="68656" y="32023"/>
                  <a:pt x="68656" y="71525"/>
                </a:cubicBezTo>
                <a:close/>
              </a:path>
            </a:pathLst>
          </a:custGeom>
          <a:solidFill>
            <a:srgbClr val="000000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5" name="任意多边形: 形状 54"/>
          <p:cNvSpPr/>
          <p:nvPr userDrawn="1">
            <p:custDataLst>
              <p:tags r:id="rId34"/>
            </p:custDataLst>
          </p:nvPr>
        </p:nvSpPr>
        <p:spPr>
          <a:xfrm>
            <a:off x="10938279" y="3077043"/>
            <a:ext cx="103195" cy="28934"/>
          </a:xfrm>
          <a:custGeom>
            <a:avLst/>
            <a:gdLst>
              <a:gd name="connsiteX0" fmla="*/ 1921 w 214564"/>
              <a:gd name="connsiteY0" fmla="*/ 53920 h 59005"/>
              <a:gd name="connsiteX1" fmla="*/ 19292 w 214564"/>
              <a:gd name="connsiteY1" fmla="*/ 23506 h 59005"/>
              <a:gd name="connsiteX2" fmla="*/ 150656 w 214564"/>
              <a:gd name="connsiteY2" fmla="*/ 968 h 59005"/>
              <a:gd name="connsiteX3" fmla="*/ 214563 w 214564"/>
              <a:gd name="connsiteY3" fmla="*/ 43695 h 59005"/>
              <a:gd name="connsiteX4" fmla="*/ 1921 w 214564"/>
              <a:gd name="connsiteY4" fmla="*/ 53973 h 59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564" h="59005">
                <a:moveTo>
                  <a:pt x="1921" y="53920"/>
                </a:moveTo>
                <a:cubicBezTo>
                  <a:pt x="-1158" y="42913"/>
                  <a:pt x="-3453" y="30862"/>
                  <a:pt x="19292" y="23506"/>
                </a:cubicBezTo>
                <a:cubicBezTo>
                  <a:pt x="52316" y="12811"/>
                  <a:pt x="127230" y="-4248"/>
                  <a:pt x="150656" y="968"/>
                </a:cubicBezTo>
                <a:cubicBezTo>
                  <a:pt x="167193" y="4673"/>
                  <a:pt x="213259" y="29923"/>
                  <a:pt x="214563" y="43695"/>
                </a:cubicBezTo>
                <a:cubicBezTo>
                  <a:pt x="215136" y="49799"/>
                  <a:pt x="5729" y="67641"/>
                  <a:pt x="1921" y="53973"/>
                </a:cubicBezTo>
                <a:close/>
              </a:path>
            </a:pathLst>
          </a:custGeom>
          <a:solidFill>
            <a:srgbClr val="000000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6" name="任意多边形: 形状 55"/>
          <p:cNvSpPr/>
          <p:nvPr userDrawn="1">
            <p:custDataLst>
              <p:tags r:id="rId35"/>
            </p:custDataLst>
          </p:nvPr>
        </p:nvSpPr>
        <p:spPr>
          <a:xfrm>
            <a:off x="10832634" y="3127863"/>
            <a:ext cx="70212" cy="144945"/>
          </a:xfrm>
          <a:custGeom>
            <a:avLst/>
            <a:gdLst>
              <a:gd name="connsiteX0" fmla="*/ 105084 w 145985"/>
              <a:gd name="connsiteY0" fmla="*/ 0 h 295589"/>
              <a:gd name="connsiteX1" fmla="*/ 111866 w 145985"/>
              <a:gd name="connsiteY1" fmla="*/ 271385 h 295589"/>
              <a:gd name="connsiteX2" fmla="*/ 25630 w 145985"/>
              <a:gd name="connsiteY2" fmla="*/ 289384 h 295589"/>
              <a:gd name="connsiteX3" fmla="*/ 67 w 145985"/>
              <a:gd name="connsiteY3" fmla="*/ 241753 h 295589"/>
              <a:gd name="connsiteX4" fmla="*/ 46863 w 145985"/>
              <a:gd name="connsiteY4" fmla="*/ 168142 h 295589"/>
              <a:gd name="connsiteX5" fmla="*/ 61105 w 145985"/>
              <a:gd name="connsiteY5" fmla="*/ 119781 h 295589"/>
              <a:gd name="connsiteX6" fmla="*/ 39194 w 145985"/>
              <a:gd name="connsiteY6" fmla="*/ 7669 h 29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5985" h="295589">
                <a:moveTo>
                  <a:pt x="105084" y="0"/>
                </a:moveTo>
                <a:cubicBezTo>
                  <a:pt x="155063" y="122129"/>
                  <a:pt x="161480" y="230850"/>
                  <a:pt x="111866" y="271385"/>
                </a:cubicBezTo>
                <a:cubicBezTo>
                  <a:pt x="95746" y="284584"/>
                  <a:pt x="54376" y="306339"/>
                  <a:pt x="25630" y="289384"/>
                </a:cubicBezTo>
                <a:cubicBezTo>
                  <a:pt x="10292" y="280359"/>
                  <a:pt x="-977" y="260534"/>
                  <a:pt x="67" y="241753"/>
                </a:cubicBezTo>
                <a:cubicBezTo>
                  <a:pt x="1579" y="214938"/>
                  <a:pt x="27195" y="208730"/>
                  <a:pt x="46863" y="168142"/>
                </a:cubicBezTo>
                <a:cubicBezTo>
                  <a:pt x="56566" y="148161"/>
                  <a:pt x="59279" y="131154"/>
                  <a:pt x="61105" y="119781"/>
                </a:cubicBezTo>
                <a:cubicBezTo>
                  <a:pt x="61105" y="119781"/>
                  <a:pt x="71017" y="56134"/>
                  <a:pt x="39194" y="7669"/>
                </a:cubicBezTo>
              </a:path>
            </a:pathLst>
          </a:custGeom>
          <a:gradFill>
            <a:gsLst>
              <a:gs pos="0">
                <a:srgbClr val="F06A45">
                  <a:alpha val="0"/>
                </a:srgbClr>
              </a:gs>
              <a:gs pos="100000">
                <a:srgbClr val="F06A45"/>
              </a:gs>
            </a:gsLst>
            <a:lin ang="5400000" scaled="1"/>
          </a:gra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7" name="任意多边形: 形状 56"/>
          <p:cNvSpPr/>
          <p:nvPr userDrawn="1">
            <p:custDataLst>
              <p:tags r:id="rId36"/>
            </p:custDataLst>
          </p:nvPr>
        </p:nvSpPr>
        <p:spPr>
          <a:xfrm>
            <a:off x="10755837" y="3080835"/>
            <a:ext cx="95895" cy="30554"/>
          </a:xfrm>
          <a:custGeom>
            <a:avLst/>
            <a:gdLst>
              <a:gd name="connsiteX0" fmla="*/ 198819 w 199386"/>
              <a:gd name="connsiteY0" fmla="*/ 55108 h 62309"/>
              <a:gd name="connsiteX1" fmla="*/ 177690 w 199386"/>
              <a:gd name="connsiteY1" fmla="*/ 25059 h 62309"/>
              <a:gd name="connsiteX2" fmla="*/ 53213 w 199386"/>
              <a:gd name="connsiteY2" fmla="*/ 1478 h 62309"/>
              <a:gd name="connsiteX3" fmla="*/ 1 w 199386"/>
              <a:gd name="connsiteY3" fmla="*/ 48378 h 62309"/>
              <a:gd name="connsiteX4" fmla="*/ 198766 w 199386"/>
              <a:gd name="connsiteY4" fmla="*/ 55056 h 62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9386" h="62309">
                <a:moveTo>
                  <a:pt x="198819" y="55108"/>
                </a:moveTo>
                <a:cubicBezTo>
                  <a:pt x="200540" y="41805"/>
                  <a:pt x="199601" y="33301"/>
                  <a:pt x="177690" y="25059"/>
                </a:cubicBezTo>
                <a:cubicBezTo>
                  <a:pt x="145866" y="13060"/>
                  <a:pt x="74499" y="-5356"/>
                  <a:pt x="53213" y="1478"/>
                </a:cubicBezTo>
                <a:cubicBezTo>
                  <a:pt x="38189" y="6330"/>
                  <a:pt x="-208" y="31841"/>
                  <a:pt x="1" y="48378"/>
                </a:cubicBezTo>
                <a:cubicBezTo>
                  <a:pt x="105" y="55682"/>
                  <a:pt x="196679" y="71594"/>
                  <a:pt x="198766" y="55056"/>
                </a:cubicBezTo>
                <a:close/>
              </a:path>
            </a:pathLst>
          </a:custGeom>
          <a:solidFill>
            <a:srgbClr val="000000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8" name="任意多边形: 形状 57"/>
          <p:cNvSpPr/>
          <p:nvPr userDrawn="1">
            <p:custDataLst>
              <p:tags r:id="rId37"/>
            </p:custDataLst>
          </p:nvPr>
        </p:nvSpPr>
        <p:spPr>
          <a:xfrm>
            <a:off x="10861596" y="3270840"/>
            <a:ext cx="114998" cy="63750"/>
          </a:xfrm>
          <a:custGeom>
            <a:avLst/>
            <a:gdLst>
              <a:gd name="connsiteX0" fmla="*/ 197982 w 239104"/>
              <a:gd name="connsiteY0" fmla="*/ 116912 h 130006"/>
              <a:gd name="connsiteX1" fmla="*/ 116546 w 239104"/>
              <a:gd name="connsiteY1" fmla="*/ 89001 h 130006"/>
              <a:gd name="connsiteX2" fmla="*/ 47004 w 239104"/>
              <a:gd name="connsiteY2" fmla="*/ 130006 h 130006"/>
              <a:gd name="connsiteX3" fmla="*/ 0 w 239104"/>
              <a:gd name="connsiteY3" fmla="*/ 42622 h 130006"/>
              <a:gd name="connsiteX4" fmla="*/ 19146 w 239104"/>
              <a:gd name="connsiteY4" fmla="*/ 36988 h 130006"/>
              <a:gd name="connsiteX5" fmla="*/ 74341 w 239104"/>
              <a:gd name="connsiteY5" fmla="*/ 68342 h 130006"/>
              <a:gd name="connsiteX6" fmla="*/ 193549 w 239104"/>
              <a:gd name="connsiteY6" fmla="*/ 28954 h 130006"/>
              <a:gd name="connsiteX7" fmla="*/ 219320 w 239104"/>
              <a:gd name="connsiteY7" fmla="*/ 0 h 130006"/>
              <a:gd name="connsiteX8" fmla="*/ 232362 w 239104"/>
              <a:gd name="connsiteY8" fmla="*/ 2243 h 130006"/>
              <a:gd name="connsiteX9" fmla="*/ 198034 w 239104"/>
              <a:gd name="connsiteY9" fmla="*/ 116912 h 13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9104" h="130006">
                <a:moveTo>
                  <a:pt x="197982" y="116912"/>
                </a:moveTo>
                <a:cubicBezTo>
                  <a:pt x="179045" y="102043"/>
                  <a:pt x="150195" y="85923"/>
                  <a:pt x="116546" y="89001"/>
                </a:cubicBezTo>
                <a:cubicBezTo>
                  <a:pt x="82741" y="92131"/>
                  <a:pt x="60255" y="112634"/>
                  <a:pt x="47004" y="130006"/>
                </a:cubicBezTo>
                <a:cubicBezTo>
                  <a:pt x="6103" y="100426"/>
                  <a:pt x="0" y="42622"/>
                  <a:pt x="0" y="42622"/>
                </a:cubicBezTo>
                <a:cubicBezTo>
                  <a:pt x="0" y="42622"/>
                  <a:pt x="7199" y="40431"/>
                  <a:pt x="19146" y="36988"/>
                </a:cubicBezTo>
                <a:cubicBezTo>
                  <a:pt x="27285" y="52691"/>
                  <a:pt x="43248" y="68916"/>
                  <a:pt x="74341" y="68342"/>
                </a:cubicBezTo>
                <a:cubicBezTo>
                  <a:pt x="134179" y="67246"/>
                  <a:pt x="193549" y="28954"/>
                  <a:pt x="193549" y="28954"/>
                </a:cubicBezTo>
                <a:lnTo>
                  <a:pt x="219320" y="0"/>
                </a:lnTo>
                <a:cubicBezTo>
                  <a:pt x="224276" y="417"/>
                  <a:pt x="228658" y="1096"/>
                  <a:pt x="232362" y="2243"/>
                </a:cubicBezTo>
                <a:cubicBezTo>
                  <a:pt x="232362" y="2243"/>
                  <a:pt x="261682" y="72150"/>
                  <a:pt x="198034" y="116912"/>
                </a:cubicBezTo>
                <a:close/>
              </a:path>
            </a:pathLst>
          </a:custGeom>
          <a:solidFill>
            <a:srgbClr val="D63C11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9" name="任意多边形: 形状 58"/>
          <p:cNvSpPr/>
          <p:nvPr userDrawn="1">
            <p:custDataLst>
              <p:tags r:id="rId38"/>
            </p:custDataLst>
          </p:nvPr>
        </p:nvSpPr>
        <p:spPr>
          <a:xfrm>
            <a:off x="10870779" y="3269377"/>
            <a:ext cx="96274" cy="33712"/>
          </a:xfrm>
          <a:custGeom>
            <a:avLst/>
            <a:gdLst>
              <a:gd name="connsiteX0" fmla="*/ 200174 w 200174"/>
              <a:gd name="connsiteY0" fmla="*/ 393 h 68749"/>
              <a:gd name="connsiteX1" fmla="*/ 193653 w 200174"/>
              <a:gd name="connsiteY1" fmla="*/ 18131 h 68749"/>
              <a:gd name="connsiteX2" fmla="*/ 164387 w 200174"/>
              <a:gd name="connsiteY2" fmla="*/ 46667 h 68749"/>
              <a:gd name="connsiteX3" fmla="*/ 55195 w 200174"/>
              <a:gd name="connsiteY3" fmla="*/ 68735 h 68749"/>
              <a:gd name="connsiteX4" fmla="*/ 0 w 200174"/>
              <a:gd name="connsiteY4" fmla="*/ 37381 h 68749"/>
              <a:gd name="connsiteX5" fmla="*/ 200174 w 200174"/>
              <a:gd name="connsiteY5" fmla="*/ 393 h 6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174" h="68749">
                <a:moveTo>
                  <a:pt x="200174" y="393"/>
                </a:moveTo>
                <a:lnTo>
                  <a:pt x="193653" y="18131"/>
                </a:lnTo>
                <a:cubicBezTo>
                  <a:pt x="188697" y="31590"/>
                  <a:pt x="178002" y="42129"/>
                  <a:pt x="164387" y="46667"/>
                </a:cubicBezTo>
                <a:cubicBezTo>
                  <a:pt x="138771" y="55275"/>
                  <a:pt x="94583" y="68005"/>
                  <a:pt x="55195" y="68735"/>
                </a:cubicBezTo>
                <a:cubicBezTo>
                  <a:pt x="24102" y="69309"/>
                  <a:pt x="8139" y="53084"/>
                  <a:pt x="0" y="37381"/>
                </a:cubicBezTo>
                <a:cubicBezTo>
                  <a:pt x="43666" y="24913"/>
                  <a:pt x="150509" y="-3676"/>
                  <a:pt x="200174" y="393"/>
                </a:cubicBezTo>
                <a:close/>
              </a:path>
            </a:pathLst>
          </a:custGeom>
          <a:solidFill>
            <a:srgbClr val="FFFFFF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0" name="任意多边形: 形状 59"/>
          <p:cNvSpPr/>
          <p:nvPr userDrawn="1">
            <p:custDataLst>
              <p:tags r:id="rId39"/>
            </p:custDataLst>
          </p:nvPr>
        </p:nvSpPr>
        <p:spPr>
          <a:xfrm>
            <a:off x="10884203" y="3313819"/>
            <a:ext cx="72613" cy="28632"/>
          </a:xfrm>
          <a:custGeom>
            <a:avLst/>
            <a:gdLst>
              <a:gd name="connsiteX0" fmla="*/ 150978 w 150978"/>
              <a:gd name="connsiteY0" fmla="*/ 28292 h 58389"/>
              <a:gd name="connsiteX1" fmla="*/ 97713 w 150978"/>
              <a:gd name="connsiteY1" fmla="*/ 52186 h 58389"/>
              <a:gd name="connsiteX2" fmla="*/ 0 w 150978"/>
              <a:gd name="connsiteY2" fmla="*/ 41387 h 58389"/>
              <a:gd name="connsiteX3" fmla="*/ 69542 w 150978"/>
              <a:gd name="connsiteY3" fmla="*/ 381 h 58389"/>
              <a:gd name="connsiteX4" fmla="*/ 150978 w 150978"/>
              <a:gd name="connsiteY4" fmla="*/ 28292 h 58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978" h="58389">
                <a:moveTo>
                  <a:pt x="150978" y="28292"/>
                </a:moveTo>
                <a:cubicBezTo>
                  <a:pt x="137624" y="37683"/>
                  <a:pt x="120303" y="45925"/>
                  <a:pt x="97713" y="52186"/>
                </a:cubicBezTo>
                <a:cubicBezTo>
                  <a:pt x="52744" y="64654"/>
                  <a:pt x="21547" y="56933"/>
                  <a:pt x="0" y="41387"/>
                </a:cubicBezTo>
                <a:cubicBezTo>
                  <a:pt x="13251" y="23962"/>
                  <a:pt x="35737" y="3512"/>
                  <a:pt x="69542" y="381"/>
                </a:cubicBezTo>
                <a:cubicBezTo>
                  <a:pt x="103191" y="-2697"/>
                  <a:pt x="132041" y="13424"/>
                  <a:pt x="150978" y="28292"/>
                </a:cubicBezTo>
                <a:close/>
              </a:path>
            </a:pathLst>
          </a:custGeom>
          <a:solidFill>
            <a:srgbClr val="F06A45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1" name="任意多边形: 形状 60"/>
          <p:cNvSpPr/>
          <p:nvPr userDrawn="1">
            <p:custDataLst>
              <p:tags r:id="rId40"/>
            </p:custDataLst>
          </p:nvPr>
        </p:nvSpPr>
        <p:spPr>
          <a:xfrm>
            <a:off x="11165598" y="3175915"/>
            <a:ext cx="68412" cy="45610"/>
          </a:xfrm>
          <a:custGeom>
            <a:avLst/>
            <a:gdLst>
              <a:gd name="connsiteX0" fmla="*/ 141538 w 142242"/>
              <a:gd name="connsiteY0" fmla="*/ 17874 h 93013"/>
              <a:gd name="connsiteX1" fmla="*/ 62971 w 142242"/>
              <a:gd name="connsiteY1" fmla="*/ 25074 h 93013"/>
              <a:gd name="connsiteX2" fmla="*/ 15341 w 142242"/>
              <a:gd name="connsiteY2" fmla="*/ 74426 h 93013"/>
              <a:gd name="connsiteX3" fmla="*/ 785 w 142242"/>
              <a:gd name="connsiteY3" fmla="*/ 92842 h 93013"/>
              <a:gd name="connsiteX4" fmla="*/ 56 w 142242"/>
              <a:gd name="connsiteY4" fmla="*/ 92372 h 93013"/>
              <a:gd name="connsiteX5" fmla="*/ 56972 w 142242"/>
              <a:gd name="connsiteY5" fmla="*/ 18396 h 93013"/>
              <a:gd name="connsiteX6" fmla="*/ 142113 w 142242"/>
              <a:gd name="connsiteY6" fmla="*/ 17144 h 93013"/>
              <a:gd name="connsiteX7" fmla="*/ 141486 w 142242"/>
              <a:gd name="connsiteY7" fmla="*/ 17770 h 93013"/>
              <a:gd name="connsiteX8" fmla="*/ 141486 w 142242"/>
              <a:gd name="connsiteY8" fmla="*/ 17770 h 9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242" h="93013">
                <a:moveTo>
                  <a:pt x="141538" y="17874"/>
                </a:moveTo>
                <a:cubicBezTo>
                  <a:pt x="115349" y="1545"/>
                  <a:pt x="84986" y="2902"/>
                  <a:pt x="62971" y="25074"/>
                </a:cubicBezTo>
                <a:cubicBezTo>
                  <a:pt x="45911" y="40359"/>
                  <a:pt x="30105" y="56845"/>
                  <a:pt x="15341" y="74426"/>
                </a:cubicBezTo>
                <a:cubicBezTo>
                  <a:pt x="10124" y="80217"/>
                  <a:pt x="5532" y="86529"/>
                  <a:pt x="785" y="92842"/>
                </a:cubicBezTo>
                <a:cubicBezTo>
                  <a:pt x="524" y="93259"/>
                  <a:pt x="-206" y="92842"/>
                  <a:pt x="56" y="92372"/>
                </a:cubicBezTo>
                <a:cubicBezTo>
                  <a:pt x="13514" y="64044"/>
                  <a:pt x="34121" y="39629"/>
                  <a:pt x="56972" y="18396"/>
                </a:cubicBezTo>
                <a:cubicBezTo>
                  <a:pt x="81335" y="-5654"/>
                  <a:pt x="117123" y="-6176"/>
                  <a:pt x="142113" y="17144"/>
                </a:cubicBezTo>
                <a:cubicBezTo>
                  <a:pt x="142477" y="17613"/>
                  <a:pt x="142008" y="18135"/>
                  <a:pt x="141486" y="17770"/>
                </a:cubicBezTo>
                <a:lnTo>
                  <a:pt x="141486" y="17770"/>
                </a:lnTo>
                <a:close/>
              </a:path>
            </a:pathLst>
          </a:custGeom>
          <a:solidFill>
            <a:srgbClr val="F06A45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3" name="任意多边形: 形状 62"/>
          <p:cNvSpPr/>
          <p:nvPr userDrawn="1">
            <p:custDataLst>
              <p:tags r:id="rId41"/>
            </p:custDataLst>
          </p:nvPr>
        </p:nvSpPr>
        <p:spPr>
          <a:xfrm>
            <a:off x="10684880" y="3106732"/>
            <a:ext cx="167608" cy="170886"/>
          </a:xfrm>
          <a:custGeom>
            <a:avLst/>
            <a:gdLst>
              <a:gd name="connsiteX0" fmla="*/ 348492 w 348491"/>
              <a:gd name="connsiteY0" fmla="*/ 174246 h 348491"/>
              <a:gd name="connsiteX1" fmla="*/ 174246 w 348491"/>
              <a:gd name="connsiteY1" fmla="*/ 348492 h 348491"/>
              <a:gd name="connsiteX2" fmla="*/ 0 w 348491"/>
              <a:gd name="connsiteY2" fmla="*/ 174246 h 348491"/>
              <a:gd name="connsiteX3" fmla="*/ 174246 w 348491"/>
              <a:gd name="connsiteY3" fmla="*/ 0 h 348491"/>
              <a:gd name="connsiteX4" fmla="*/ 348492 w 348491"/>
              <a:gd name="connsiteY4" fmla="*/ 174246 h 348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8491" h="348491">
                <a:moveTo>
                  <a:pt x="348492" y="174246"/>
                </a:moveTo>
                <a:cubicBezTo>
                  <a:pt x="348492" y="270479"/>
                  <a:pt x="270479" y="348492"/>
                  <a:pt x="174246" y="348492"/>
                </a:cubicBezTo>
                <a:cubicBezTo>
                  <a:pt x="78013" y="348492"/>
                  <a:pt x="0" y="270479"/>
                  <a:pt x="0" y="174246"/>
                </a:cubicBezTo>
                <a:cubicBezTo>
                  <a:pt x="0" y="78013"/>
                  <a:pt x="78013" y="0"/>
                  <a:pt x="174246" y="0"/>
                </a:cubicBezTo>
                <a:cubicBezTo>
                  <a:pt x="270479" y="0"/>
                  <a:pt x="348492" y="78013"/>
                  <a:pt x="348492" y="174246"/>
                </a:cubicBezTo>
                <a:close/>
              </a:path>
            </a:pathLst>
          </a:custGeom>
          <a:noFill/>
          <a:ln w="4591" cap="rnd">
            <a:solidFill>
              <a:schemeClr val="dk2">
                <a:lumMod val="10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4" name="任意多边形: 形状 63"/>
          <p:cNvSpPr/>
          <p:nvPr userDrawn="1">
            <p:custDataLst>
              <p:tags r:id="rId42"/>
            </p:custDataLst>
          </p:nvPr>
        </p:nvSpPr>
        <p:spPr>
          <a:xfrm>
            <a:off x="10901290" y="3106732"/>
            <a:ext cx="167608" cy="170886"/>
          </a:xfrm>
          <a:custGeom>
            <a:avLst/>
            <a:gdLst>
              <a:gd name="connsiteX0" fmla="*/ 348492 w 348491"/>
              <a:gd name="connsiteY0" fmla="*/ 174246 h 348491"/>
              <a:gd name="connsiteX1" fmla="*/ 174247 w 348491"/>
              <a:gd name="connsiteY1" fmla="*/ 348492 h 348491"/>
              <a:gd name="connsiteX2" fmla="*/ 1 w 348491"/>
              <a:gd name="connsiteY2" fmla="*/ 174246 h 348491"/>
              <a:gd name="connsiteX3" fmla="*/ 174247 w 348491"/>
              <a:gd name="connsiteY3" fmla="*/ 0 h 348491"/>
              <a:gd name="connsiteX4" fmla="*/ 348492 w 348491"/>
              <a:gd name="connsiteY4" fmla="*/ 174246 h 348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8491" h="348491">
                <a:moveTo>
                  <a:pt x="348492" y="174246"/>
                </a:moveTo>
                <a:cubicBezTo>
                  <a:pt x="348492" y="270479"/>
                  <a:pt x="270480" y="348492"/>
                  <a:pt x="174247" y="348492"/>
                </a:cubicBezTo>
                <a:cubicBezTo>
                  <a:pt x="78013" y="348492"/>
                  <a:pt x="1" y="270479"/>
                  <a:pt x="1" y="174246"/>
                </a:cubicBezTo>
                <a:cubicBezTo>
                  <a:pt x="1" y="78013"/>
                  <a:pt x="78013" y="0"/>
                  <a:pt x="174247" y="0"/>
                </a:cubicBezTo>
                <a:cubicBezTo>
                  <a:pt x="270480" y="0"/>
                  <a:pt x="348492" y="78013"/>
                  <a:pt x="348492" y="174246"/>
                </a:cubicBezTo>
                <a:close/>
              </a:path>
            </a:pathLst>
          </a:custGeom>
          <a:noFill/>
          <a:ln w="4591" cap="rnd">
            <a:solidFill>
              <a:schemeClr val="dk2">
                <a:lumMod val="10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5" name="任意多边形: 形状 64"/>
          <p:cNvSpPr/>
          <p:nvPr userDrawn="1">
            <p:custDataLst>
              <p:tags r:id="rId43"/>
            </p:custDataLst>
          </p:nvPr>
        </p:nvSpPr>
        <p:spPr>
          <a:xfrm>
            <a:off x="10851535" y="3176039"/>
            <a:ext cx="50483" cy="10150"/>
          </a:xfrm>
          <a:custGeom>
            <a:avLst/>
            <a:gdLst>
              <a:gd name="connsiteX0" fmla="*/ 0 w 104964"/>
              <a:gd name="connsiteY0" fmla="*/ 20700 h 20699"/>
              <a:gd name="connsiteX1" fmla="*/ 104965 w 104964"/>
              <a:gd name="connsiteY1" fmla="*/ 17987 h 20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4964" h="20699">
                <a:moveTo>
                  <a:pt x="0" y="20700"/>
                </a:moveTo>
                <a:cubicBezTo>
                  <a:pt x="0" y="20700"/>
                  <a:pt x="41057" y="-24010"/>
                  <a:pt x="104965" y="17987"/>
                </a:cubicBezTo>
              </a:path>
            </a:pathLst>
          </a:custGeom>
          <a:noFill/>
          <a:ln w="4591" cap="rnd">
            <a:solidFill>
              <a:schemeClr val="dk2">
                <a:lumMod val="10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6" name="任意多边形: 形状 65"/>
          <p:cNvSpPr/>
          <p:nvPr userDrawn="1">
            <p:custDataLst>
              <p:tags r:id="rId44"/>
            </p:custDataLst>
          </p:nvPr>
        </p:nvSpPr>
        <p:spPr>
          <a:xfrm>
            <a:off x="7456865" y="5211887"/>
            <a:ext cx="797293" cy="643920"/>
          </a:xfrm>
          <a:custGeom>
            <a:avLst/>
            <a:gdLst>
              <a:gd name="connsiteX0" fmla="*/ 978855 w 1657736"/>
              <a:gd name="connsiteY0" fmla="*/ 0 h 1313157"/>
              <a:gd name="connsiteX1" fmla="*/ 0 w 1657736"/>
              <a:gd name="connsiteY1" fmla="*/ 1088672 h 1313157"/>
              <a:gd name="connsiteX2" fmla="*/ 472342 w 1657736"/>
              <a:gd name="connsiteY2" fmla="*/ 1313157 h 1313157"/>
              <a:gd name="connsiteX3" fmla="*/ 1657736 w 1657736"/>
              <a:gd name="connsiteY3" fmla="*/ 391479 h 1313157"/>
              <a:gd name="connsiteX4" fmla="*/ 978855 w 1657736"/>
              <a:gd name="connsiteY4" fmla="*/ 0 h 1313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7736" h="1313157">
                <a:moveTo>
                  <a:pt x="978855" y="0"/>
                </a:moveTo>
                <a:lnTo>
                  <a:pt x="0" y="1088672"/>
                </a:lnTo>
                <a:lnTo>
                  <a:pt x="472342" y="1313157"/>
                </a:lnTo>
                <a:lnTo>
                  <a:pt x="1657736" y="391479"/>
                </a:lnTo>
                <a:lnTo>
                  <a:pt x="978855" y="0"/>
                </a:lnTo>
                <a:close/>
              </a:path>
            </a:pathLst>
          </a:custGeom>
          <a:solidFill>
            <a:srgbClr val="F9C3B5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7" name="任意多边形: 形状 66"/>
          <p:cNvSpPr/>
          <p:nvPr userDrawn="1">
            <p:custDataLst>
              <p:tags r:id="rId45"/>
            </p:custDataLst>
          </p:nvPr>
        </p:nvSpPr>
        <p:spPr>
          <a:xfrm>
            <a:off x="7812155" y="4268727"/>
            <a:ext cx="3258927" cy="1748322"/>
          </a:xfrm>
          <a:custGeom>
            <a:avLst/>
            <a:gdLst>
              <a:gd name="connsiteX0" fmla="*/ 52 w 6775976"/>
              <a:gd name="connsiteY0" fmla="*/ 1977657 h 3565381"/>
              <a:gd name="connsiteX1" fmla="*/ 834450 w 6775976"/>
              <a:gd name="connsiteY1" fmla="*/ 2592787 h 3565381"/>
              <a:gd name="connsiteX2" fmla="*/ 2262015 w 6775976"/>
              <a:gd name="connsiteY2" fmla="*/ 1574909 h 3565381"/>
              <a:gd name="connsiteX3" fmla="*/ 5260976 w 6775976"/>
              <a:gd name="connsiteY3" fmla="*/ 3565382 h 3565381"/>
              <a:gd name="connsiteX4" fmla="*/ 6775976 w 6775976"/>
              <a:gd name="connsiteY4" fmla="*/ 2817846 h 3565381"/>
              <a:gd name="connsiteX5" fmla="*/ 5278870 w 6775976"/>
              <a:gd name="connsiteY5" fmla="*/ 1540581 h 3565381"/>
              <a:gd name="connsiteX6" fmla="*/ 2090169 w 6775976"/>
              <a:gd name="connsiteY6" fmla="*/ 11442 h 3565381"/>
              <a:gd name="connsiteX7" fmla="*/ 0 w 6775976"/>
              <a:gd name="connsiteY7" fmla="*/ 1977657 h 356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75976" h="3565381">
                <a:moveTo>
                  <a:pt x="52" y="1977657"/>
                </a:moveTo>
                <a:lnTo>
                  <a:pt x="834450" y="2592787"/>
                </a:lnTo>
                <a:lnTo>
                  <a:pt x="2262015" y="1574909"/>
                </a:lnTo>
                <a:cubicBezTo>
                  <a:pt x="2262015" y="1574909"/>
                  <a:pt x="3998266" y="3565382"/>
                  <a:pt x="5260976" y="3565382"/>
                </a:cubicBezTo>
                <a:cubicBezTo>
                  <a:pt x="6523686" y="3565382"/>
                  <a:pt x="6775976" y="2817846"/>
                  <a:pt x="6775976" y="2817846"/>
                </a:cubicBezTo>
                <a:lnTo>
                  <a:pt x="5278870" y="1540581"/>
                </a:lnTo>
                <a:cubicBezTo>
                  <a:pt x="5278870" y="1540581"/>
                  <a:pt x="2448156" y="-154561"/>
                  <a:pt x="2090169" y="11442"/>
                </a:cubicBezTo>
                <a:cubicBezTo>
                  <a:pt x="1569883" y="252726"/>
                  <a:pt x="0" y="1977657"/>
                  <a:pt x="0" y="1977657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 sz="1800"/>
          </a:p>
        </p:txBody>
      </p:sp>
      <p:sp>
        <p:nvSpPr>
          <p:cNvPr id="68" name="任意多边形: 形状 67"/>
          <p:cNvSpPr/>
          <p:nvPr userDrawn="1">
            <p:custDataLst>
              <p:tags r:id="rId46"/>
            </p:custDataLst>
          </p:nvPr>
        </p:nvSpPr>
        <p:spPr>
          <a:xfrm>
            <a:off x="8046936" y="4845277"/>
            <a:ext cx="3019664" cy="1176914"/>
          </a:xfrm>
          <a:custGeom>
            <a:avLst/>
            <a:gdLst>
              <a:gd name="connsiteX0" fmla="*/ 6278500 w 6278500"/>
              <a:gd name="connsiteY0" fmla="*/ 1652565 h 2400100"/>
              <a:gd name="connsiteX1" fmla="*/ 5420052 w 6278500"/>
              <a:gd name="connsiteY1" fmla="*/ 920158 h 2400100"/>
              <a:gd name="connsiteX2" fmla="*/ 4535154 w 6278500"/>
              <a:gd name="connsiteY2" fmla="*/ 1227540 h 2400100"/>
              <a:gd name="connsiteX3" fmla="*/ 3855752 w 6278500"/>
              <a:gd name="connsiteY3" fmla="*/ 807472 h 2400100"/>
              <a:gd name="connsiteX4" fmla="*/ 2664827 w 6278500"/>
              <a:gd name="connsiteY4" fmla="*/ 700368 h 2400100"/>
              <a:gd name="connsiteX5" fmla="*/ 2148871 w 6278500"/>
              <a:gd name="connsiteY5" fmla="*/ 189003 h 2400100"/>
              <a:gd name="connsiteX6" fmla="*/ 683171 w 6278500"/>
              <a:gd name="connsiteY6" fmla="*/ 503793 h 2400100"/>
              <a:gd name="connsiteX7" fmla="*/ 266493 w 6278500"/>
              <a:gd name="connsiteY7" fmla="*/ 973266 h 2400100"/>
              <a:gd name="connsiteX8" fmla="*/ 44721 w 6278500"/>
              <a:gd name="connsiteY8" fmla="*/ 1040356 h 2400100"/>
              <a:gd name="connsiteX9" fmla="*/ 2307 w 6278500"/>
              <a:gd name="connsiteY9" fmla="*/ 1134678 h 2400100"/>
              <a:gd name="connsiteX10" fmla="*/ 1525 w 6278500"/>
              <a:gd name="connsiteY10" fmla="*/ 1180222 h 2400100"/>
              <a:gd name="connsiteX11" fmla="*/ 336870 w 6278500"/>
              <a:gd name="connsiteY11" fmla="*/ 1427453 h 2400100"/>
              <a:gd name="connsiteX12" fmla="*/ 1764435 w 6278500"/>
              <a:gd name="connsiteY12" fmla="*/ 409627 h 2400100"/>
              <a:gd name="connsiteX13" fmla="*/ 4763396 w 6278500"/>
              <a:gd name="connsiteY13" fmla="*/ 2400101 h 2400100"/>
              <a:gd name="connsiteX14" fmla="*/ 6278396 w 6278500"/>
              <a:gd name="connsiteY14" fmla="*/ 1652565 h 24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278500" h="2400100">
                <a:moveTo>
                  <a:pt x="6278500" y="1652565"/>
                </a:moveTo>
                <a:lnTo>
                  <a:pt x="5420052" y="920158"/>
                </a:lnTo>
                <a:cubicBezTo>
                  <a:pt x="5162492" y="1096542"/>
                  <a:pt x="4889228" y="1308820"/>
                  <a:pt x="4535154" y="1227540"/>
                </a:cubicBezTo>
                <a:cubicBezTo>
                  <a:pt x="4217547" y="1154607"/>
                  <a:pt x="4269664" y="937843"/>
                  <a:pt x="3855752" y="807472"/>
                </a:cubicBezTo>
                <a:cubicBezTo>
                  <a:pt x="3471159" y="686334"/>
                  <a:pt x="3017702" y="895533"/>
                  <a:pt x="2664827" y="700368"/>
                </a:cubicBezTo>
                <a:cubicBezTo>
                  <a:pt x="2451923" y="582621"/>
                  <a:pt x="2334751" y="346033"/>
                  <a:pt x="2148871" y="189003"/>
                </a:cubicBezTo>
                <a:cubicBezTo>
                  <a:pt x="1715657" y="-177018"/>
                  <a:pt x="981110" y="21226"/>
                  <a:pt x="683171" y="503793"/>
                </a:cubicBezTo>
                <a:cubicBezTo>
                  <a:pt x="569754" y="687482"/>
                  <a:pt x="477049" y="925531"/>
                  <a:pt x="266493" y="973266"/>
                </a:cubicBezTo>
                <a:cubicBezTo>
                  <a:pt x="189595" y="990691"/>
                  <a:pt x="97986" y="982239"/>
                  <a:pt x="44721" y="1040356"/>
                </a:cubicBezTo>
                <a:cubicBezTo>
                  <a:pt x="21140" y="1066075"/>
                  <a:pt x="10080" y="1100664"/>
                  <a:pt x="2307" y="1134678"/>
                </a:cubicBezTo>
                <a:cubicBezTo>
                  <a:pt x="-510" y="1146990"/>
                  <a:pt x="-719" y="1162328"/>
                  <a:pt x="1525" y="1180222"/>
                </a:cubicBezTo>
                <a:lnTo>
                  <a:pt x="336870" y="1427453"/>
                </a:lnTo>
                <a:lnTo>
                  <a:pt x="1764435" y="409627"/>
                </a:lnTo>
                <a:cubicBezTo>
                  <a:pt x="1764435" y="409627"/>
                  <a:pt x="3500686" y="2400101"/>
                  <a:pt x="4763396" y="2400101"/>
                </a:cubicBezTo>
                <a:cubicBezTo>
                  <a:pt x="6026105" y="2400101"/>
                  <a:pt x="6278396" y="1652565"/>
                  <a:pt x="6278396" y="1652565"/>
                </a:cubicBezTo>
                <a:close/>
              </a:path>
            </a:pathLst>
          </a:custGeom>
          <a:solidFill>
            <a:schemeClr val="accent1">
              <a:lumMod val="10000"/>
              <a:alpha val="8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 sz="1800"/>
          </a:p>
        </p:txBody>
      </p:sp>
      <p:sp>
        <p:nvSpPr>
          <p:cNvPr id="70" name="任意多边形: 形状 69"/>
          <p:cNvSpPr/>
          <p:nvPr userDrawn="1">
            <p:custDataLst>
              <p:tags r:id="rId47"/>
            </p:custDataLst>
          </p:nvPr>
        </p:nvSpPr>
        <p:spPr>
          <a:xfrm>
            <a:off x="10173702" y="3496763"/>
            <a:ext cx="1439537" cy="2238002"/>
          </a:xfrm>
          <a:custGeom>
            <a:avLst/>
            <a:gdLst>
              <a:gd name="connsiteX0" fmla="*/ 26863 w 2993092"/>
              <a:gd name="connsiteY0" fmla="*/ 3170836 h 4563992"/>
              <a:gd name="connsiteX1" fmla="*/ 842689 w 2993092"/>
              <a:gd name="connsiteY1" fmla="*/ 3640205 h 4563992"/>
              <a:gd name="connsiteX2" fmla="*/ 1137394 w 2993092"/>
              <a:gd name="connsiteY2" fmla="*/ 4107695 h 4563992"/>
              <a:gd name="connsiteX3" fmla="*/ 1991825 w 2993092"/>
              <a:gd name="connsiteY3" fmla="*/ 4556874 h 4563992"/>
              <a:gd name="connsiteX4" fmla="*/ 2989982 w 2993092"/>
              <a:gd name="connsiteY4" fmla="*/ 1406153 h 4563992"/>
              <a:gd name="connsiteX5" fmla="*/ 2680826 w 2993092"/>
              <a:gd name="connsiteY5" fmla="*/ 279345 h 4563992"/>
              <a:gd name="connsiteX6" fmla="*/ 2460515 w 2993092"/>
              <a:gd name="connsiteY6" fmla="*/ 147982 h 4563992"/>
              <a:gd name="connsiteX7" fmla="*/ 2384921 w 2993092"/>
              <a:gd name="connsiteY7" fmla="*/ 2429 h 4563992"/>
              <a:gd name="connsiteX8" fmla="*/ 1585529 w 2993092"/>
              <a:gd name="connsiteY8" fmla="*/ 193370 h 4563992"/>
              <a:gd name="connsiteX9" fmla="*/ 1559080 w 2993092"/>
              <a:gd name="connsiteY9" fmla="*/ 311533 h 4563992"/>
              <a:gd name="connsiteX10" fmla="*/ 1332038 w 2993092"/>
              <a:gd name="connsiteY10" fmla="*/ 577128 h 4563992"/>
              <a:gd name="connsiteX11" fmla="*/ 497118 w 2993092"/>
              <a:gd name="connsiteY11" fmla="*/ 2186973 h 4563992"/>
              <a:gd name="connsiteX12" fmla="*/ 26810 w 2993092"/>
              <a:gd name="connsiteY12" fmla="*/ 3170836 h 456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3092" h="4563992">
                <a:moveTo>
                  <a:pt x="26863" y="3170836"/>
                </a:moveTo>
                <a:cubicBezTo>
                  <a:pt x="139549" y="3395165"/>
                  <a:pt x="511516" y="3287226"/>
                  <a:pt x="842689" y="3640205"/>
                </a:cubicBezTo>
                <a:cubicBezTo>
                  <a:pt x="1013439" y="3822224"/>
                  <a:pt x="966799" y="3906634"/>
                  <a:pt x="1137394" y="4107695"/>
                </a:cubicBezTo>
                <a:cubicBezTo>
                  <a:pt x="1305431" y="4305678"/>
                  <a:pt x="1682460" y="4614834"/>
                  <a:pt x="1991825" y="4556874"/>
                </a:cubicBezTo>
                <a:cubicBezTo>
                  <a:pt x="2373079" y="4485455"/>
                  <a:pt x="2714736" y="3248517"/>
                  <a:pt x="2989982" y="1406153"/>
                </a:cubicBezTo>
                <a:cubicBezTo>
                  <a:pt x="3017059" y="1224968"/>
                  <a:pt x="2863471" y="538523"/>
                  <a:pt x="2680826" y="279345"/>
                </a:cubicBezTo>
                <a:cubicBezTo>
                  <a:pt x="2669662" y="263538"/>
                  <a:pt x="2464793" y="165720"/>
                  <a:pt x="2460515" y="147982"/>
                </a:cubicBezTo>
                <a:cubicBezTo>
                  <a:pt x="2431614" y="28253"/>
                  <a:pt x="2415911" y="4829"/>
                  <a:pt x="2384921" y="2429"/>
                </a:cubicBezTo>
                <a:cubicBezTo>
                  <a:pt x="2111345" y="-18647"/>
                  <a:pt x="1768592" y="101812"/>
                  <a:pt x="1585529" y="193370"/>
                </a:cubicBezTo>
                <a:cubicBezTo>
                  <a:pt x="1566644" y="202812"/>
                  <a:pt x="1573217" y="299743"/>
                  <a:pt x="1559080" y="311533"/>
                </a:cubicBezTo>
                <a:cubicBezTo>
                  <a:pt x="1528665" y="336888"/>
                  <a:pt x="1397771" y="452965"/>
                  <a:pt x="1332038" y="577128"/>
                </a:cubicBezTo>
                <a:cubicBezTo>
                  <a:pt x="915308" y="1363739"/>
                  <a:pt x="785980" y="1783703"/>
                  <a:pt x="497118" y="2186973"/>
                </a:cubicBezTo>
                <a:cubicBezTo>
                  <a:pt x="229541" y="2560558"/>
                  <a:pt x="-96309" y="2925640"/>
                  <a:pt x="26810" y="3170836"/>
                </a:cubicBezTo>
                <a:close/>
              </a:path>
            </a:pathLst>
          </a:custGeom>
          <a:solidFill>
            <a:schemeClr val="accent1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1" name="任意多边形: 形状 70"/>
          <p:cNvSpPr/>
          <p:nvPr userDrawn="1">
            <p:custDataLst>
              <p:tags r:id="rId48"/>
            </p:custDataLst>
          </p:nvPr>
        </p:nvSpPr>
        <p:spPr>
          <a:xfrm>
            <a:off x="9593670" y="3860628"/>
            <a:ext cx="1633929" cy="1118042"/>
          </a:xfrm>
          <a:custGeom>
            <a:avLst/>
            <a:gdLst>
              <a:gd name="connsiteX0" fmla="*/ 0 w 3397274"/>
              <a:gd name="connsiteY0" fmla="*/ 576264 h 2280041"/>
              <a:gd name="connsiteX1" fmla="*/ 28798 w 3397274"/>
              <a:gd name="connsiteY1" fmla="*/ 950684 h 2280041"/>
              <a:gd name="connsiteX2" fmla="*/ 1854050 w 3397274"/>
              <a:gd name="connsiteY2" fmla="*/ 2279857 h 2280041"/>
              <a:gd name="connsiteX3" fmla="*/ 3397275 w 3397274"/>
              <a:gd name="connsiteY3" fmla="*/ 868517 h 2280041"/>
              <a:gd name="connsiteX4" fmla="*/ 3103874 w 3397274"/>
              <a:gd name="connsiteY4" fmla="*/ 0 h 2280041"/>
              <a:gd name="connsiteX5" fmla="*/ 1705576 w 3397274"/>
              <a:gd name="connsiteY5" fmla="*/ 1415514 h 2280041"/>
              <a:gd name="connsiteX6" fmla="*/ 0 w 3397274"/>
              <a:gd name="connsiteY6" fmla="*/ 576264 h 2280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97274" h="2280041">
                <a:moveTo>
                  <a:pt x="0" y="576264"/>
                </a:moveTo>
                <a:lnTo>
                  <a:pt x="28798" y="950684"/>
                </a:lnTo>
                <a:cubicBezTo>
                  <a:pt x="28798" y="950684"/>
                  <a:pt x="1307419" y="2298168"/>
                  <a:pt x="1854050" y="2279857"/>
                </a:cubicBezTo>
                <a:cubicBezTo>
                  <a:pt x="2388422" y="2261963"/>
                  <a:pt x="3397275" y="868517"/>
                  <a:pt x="3397275" y="868517"/>
                </a:cubicBezTo>
                <a:lnTo>
                  <a:pt x="3103874" y="0"/>
                </a:lnTo>
                <a:lnTo>
                  <a:pt x="1705576" y="1415514"/>
                </a:lnTo>
                <a:lnTo>
                  <a:pt x="0" y="576264"/>
                </a:lnTo>
                <a:close/>
              </a:path>
            </a:pathLst>
          </a:custGeom>
          <a:solidFill>
            <a:srgbClr val="FAC5B9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2" name="任意多边形: 形状 71"/>
          <p:cNvSpPr/>
          <p:nvPr userDrawn="1">
            <p:custDataLst>
              <p:tags r:id="rId49"/>
            </p:custDataLst>
          </p:nvPr>
        </p:nvSpPr>
        <p:spPr>
          <a:xfrm>
            <a:off x="10589734" y="3689819"/>
            <a:ext cx="843092" cy="989389"/>
          </a:xfrm>
          <a:custGeom>
            <a:avLst/>
            <a:gdLst>
              <a:gd name="connsiteX0" fmla="*/ 0 w 1752962"/>
              <a:gd name="connsiteY0" fmla="*/ 1121955 h 2017676"/>
              <a:gd name="connsiteX1" fmla="*/ 313017 w 1752962"/>
              <a:gd name="connsiteY1" fmla="*/ 1638380 h 2017676"/>
              <a:gd name="connsiteX2" fmla="*/ 945988 w 1752962"/>
              <a:gd name="connsiteY2" fmla="*/ 2013374 h 2017676"/>
              <a:gd name="connsiteX3" fmla="*/ 1746530 w 1752962"/>
              <a:gd name="connsiteY3" fmla="*/ 398208 h 2017676"/>
              <a:gd name="connsiteX4" fmla="*/ 1212000 w 1752962"/>
              <a:gd name="connsiteY4" fmla="*/ 155 h 2017676"/>
              <a:gd name="connsiteX5" fmla="*/ 52 w 1752962"/>
              <a:gd name="connsiteY5" fmla="*/ 1122007 h 2017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52962" h="2017676">
                <a:moveTo>
                  <a:pt x="0" y="1121955"/>
                </a:moveTo>
                <a:cubicBezTo>
                  <a:pt x="60934" y="1264325"/>
                  <a:pt x="158021" y="1449162"/>
                  <a:pt x="313017" y="1638380"/>
                </a:cubicBezTo>
                <a:cubicBezTo>
                  <a:pt x="528633" y="1901628"/>
                  <a:pt x="765170" y="2044885"/>
                  <a:pt x="945988" y="2013374"/>
                </a:cubicBezTo>
                <a:cubicBezTo>
                  <a:pt x="1070309" y="1991724"/>
                  <a:pt x="1830313" y="1012347"/>
                  <a:pt x="1746530" y="398208"/>
                </a:cubicBezTo>
                <a:cubicBezTo>
                  <a:pt x="1712411" y="148004"/>
                  <a:pt x="1452920" y="-5583"/>
                  <a:pt x="1212000" y="155"/>
                </a:cubicBezTo>
                <a:cubicBezTo>
                  <a:pt x="758805" y="10954"/>
                  <a:pt x="52" y="1122007"/>
                  <a:pt x="52" y="1122007"/>
                </a:cubicBezTo>
                <a:close/>
              </a:path>
            </a:pathLst>
          </a:custGeom>
          <a:solidFill>
            <a:srgbClr val="FFFFFF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3" name="任意多边形: 形状 72"/>
          <p:cNvSpPr/>
          <p:nvPr userDrawn="1">
            <p:custDataLst>
              <p:tags r:id="rId50"/>
            </p:custDataLst>
          </p:nvPr>
        </p:nvSpPr>
        <p:spPr>
          <a:xfrm>
            <a:off x="10923571" y="3496738"/>
            <a:ext cx="436584" cy="152763"/>
          </a:xfrm>
          <a:custGeom>
            <a:avLst/>
            <a:gdLst>
              <a:gd name="connsiteX0" fmla="*/ 901436 w 907748"/>
              <a:gd name="connsiteY0" fmla="*/ 147982 h 311533"/>
              <a:gd name="connsiteX1" fmla="*/ 825843 w 907748"/>
              <a:gd name="connsiteY1" fmla="*/ 2429 h 311533"/>
              <a:gd name="connsiteX2" fmla="*/ 26450 w 907748"/>
              <a:gd name="connsiteY2" fmla="*/ 193370 h 311533"/>
              <a:gd name="connsiteX3" fmla="*/ 0 w 907748"/>
              <a:gd name="connsiteY3" fmla="*/ 311533 h 311533"/>
              <a:gd name="connsiteX4" fmla="*/ 907748 w 907748"/>
              <a:gd name="connsiteY4" fmla="*/ 155077 h 311533"/>
              <a:gd name="connsiteX5" fmla="*/ 901436 w 907748"/>
              <a:gd name="connsiteY5" fmla="*/ 147982 h 311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7748" h="311533">
                <a:moveTo>
                  <a:pt x="901436" y="147982"/>
                </a:moveTo>
                <a:cubicBezTo>
                  <a:pt x="872534" y="28253"/>
                  <a:pt x="856832" y="4829"/>
                  <a:pt x="825843" y="2429"/>
                </a:cubicBezTo>
                <a:cubicBezTo>
                  <a:pt x="552266" y="-18647"/>
                  <a:pt x="209513" y="101812"/>
                  <a:pt x="26450" y="193370"/>
                </a:cubicBezTo>
                <a:cubicBezTo>
                  <a:pt x="7566" y="202812"/>
                  <a:pt x="14139" y="299743"/>
                  <a:pt x="0" y="311533"/>
                </a:cubicBezTo>
                <a:cubicBezTo>
                  <a:pt x="0" y="311533"/>
                  <a:pt x="422052" y="312368"/>
                  <a:pt x="907748" y="155077"/>
                </a:cubicBezTo>
                <a:cubicBezTo>
                  <a:pt x="904045" y="152104"/>
                  <a:pt x="901802" y="149652"/>
                  <a:pt x="901436" y="147982"/>
                </a:cubicBez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4" name="任意多边形: 形状 73"/>
          <p:cNvSpPr/>
          <p:nvPr userDrawn="1">
            <p:custDataLst>
              <p:tags r:id="rId51"/>
            </p:custDataLst>
          </p:nvPr>
        </p:nvSpPr>
        <p:spPr>
          <a:xfrm>
            <a:off x="10683450" y="3953695"/>
            <a:ext cx="748867" cy="725487"/>
          </a:xfrm>
          <a:custGeom>
            <a:avLst/>
            <a:gdLst>
              <a:gd name="connsiteX0" fmla="*/ 751135 w 1557048"/>
              <a:gd name="connsiteY0" fmla="*/ 1475195 h 1479497"/>
              <a:gd name="connsiteX1" fmla="*/ 1557049 w 1557048"/>
              <a:gd name="connsiteY1" fmla="*/ 0 h 1479497"/>
              <a:gd name="connsiteX2" fmla="*/ 220416 w 1557048"/>
              <a:gd name="connsiteY2" fmla="*/ 1036972 h 1479497"/>
              <a:gd name="connsiteX3" fmla="*/ 0 w 1557048"/>
              <a:gd name="connsiteY3" fmla="*/ 941450 h 1479497"/>
              <a:gd name="connsiteX4" fmla="*/ 118163 w 1557048"/>
              <a:gd name="connsiteY4" fmla="*/ 1100201 h 1479497"/>
              <a:gd name="connsiteX5" fmla="*/ 751135 w 1557048"/>
              <a:gd name="connsiteY5" fmla="*/ 1475195 h 1479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57048" h="1479497">
                <a:moveTo>
                  <a:pt x="751135" y="1475195"/>
                </a:moveTo>
                <a:cubicBezTo>
                  <a:pt x="866326" y="1455110"/>
                  <a:pt x="1527678" y="612208"/>
                  <a:pt x="1557049" y="0"/>
                </a:cubicBezTo>
                <a:cubicBezTo>
                  <a:pt x="1391724" y="334197"/>
                  <a:pt x="855005" y="1287803"/>
                  <a:pt x="220416" y="1036972"/>
                </a:cubicBezTo>
                <a:cubicBezTo>
                  <a:pt x="141848" y="1005879"/>
                  <a:pt x="68499" y="973899"/>
                  <a:pt x="0" y="941450"/>
                </a:cubicBezTo>
                <a:cubicBezTo>
                  <a:pt x="35058" y="993411"/>
                  <a:pt x="74289" y="1046623"/>
                  <a:pt x="118163" y="1100201"/>
                </a:cubicBezTo>
                <a:cubicBezTo>
                  <a:pt x="333780" y="1363449"/>
                  <a:pt x="570316" y="1506706"/>
                  <a:pt x="751135" y="1475195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5" name="任意多边形: 形状 74"/>
          <p:cNvSpPr/>
          <p:nvPr userDrawn="1">
            <p:custDataLst>
              <p:tags r:id="rId52"/>
            </p:custDataLst>
          </p:nvPr>
        </p:nvSpPr>
        <p:spPr>
          <a:xfrm rot="17752201">
            <a:off x="9164080" y="3829674"/>
            <a:ext cx="75670" cy="1051340"/>
          </a:xfrm>
          <a:custGeom>
            <a:avLst/>
            <a:gdLst>
              <a:gd name="connsiteX0" fmla="*/ 154317 w 154316"/>
              <a:gd name="connsiteY0" fmla="*/ 52 h 2185951"/>
              <a:gd name="connsiteX1" fmla="*/ 154317 w 154316"/>
              <a:gd name="connsiteY1" fmla="*/ 52 h 2185951"/>
              <a:gd name="connsiteX2" fmla="*/ 154317 w 154316"/>
              <a:gd name="connsiteY2" fmla="*/ 2185952 h 2185951"/>
              <a:gd name="connsiteX3" fmla="*/ 0 w 154316"/>
              <a:gd name="connsiteY3" fmla="*/ 2185952 h 2185951"/>
              <a:gd name="connsiteX4" fmla="*/ 0 w 154316"/>
              <a:gd name="connsiteY4" fmla="*/ 154317 h 2185951"/>
              <a:gd name="connsiteX5" fmla="*/ 154317 w 154316"/>
              <a:gd name="connsiteY5" fmla="*/ 0 h 2185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316" h="2185951">
                <a:moveTo>
                  <a:pt x="154317" y="52"/>
                </a:moveTo>
                <a:lnTo>
                  <a:pt x="154317" y="52"/>
                </a:lnTo>
                <a:lnTo>
                  <a:pt x="154317" y="2185952"/>
                </a:lnTo>
                <a:lnTo>
                  <a:pt x="0" y="2185952"/>
                </a:lnTo>
                <a:lnTo>
                  <a:pt x="0" y="154317"/>
                </a:lnTo>
                <a:cubicBezTo>
                  <a:pt x="0" y="69177"/>
                  <a:pt x="69124" y="0"/>
                  <a:pt x="154317" y="0"/>
                </a:cubicBezTo>
                <a:close/>
              </a:path>
            </a:pathLst>
          </a:custGeom>
          <a:solidFill>
            <a:schemeClr val="dk2">
              <a:lumMod val="100000"/>
            </a:schemeClr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6" name="任意多边形: 形状 75"/>
          <p:cNvSpPr/>
          <p:nvPr userDrawn="1">
            <p:custDataLst>
              <p:tags r:id="rId53"/>
            </p:custDataLst>
          </p:nvPr>
        </p:nvSpPr>
        <p:spPr>
          <a:xfrm rot="9990001">
            <a:off x="8559920" y="3056987"/>
            <a:ext cx="74219" cy="1071879"/>
          </a:xfrm>
          <a:custGeom>
            <a:avLst/>
            <a:gdLst>
              <a:gd name="connsiteX0" fmla="*/ 0 w 154316"/>
              <a:gd name="connsiteY0" fmla="*/ 0 h 2185899"/>
              <a:gd name="connsiteX1" fmla="*/ 0 w 154316"/>
              <a:gd name="connsiteY1" fmla="*/ 0 h 2185899"/>
              <a:gd name="connsiteX2" fmla="*/ 154317 w 154316"/>
              <a:gd name="connsiteY2" fmla="*/ 154317 h 2185899"/>
              <a:gd name="connsiteX3" fmla="*/ 154317 w 154316"/>
              <a:gd name="connsiteY3" fmla="*/ 2185900 h 2185899"/>
              <a:gd name="connsiteX4" fmla="*/ 0 w 154316"/>
              <a:gd name="connsiteY4" fmla="*/ 2185900 h 2185899"/>
              <a:gd name="connsiteX5" fmla="*/ 0 w 154316"/>
              <a:gd name="connsiteY5" fmla="*/ 0 h 2185899"/>
              <a:gd name="connsiteX6" fmla="*/ 0 w 154316"/>
              <a:gd name="connsiteY6" fmla="*/ 0 h 218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4316" h="2185899">
                <a:moveTo>
                  <a:pt x="0" y="0"/>
                </a:moveTo>
                <a:lnTo>
                  <a:pt x="0" y="0"/>
                </a:lnTo>
                <a:cubicBezTo>
                  <a:pt x="85141" y="0"/>
                  <a:pt x="154317" y="69125"/>
                  <a:pt x="154317" y="154317"/>
                </a:cubicBezTo>
                <a:lnTo>
                  <a:pt x="154317" y="2185900"/>
                </a:lnTo>
                <a:lnTo>
                  <a:pt x="0" y="218590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dk2">
              <a:lumMod val="100000"/>
            </a:schemeClr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7" name="任意多边形: 形状 76"/>
          <p:cNvSpPr/>
          <p:nvPr userDrawn="1">
            <p:custDataLst>
              <p:tags r:id="rId54"/>
            </p:custDataLst>
          </p:nvPr>
        </p:nvSpPr>
        <p:spPr>
          <a:xfrm>
            <a:off x="9087745" y="4107378"/>
            <a:ext cx="651704" cy="219428"/>
          </a:xfrm>
          <a:custGeom>
            <a:avLst/>
            <a:gdLst>
              <a:gd name="connsiteX0" fmla="*/ 1080719 w 1355026"/>
              <a:gd name="connsiteY0" fmla="*/ 447484 h 447483"/>
              <a:gd name="connsiteX1" fmla="*/ 773650 w 1355026"/>
              <a:gd name="connsiteY1" fmla="*/ 313147 h 447483"/>
              <a:gd name="connsiteX2" fmla="*/ 356242 w 1355026"/>
              <a:gd name="connsiteY2" fmla="*/ 310330 h 447483"/>
              <a:gd name="connsiteX3" fmla="*/ 653765 w 1355026"/>
              <a:gd name="connsiteY3" fmla="*/ 229780 h 447483"/>
              <a:gd name="connsiteX4" fmla="*/ 146104 w 1355026"/>
              <a:gd name="connsiteY4" fmla="*/ 208130 h 447483"/>
              <a:gd name="connsiteX5" fmla="*/ 525324 w 1355026"/>
              <a:gd name="connsiteY5" fmla="*/ 121112 h 447483"/>
              <a:gd name="connsiteX6" fmla="*/ 4098 w 1355026"/>
              <a:gd name="connsiteY6" fmla="*/ 122937 h 447483"/>
              <a:gd name="connsiteX7" fmla="*/ 608951 w 1355026"/>
              <a:gd name="connsiteY7" fmla="*/ 809 h 447483"/>
              <a:gd name="connsiteX8" fmla="*/ 1120055 w 1355026"/>
              <a:gd name="connsiteY8" fmla="*/ 88819 h 447483"/>
              <a:gd name="connsiteX9" fmla="*/ 1355026 w 1355026"/>
              <a:gd name="connsiteY9" fmla="*/ 219868 h 447483"/>
              <a:gd name="connsiteX10" fmla="*/ 1080667 w 1355026"/>
              <a:gd name="connsiteY10" fmla="*/ 447484 h 447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55026" h="447483">
                <a:moveTo>
                  <a:pt x="1080719" y="447484"/>
                </a:moveTo>
                <a:cubicBezTo>
                  <a:pt x="1080719" y="447484"/>
                  <a:pt x="892179" y="372412"/>
                  <a:pt x="773650" y="313147"/>
                </a:cubicBezTo>
                <a:cubicBezTo>
                  <a:pt x="773650" y="313147"/>
                  <a:pt x="366102" y="349822"/>
                  <a:pt x="356242" y="310330"/>
                </a:cubicBezTo>
                <a:cubicBezTo>
                  <a:pt x="346382" y="270838"/>
                  <a:pt x="653765" y="229780"/>
                  <a:pt x="653765" y="229780"/>
                </a:cubicBezTo>
                <a:cubicBezTo>
                  <a:pt x="653765" y="229780"/>
                  <a:pt x="165876" y="257482"/>
                  <a:pt x="146104" y="208130"/>
                </a:cubicBezTo>
                <a:cubicBezTo>
                  <a:pt x="126332" y="158726"/>
                  <a:pt x="525324" y="121112"/>
                  <a:pt x="525324" y="121112"/>
                </a:cubicBezTo>
                <a:cubicBezTo>
                  <a:pt x="525324" y="121112"/>
                  <a:pt x="43643" y="172290"/>
                  <a:pt x="4098" y="122937"/>
                </a:cubicBezTo>
                <a:cubicBezTo>
                  <a:pt x="-35394" y="73533"/>
                  <a:pt x="213819" y="-9051"/>
                  <a:pt x="608951" y="809"/>
                </a:cubicBezTo>
                <a:cubicBezTo>
                  <a:pt x="1004083" y="10669"/>
                  <a:pt x="1120055" y="88819"/>
                  <a:pt x="1120055" y="88819"/>
                </a:cubicBezTo>
                <a:lnTo>
                  <a:pt x="1355026" y="219868"/>
                </a:lnTo>
                <a:lnTo>
                  <a:pt x="1080667" y="447484"/>
                </a:lnTo>
                <a:close/>
              </a:path>
            </a:pathLst>
          </a:custGeom>
          <a:solidFill>
            <a:srgbClr val="F9C3B5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8" name="任意多边形: 形状 77"/>
          <p:cNvSpPr/>
          <p:nvPr userDrawn="1">
            <p:custDataLst>
              <p:tags r:id="rId55"/>
            </p:custDataLst>
          </p:nvPr>
        </p:nvSpPr>
        <p:spPr>
          <a:xfrm>
            <a:off x="5794106" y="5123285"/>
            <a:ext cx="746935" cy="804280"/>
          </a:xfrm>
          <a:custGeom>
            <a:avLst/>
            <a:gdLst>
              <a:gd name="connsiteX0" fmla="*/ 0 w 1553032"/>
              <a:gd name="connsiteY0" fmla="*/ 65967 h 1640179"/>
              <a:gd name="connsiteX1" fmla="*/ 1118200 w 1553032"/>
              <a:gd name="connsiteY1" fmla="*/ 1640179 h 1640179"/>
              <a:gd name="connsiteX2" fmla="*/ 1553032 w 1553032"/>
              <a:gd name="connsiteY2" fmla="*/ 1345318 h 1640179"/>
              <a:gd name="connsiteX3" fmla="*/ 1401793 w 1553032"/>
              <a:gd name="connsiteY3" fmla="*/ 1291479 h 1640179"/>
              <a:gd name="connsiteX4" fmla="*/ 1195411 w 1553032"/>
              <a:gd name="connsiteY4" fmla="*/ 819398 h 1640179"/>
              <a:gd name="connsiteX5" fmla="*/ 1203654 w 1553032"/>
              <a:gd name="connsiteY5" fmla="*/ 661794 h 1640179"/>
              <a:gd name="connsiteX6" fmla="*/ 1051058 w 1553032"/>
              <a:gd name="connsiteY6" fmla="*/ 571541 h 1640179"/>
              <a:gd name="connsiteX7" fmla="*/ 982559 w 1553032"/>
              <a:gd name="connsiteY7" fmla="*/ 531109 h 1640179"/>
              <a:gd name="connsiteX8" fmla="*/ 930286 w 1553032"/>
              <a:gd name="connsiteY8" fmla="*/ 500381 h 1640179"/>
              <a:gd name="connsiteX9" fmla="*/ 861735 w 1553032"/>
              <a:gd name="connsiteY9" fmla="*/ 460159 h 1640179"/>
              <a:gd name="connsiteX10" fmla="*/ 793289 w 1553032"/>
              <a:gd name="connsiteY10" fmla="*/ 420093 h 1640179"/>
              <a:gd name="connsiteX11" fmla="*/ 724842 w 1553032"/>
              <a:gd name="connsiteY11" fmla="*/ 380235 h 1640179"/>
              <a:gd name="connsiteX12" fmla="*/ 234658 w 1553032"/>
              <a:gd name="connsiteY12" fmla="*/ 9832 h 1640179"/>
              <a:gd name="connsiteX13" fmla="*/ 0 w 1553032"/>
              <a:gd name="connsiteY13" fmla="*/ 66019 h 1640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53032" h="1640179">
                <a:moveTo>
                  <a:pt x="0" y="65967"/>
                </a:moveTo>
                <a:lnTo>
                  <a:pt x="1118200" y="1640179"/>
                </a:lnTo>
                <a:cubicBezTo>
                  <a:pt x="1296933" y="1538397"/>
                  <a:pt x="1553032" y="1345318"/>
                  <a:pt x="1553032" y="1345318"/>
                </a:cubicBezTo>
                <a:cubicBezTo>
                  <a:pt x="1490220" y="1252195"/>
                  <a:pt x="1459858" y="1332328"/>
                  <a:pt x="1401793" y="1291479"/>
                </a:cubicBezTo>
                <a:cubicBezTo>
                  <a:pt x="1343728" y="1250839"/>
                  <a:pt x="1141468" y="961038"/>
                  <a:pt x="1195411" y="819398"/>
                </a:cubicBezTo>
                <a:cubicBezTo>
                  <a:pt x="1249354" y="677758"/>
                  <a:pt x="1203654" y="661794"/>
                  <a:pt x="1203654" y="661794"/>
                </a:cubicBezTo>
                <a:cubicBezTo>
                  <a:pt x="1203654" y="661794"/>
                  <a:pt x="1141624" y="625119"/>
                  <a:pt x="1051058" y="571541"/>
                </a:cubicBezTo>
                <a:cubicBezTo>
                  <a:pt x="1029668" y="558916"/>
                  <a:pt x="1006714" y="545456"/>
                  <a:pt x="982559" y="531109"/>
                </a:cubicBezTo>
                <a:cubicBezTo>
                  <a:pt x="965500" y="521249"/>
                  <a:pt x="948180" y="510972"/>
                  <a:pt x="930286" y="500381"/>
                </a:cubicBezTo>
                <a:cubicBezTo>
                  <a:pt x="907853" y="487339"/>
                  <a:pt x="885055" y="473775"/>
                  <a:pt x="861735" y="460159"/>
                </a:cubicBezTo>
                <a:cubicBezTo>
                  <a:pt x="839093" y="446856"/>
                  <a:pt x="816400" y="433448"/>
                  <a:pt x="793289" y="420093"/>
                </a:cubicBezTo>
                <a:cubicBezTo>
                  <a:pt x="770438" y="406738"/>
                  <a:pt x="747693" y="393330"/>
                  <a:pt x="724842" y="380235"/>
                </a:cubicBezTo>
                <a:cubicBezTo>
                  <a:pt x="552996" y="279809"/>
                  <a:pt x="273316" y="27413"/>
                  <a:pt x="234658" y="9832"/>
                </a:cubicBezTo>
                <a:cubicBezTo>
                  <a:pt x="156195" y="-26060"/>
                  <a:pt x="31249" y="46403"/>
                  <a:pt x="0" y="66019"/>
                </a:cubicBezTo>
                <a:close/>
              </a:path>
            </a:pathLst>
          </a:custGeom>
          <a:solidFill>
            <a:schemeClr val="accent3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9" name="任意多边形: 形状 78"/>
          <p:cNvSpPr/>
          <p:nvPr userDrawn="1">
            <p:custDataLst>
              <p:tags r:id="rId56"/>
            </p:custDataLst>
          </p:nvPr>
        </p:nvSpPr>
        <p:spPr>
          <a:xfrm>
            <a:off x="5749469" y="5155633"/>
            <a:ext cx="582438" cy="798870"/>
          </a:xfrm>
          <a:custGeom>
            <a:avLst/>
            <a:gdLst>
              <a:gd name="connsiteX0" fmla="*/ 0 w 1211009"/>
              <a:gd name="connsiteY0" fmla="*/ 63073 h 1629147"/>
              <a:gd name="connsiteX1" fmla="*/ 1096602 w 1211009"/>
              <a:gd name="connsiteY1" fmla="*/ 1629147 h 1629147"/>
              <a:gd name="connsiteX2" fmla="*/ 1211009 w 1211009"/>
              <a:gd name="connsiteY2" fmla="*/ 1574213 h 1629147"/>
              <a:gd name="connsiteX3" fmla="*/ 92809 w 1211009"/>
              <a:gd name="connsiteY3" fmla="*/ 0 h 1629147"/>
              <a:gd name="connsiteX4" fmla="*/ 85349 w 1211009"/>
              <a:gd name="connsiteY4" fmla="*/ 4643 h 1629147"/>
              <a:gd name="connsiteX5" fmla="*/ 0 w 1211009"/>
              <a:gd name="connsiteY5" fmla="*/ 63125 h 1629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1009" h="1629147">
                <a:moveTo>
                  <a:pt x="0" y="63073"/>
                </a:moveTo>
                <a:lnTo>
                  <a:pt x="1096602" y="1629147"/>
                </a:lnTo>
                <a:cubicBezTo>
                  <a:pt x="1126391" y="1619548"/>
                  <a:pt x="1166300" y="1599724"/>
                  <a:pt x="1211009" y="1574213"/>
                </a:cubicBezTo>
                <a:lnTo>
                  <a:pt x="92809" y="0"/>
                </a:lnTo>
                <a:cubicBezTo>
                  <a:pt x="87906" y="2817"/>
                  <a:pt x="85349" y="4643"/>
                  <a:pt x="85349" y="4643"/>
                </a:cubicBezTo>
                <a:lnTo>
                  <a:pt x="0" y="63125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0" name="任意多边形: 形状 79"/>
          <p:cNvSpPr/>
          <p:nvPr userDrawn="1">
            <p:custDataLst>
              <p:tags r:id="rId57"/>
            </p:custDataLst>
          </p:nvPr>
        </p:nvSpPr>
        <p:spPr>
          <a:xfrm>
            <a:off x="6877010" y="5688985"/>
            <a:ext cx="963091" cy="306448"/>
          </a:xfrm>
          <a:custGeom>
            <a:avLst/>
            <a:gdLst>
              <a:gd name="connsiteX0" fmla="*/ 0 w 2002462"/>
              <a:gd name="connsiteY0" fmla="*/ 605642 h 624944"/>
              <a:gd name="connsiteX1" fmla="*/ 1998090 w 2002462"/>
              <a:gd name="connsiteY1" fmla="*/ 624944 h 624944"/>
              <a:gd name="connsiteX2" fmla="*/ 1989795 w 2002462"/>
              <a:gd name="connsiteY2" fmla="*/ 117284 h 624944"/>
              <a:gd name="connsiteX3" fmla="*/ 1857285 w 2002462"/>
              <a:gd name="connsiteY3" fmla="*/ 205033 h 624944"/>
              <a:gd name="connsiteX4" fmla="*/ 1331364 w 2002462"/>
              <a:gd name="connsiteY4" fmla="*/ 98399 h 624944"/>
              <a:gd name="connsiteX5" fmla="*/ 1199584 w 2002462"/>
              <a:gd name="connsiteY5" fmla="*/ 2459 h 624944"/>
              <a:gd name="connsiteX6" fmla="*/ 1034781 w 2002462"/>
              <a:gd name="connsiteY6" fmla="*/ 70540 h 624944"/>
              <a:gd name="connsiteX7" fmla="*/ 960857 w 2002462"/>
              <a:gd name="connsiteY7" fmla="*/ 101163 h 624944"/>
              <a:gd name="connsiteX8" fmla="*/ 904514 w 2002462"/>
              <a:gd name="connsiteY8" fmla="*/ 124639 h 624944"/>
              <a:gd name="connsiteX9" fmla="*/ 830746 w 2002462"/>
              <a:gd name="connsiteY9" fmla="*/ 155419 h 624944"/>
              <a:gd name="connsiteX10" fmla="*/ 757187 w 2002462"/>
              <a:gd name="connsiteY10" fmla="*/ 186200 h 624944"/>
              <a:gd name="connsiteX11" fmla="*/ 683785 w 2002462"/>
              <a:gd name="connsiteY11" fmla="*/ 217136 h 624944"/>
              <a:gd name="connsiteX12" fmla="*/ 84671 w 2002462"/>
              <a:gd name="connsiteY12" fmla="*/ 390234 h 624944"/>
              <a:gd name="connsiteX13" fmla="*/ 52 w 2002462"/>
              <a:gd name="connsiteY13" fmla="*/ 605694 h 624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02462" h="624944">
                <a:moveTo>
                  <a:pt x="0" y="605642"/>
                </a:moveTo>
                <a:lnTo>
                  <a:pt x="1998090" y="624944"/>
                </a:lnTo>
                <a:cubicBezTo>
                  <a:pt x="2011498" y="427327"/>
                  <a:pt x="1989795" y="117284"/>
                  <a:pt x="1989795" y="117284"/>
                </a:cubicBezTo>
                <a:cubicBezTo>
                  <a:pt x="1873509" y="113527"/>
                  <a:pt x="1925574" y="182808"/>
                  <a:pt x="1857285" y="205033"/>
                </a:cubicBezTo>
                <a:cubicBezTo>
                  <a:pt x="1789151" y="227414"/>
                  <a:pt x="1423339" y="221049"/>
                  <a:pt x="1331364" y="98399"/>
                </a:cubicBezTo>
                <a:cubicBezTo>
                  <a:pt x="1239390" y="-24252"/>
                  <a:pt x="1199584" y="2459"/>
                  <a:pt x="1199584" y="2459"/>
                </a:cubicBezTo>
                <a:cubicBezTo>
                  <a:pt x="1199584" y="2459"/>
                  <a:pt x="1132599" y="30161"/>
                  <a:pt x="1034781" y="70540"/>
                </a:cubicBezTo>
                <a:cubicBezTo>
                  <a:pt x="1011722" y="80087"/>
                  <a:pt x="986994" y="90416"/>
                  <a:pt x="960857" y="101163"/>
                </a:cubicBezTo>
                <a:cubicBezTo>
                  <a:pt x="942650" y="108885"/>
                  <a:pt x="923921" y="116658"/>
                  <a:pt x="904514" y="124639"/>
                </a:cubicBezTo>
                <a:cubicBezTo>
                  <a:pt x="880464" y="134761"/>
                  <a:pt x="855788" y="144933"/>
                  <a:pt x="830746" y="155419"/>
                </a:cubicBezTo>
                <a:cubicBezTo>
                  <a:pt x="806383" y="165541"/>
                  <a:pt x="781864" y="175713"/>
                  <a:pt x="757187" y="186200"/>
                </a:cubicBezTo>
                <a:cubicBezTo>
                  <a:pt x="732668" y="196529"/>
                  <a:pt x="708148" y="206650"/>
                  <a:pt x="683785" y="217136"/>
                </a:cubicBezTo>
                <a:cubicBezTo>
                  <a:pt x="499209" y="294503"/>
                  <a:pt x="121816" y="369992"/>
                  <a:pt x="84671" y="390234"/>
                </a:cubicBezTo>
                <a:cubicBezTo>
                  <a:pt x="9025" y="431187"/>
                  <a:pt x="783" y="570114"/>
                  <a:pt x="52" y="605694"/>
                </a:cubicBezTo>
                <a:close/>
              </a:path>
            </a:pathLst>
          </a:custGeom>
          <a:solidFill>
            <a:schemeClr val="accent3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1" name="任意多边形: 形状 80"/>
          <p:cNvSpPr/>
          <p:nvPr userDrawn="1">
            <p:custDataLst>
              <p:tags r:id="rId58"/>
            </p:custDataLst>
          </p:nvPr>
        </p:nvSpPr>
        <p:spPr>
          <a:xfrm>
            <a:off x="7205879" y="5723549"/>
            <a:ext cx="248954" cy="191353"/>
          </a:xfrm>
          <a:custGeom>
            <a:avLst/>
            <a:gdLst>
              <a:gd name="connsiteX0" fmla="*/ 0 w 240553"/>
              <a:gd name="connsiteY0" fmla="*/ 30623 h 282445"/>
              <a:gd name="connsiteX1" fmla="*/ 178889 w 240553"/>
              <a:gd name="connsiteY1" fmla="*/ 282445 h 282445"/>
              <a:gd name="connsiteX2" fmla="*/ 240553 w 240553"/>
              <a:gd name="connsiteY2" fmla="*/ 240554 h 282445"/>
              <a:gd name="connsiteX3" fmla="*/ 73924 w 240553"/>
              <a:gd name="connsiteY3" fmla="*/ 0 h 282445"/>
              <a:gd name="connsiteX4" fmla="*/ 0 w 240553"/>
              <a:gd name="connsiteY4" fmla="*/ 30623 h 28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2" h="301">
                <a:moveTo>
                  <a:pt x="210" y="24"/>
                </a:moveTo>
                <a:lnTo>
                  <a:pt x="345" y="218"/>
                </a:lnTo>
                <a:lnTo>
                  <a:pt x="392" y="186"/>
                </a:lnTo>
                <a:lnTo>
                  <a:pt x="266" y="0"/>
                </a:lnTo>
                <a:cubicBezTo>
                  <a:pt x="248" y="7"/>
                  <a:pt x="230" y="15"/>
                  <a:pt x="210" y="24"/>
                </a:cubicBezTo>
                <a:close/>
                <a:moveTo>
                  <a:pt x="111" y="66"/>
                </a:moveTo>
                <a:lnTo>
                  <a:pt x="248" y="261"/>
                </a:lnTo>
                <a:lnTo>
                  <a:pt x="294" y="229"/>
                </a:lnTo>
                <a:lnTo>
                  <a:pt x="167" y="42"/>
                </a:lnTo>
                <a:cubicBezTo>
                  <a:pt x="149" y="50"/>
                  <a:pt x="130" y="57"/>
                  <a:pt x="111" y="66"/>
                </a:cubicBezTo>
                <a:lnTo>
                  <a:pt x="111" y="66"/>
                </a:lnTo>
                <a:close/>
                <a:moveTo>
                  <a:pt x="0" y="113"/>
                </a:moveTo>
                <a:lnTo>
                  <a:pt x="131" y="301"/>
                </a:lnTo>
                <a:lnTo>
                  <a:pt x="178" y="269"/>
                </a:lnTo>
                <a:lnTo>
                  <a:pt x="56" y="89"/>
                </a:lnTo>
                <a:cubicBezTo>
                  <a:pt x="37" y="97"/>
                  <a:pt x="18" y="105"/>
                  <a:pt x="0" y="113"/>
                </a:cubicBezTo>
                <a:close/>
              </a:path>
            </a:pathLst>
          </a:custGeom>
          <a:solidFill>
            <a:schemeClr val="lt1">
              <a:lumMod val="100000"/>
            </a:schemeClr>
          </a:solidFill>
          <a:ln w="521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800"/>
          </a:p>
        </p:txBody>
      </p:sp>
      <p:sp>
        <p:nvSpPr>
          <p:cNvPr id="84" name="任意多边形: 形状 83"/>
          <p:cNvSpPr/>
          <p:nvPr userDrawn="1">
            <p:custDataLst>
              <p:tags r:id="rId59"/>
            </p:custDataLst>
          </p:nvPr>
        </p:nvSpPr>
        <p:spPr>
          <a:xfrm rot="14051401">
            <a:off x="10250607" y="3984181"/>
            <a:ext cx="255076" cy="335392"/>
          </a:xfrm>
          <a:custGeom>
            <a:avLst/>
            <a:gdLst>
              <a:gd name="connsiteX0" fmla="*/ 474377 w 520181"/>
              <a:gd name="connsiteY0" fmla="*/ 0 h 697349"/>
              <a:gd name="connsiteX1" fmla="*/ 520181 w 520181"/>
              <a:gd name="connsiteY1" fmla="*/ 45805 h 697349"/>
              <a:gd name="connsiteX2" fmla="*/ 520181 w 520181"/>
              <a:gd name="connsiteY2" fmla="*/ 651544 h 697349"/>
              <a:gd name="connsiteX3" fmla="*/ 474377 w 520181"/>
              <a:gd name="connsiteY3" fmla="*/ 697349 h 697349"/>
              <a:gd name="connsiteX4" fmla="*/ 45804 w 520181"/>
              <a:gd name="connsiteY4" fmla="*/ 697349 h 697349"/>
              <a:gd name="connsiteX5" fmla="*/ -1 w 520181"/>
              <a:gd name="connsiteY5" fmla="*/ 651544 h 697349"/>
              <a:gd name="connsiteX6" fmla="*/ -1 w 520181"/>
              <a:gd name="connsiteY6" fmla="*/ 45805 h 697349"/>
              <a:gd name="connsiteX7" fmla="*/ 45804 w 520181"/>
              <a:gd name="connsiteY7" fmla="*/ 0 h 697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0181" h="697349">
                <a:moveTo>
                  <a:pt x="474377" y="0"/>
                </a:moveTo>
                <a:cubicBezTo>
                  <a:pt x="499674" y="0"/>
                  <a:pt x="520181" y="20508"/>
                  <a:pt x="520181" y="45805"/>
                </a:cubicBezTo>
                <a:lnTo>
                  <a:pt x="520181" y="651544"/>
                </a:lnTo>
                <a:cubicBezTo>
                  <a:pt x="520181" y="676842"/>
                  <a:pt x="499674" y="697349"/>
                  <a:pt x="474377" y="697349"/>
                </a:cubicBezTo>
                <a:lnTo>
                  <a:pt x="45804" y="697349"/>
                </a:lnTo>
                <a:cubicBezTo>
                  <a:pt x="20507" y="697349"/>
                  <a:pt x="-1" y="676842"/>
                  <a:pt x="-1" y="651544"/>
                </a:cubicBezTo>
                <a:lnTo>
                  <a:pt x="-1" y="45805"/>
                </a:lnTo>
                <a:cubicBezTo>
                  <a:pt x="-1" y="20508"/>
                  <a:pt x="20507" y="0"/>
                  <a:pt x="45804" y="0"/>
                </a:cubicBezTo>
                <a:close/>
              </a:path>
            </a:pathLst>
          </a:custGeom>
          <a:solidFill>
            <a:schemeClr val="accent2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5" name="任意多边形: 形状 84"/>
          <p:cNvSpPr/>
          <p:nvPr userDrawn="1">
            <p:custDataLst>
              <p:tags r:id="rId60"/>
            </p:custDataLst>
          </p:nvPr>
        </p:nvSpPr>
        <p:spPr>
          <a:xfrm rot="8651401">
            <a:off x="10235638" y="4060702"/>
            <a:ext cx="276804" cy="189587"/>
          </a:xfrm>
          <a:custGeom>
            <a:avLst/>
            <a:gdLst>
              <a:gd name="connsiteX0" fmla="*/ 0 w 575533"/>
              <a:gd name="connsiteY0" fmla="*/ 0 h 386627"/>
              <a:gd name="connsiteX1" fmla="*/ 575533 w 575533"/>
              <a:gd name="connsiteY1" fmla="*/ 0 h 386627"/>
              <a:gd name="connsiteX2" fmla="*/ 575533 w 575533"/>
              <a:gd name="connsiteY2" fmla="*/ 386628 h 386627"/>
              <a:gd name="connsiteX3" fmla="*/ 0 w 575533"/>
              <a:gd name="connsiteY3" fmla="*/ 386628 h 386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533" h="386627">
                <a:moveTo>
                  <a:pt x="0" y="0"/>
                </a:moveTo>
                <a:lnTo>
                  <a:pt x="575533" y="0"/>
                </a:lnTo>
                <a:lnTo>
                  <a:pt x="575533" y="386628"/>
                </a:lnTo>
                <a:lnTo>
                  <a:pt x="0" y="386628"/>
                </a:lnTo>
                <a:close/>
              </a:path>
            </a:pathLst>
          </a:custGeom>
          <a:solidFill>
            <a:srgbClr val="FFFFFF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6" name="任意多边形: 形状 85"/>
          <p:cNvSpPr/>
          <p:nvPr userDrawn="1">
            <p:custDataLst>
              <p:tags r:id="rId61"/>
            </p:custDataLst>
          </p:nvPr>
        </p:nvSpPr>
        <p:spPr>
          <a:xfrm rot="14051401">
            <a:off x="10355714" y="4075076"/>
            <a:ext cx="93552" cy="118053"/>
          </a:xfrm>
          <a:custGeom>
            <a:avLst/>
            <a:gdLst>
              <a:gd name="connsiteX0" fmla="*/ 0 w 190783"/>
              <a:gd name="connsiteY0" fmla="*/ 0 h 245457"/>
              <a:gd name="connsiteX1" fmla="*/ 190783 w 190783"/>
              <a:gd name="connsiteY1" fmla="*/ 0 h 245457"/>
              <a:gd name="connsiteX2" fmla="*/ 190783 w 190783"/>
              <a:gd name="connsiteY2" fmla="*/ 245457 h 245457"/>
              <a:gd name="connsiteX3" fmla="*/ 0 w 190783"/>
              <a:gd name="connsiteY3" fmla="*/ 245457 h 24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83" h="245457">
                <a:moveTo>
                  <a:pt x="0" y="0"/>
                </a:moveTo>
                <a:lnTo>
                  <a:pt x="190783" y="0"/>
                </a:lnTo>
                <a:lnTo>
                  <a:pt x="190783" y="245457"/>
                </a:lnTo>
                <a:lnTo>
                  <a:pt x="0" y="245457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7" name="任意多边形: 形状 86"/>
          <p:cNvSpPr/>
          <p:nvPr userDrawn="1">
            <p:custDataLst>
              <p:tags r:id="rId62"/>
            </p:custDataLst>
          </p:nvPr>
        </p:nvSpPr>
        <p:spPr>
          <a:xfrm rot="14051401">
            <a:off x="10262330" y="4170028"/>
            <a:ext cx="94780" cy="6473"/>
          </a:xfrm>
          <a:custGeom>
            <a:avLst/>
            <a:gdLst>
              <a:gd name="connsiteX0" fmla="*/ 0 w 193287"/>
              <a:gd name="connsiteY0" fmla="*/ 0 h 13459"/>
              <a:gd name="connsiteX1" fmla="*/ 193288 w 193287"/>
              <a:gd name="connsiteY1" fmla="*/ 0 h 13459"/>
              <a:gd name="connsiteX2" fmla="*/ 193288 w 193287"/>
              <a:gd name="connsiteY2" fmla="*/ 13460 h 13459"/>
              <a:gd name="connsiteX3" fmla="*/ 0 w 193287"/>
              <a:gd name="connsiteY3" fmla="*/ 13460 h 13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287" h="13459">
                <a:moveTo>
                  <a:pt x="0" y="0"/>
                </a:moveTo>
                <a:lnTo>
                  <a:pt x="193288" y="0"/>
                </a:lnTo>
                <a:lnTo>
                  <a:pt x="193288" y="13460"/>
                </a:lnTo>
                <a:lnTo>
                  <a:pt x="0" y="1346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8" name="任意多边形: 形状 87"/>
          <p:cNvSpPr/>
          <p:nvPr userDrawn="1">
            <p:custDataLst>
              <p:tags r:id="rId63"/>
            </p:custDataLst>
          </p:nvPr>
        </p:nvSpPr>
        <p:spPr>
          <a:xfrm rot="14051401">
            <a:off x="10242843" y="4183431"/>
            <a:ext cx="94780" cy="6473"/>
          </a:xfrm>
          <a:custGeom>
            <a:avLst/>
            <a:gdLst>
              <a:gd name="connsiteX0" fmla="*/ 0 w 193287"/>
              <a:gd name="connsiteY0" fmla="*/ 0 h 13459"/>
              <a:gd name="connsiteX1" fmla="*/ 193288 w 193287"/>
              <a:gd name="connsiteY1" fmla="*/ 0 h 13459"/>
              <a:gd name="connsiteX2" fmla="*/ 193288 w 193287"/>
              <a:gd name="connsiteY2" fmla="*/ 13460 h 13459"/>
              <a:gd name="connsiteX3" fmla="*/ 0 w 193287"/>
              <a:gd name="connsiteY3" fmla="*/ 13460 h 13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287" h="13459">
                <a:moveTo>
                  <a:pt x="0" y="0"/>
                </a:moveTo>
                <a:lnTo>
                  <a:pt x="193288" y="0"/>
                </a:lnTo>
                <a:lnTo>
                  <a:pt x="193288" y="13460"/>
                </a:lnTo>
                <a:lnTo>
                  <a:pt x="0" y="1346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9" name="任意多边形: 形状 88"/>
          <p:cNvSpPr/>
          <p:nvPr userDrawn="1">
            <p:custDataLst>
              <p:tags r:id="rId64"/>
            </p:custDataLst>
          </p:nvPr>
        </p:nvSpPr>
        <p:spPr>
          <a:xfrm rot="14051401">
            <a:off x="10463086" y="4056826"/>
            <a:ext cx="71885" cy="12345"/>
          </a:xfrm>
          <a:custGeom>
            <a:avLst/>
            <a:gdLst>
              <a:gd name="connsiteX0" fmla="*/ 133763 w 146596"/>
              <a:gd name="connsiteY0" fmla="*/ 0 h 25667"/>
              <a:gd name="connsiteX1" fmla="*/ 146596 w 146596"/>
              <a:gd name="connsiteY1" fmla="*/ 12834 h 25667"/>
              <a:gd name="connsiteX2" fmla="*/ 146596 w 146596"/>
              <a:gd name="connsiteY2" fmla="*/ 12834 h 25667"/>
              <a:gd name="connsiteX3" fmla="*/ 133763 w 146596"/>
              <a:gd name="connsiteY3" fmla="*/ 25668 h 25667"/>
              <a:gd name="connsiteX4" fmla="*/ 12833 w 146596"/>
              <a:gd name="connsiteY4" fmla="*/ 25668 h 25667"/>
              <a:gd name="connsiteX5" fmla="*/ 0 w 146596"/>
              <a:gd name="connsiteY5" fmla="*/ 12834 h 25667"/>
              <a:gd name="connsiteX6" fmla="*/ 0 w 146596"/>
              <a:gd name="connsiteY6" fmla="*/ 12834 h 25667"/>
              <a:gd name="connsiteX7" fmla="*/ 12833 w 146596"/>
              <a:gd name="connsiteY7" fmla="*/ 0 h 2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6596" h="25667">
                <a:moveTo>
                  <a:pt x="133763" y="0"/>
                </a:moveTo>
                <a:cubicBezTo>
                  <a:pt x="140850" y="0"/>
                  <a:pt x="146596" y="5746"/>
                  <a:pt x="146596" y="12834"/>
                </a:cubicBezTo>
                <a:lnTo>
                  <a:pt x="146596" y="12834"/>
                </a:lnTo>
                <a:cubicBezTo>
                  <a:pt x="146596" y="19922"/>
                  <a:pt x="140850" y="25668"/>
                  <a:pt x="133763" y="25668"/>
                </a:cubicBezTo>
                <a:lnTo>
                  <a:pt x="12833" y="25668"/>
                </a:lnTo>
                <a:cubicBezTo>
                  <a:pt x="5745" y="25668"/>
                  <a:pt x="0" y="19922"/>
                  <a:pt x="0" y="12834"/>
                </a:cubicBezTo>
                <a:lnTo>
                  <a:pt x="0" y="12834"/>
                </a:lnTo>
                <a:cubicBezTo>
                  <a:pt x="0" y="5746"/>
                  <a:pt x="5746" y="0"/>
                  <a:pt x="12833" y="0"/>
                </a:cubicBezTo>
                <a:close/>
              </a:path>
            </a:pathLst>
          </a:custGeom>
          <a:solidFill>
            <a:schemeClr val="bg1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90" name="任意多边形: 形状 89"/>
          <p:cNvSpPr/>
          <p:nvPr userDrawn="1">
            <p:custDataLst>
              <p:tags r:id="rId65"/>
            </p:custDataLst>
          </p:nvPr>
        </p:nvSpPr>
        <p:spPr>
          <a:xfrm>
            <a:off x="10494037" y="4029341"/>
            <a:ext cx="41952" cy="42773"/>
          </a:xfrm>
          <a:custGeom>
            <a:avLst/>
            <a:gdLst>
              <a:gd name="connsiteX0" fmla="*/ 87227 w 87227"/>
              <a:gd name="connsiteY0" fmla="*/ 43614 h 87227"/>
              <a:gd name="connsiteX1" fmla="*/ 43614 w 87227"/>
              <a:gd name="connsiteY1" fmla="*/ 87227 h 87227"/>
              <a:gd name="connsiteX2" fmla="*/ 0 w 87227"/>
              <a:gd name="connsiteY2" fmla="*/ 43614 h 87227"/>
              <a:gd name="connsiteX3" fmla="*/ 43614 w 87227"/>
              <a:gd name="connsiteY3" fmla="*/ 0 h 87227"/>
              <a:gd name="connsiteX4" fmla="*/ 87227 w 87227"/>
              <a:gd name="connsiteY4" fmla="*/ 43614 h 87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27" h="87227">
                <a:moveTo>
                  <a:pt x="87227" y="43614"/>
                </a:moveTo>
                <a:cubicBezTo>
                  <a:pt x="87227" y="67701"/>
                  <a:pt x="67701" y="87227"/>
                  <a:pt x="43614" y="87227"/>
                </a:cubicBezTo>
                <a:cubicBezTo>
                  <a:pt x="19527" y="87227"/>
                  <a:pt x="0" y="67700"/>
                  <a:pt x="0" y="43614"/>
                </a:cubicBezTo>
                <a:cubicBezTo>
                  <a:pt x="0" y="19526"/>
                  <a:pt x="19527" y="0"/>
                  <a:pt x="43614" y="0"/>
                </a:cubicBezTo>
                <a:cubicBezTo>
                  <a:pt x="67701" y="0"/>
                  <a:pt x="87227" y="19526"/>
                  <a:pt x="87227" y="436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91" name="任意多边形: 形状 90"/>
          <p:cNvSpPr/>
          <p:nvPr userDrawn="1">
            <p:custDataLst>
              <p:tags r:id="rId66"/>
            </p:custDataLst>
          </p:nvPr>
        </p:nvSpPr>
        <p:spPr>
          <a:xfrm rot="14051401">
            <a:off x="10480265" y="4016547"/>
            <a:ext cx="116576" cy="33446"/>
          </a:xfrm>
          <a:custGeom>
            <a:avLst/>
            <a:gdLst>
              <a:gd name="connsiteX0" fmla="*/ 202939 w 237736"/>
              <a:gd name="connsiteY0" fmla="*/ 0 h 69541"/>
              <a:gd name="connsiteX1" fmla="*/ 237736 w 237736"/>
              <a:gd name="connsiteY1" fmla="*/ 34797 h 69541"/>
              <a:gd name="connsiteX2" fmla="*/ 237736 w 237736"/>
              <a:gd name="connsiteY2" fmla="*/ 34745 h 69541"/>
              <a:gd name="connsiteX3" fmla="*/ 202939 w 237736"/>
              <a:gd name="connsiteY3" fmla="*/ 69542 h 69541"/>
              <a:gd name="connsiteX4" fmla="*/ 34797 w 237736"/>
              <a:gd name="connsiteY4" fmla="*/ 69542 h 69541"/>
              <a:gd name="connsiteX5" fmla="*/ -1 w 237736"/>
              <a:gd name="connsiteY5" fmla="*/ 34745 h 69541"/>
              <a:gd name="connsiteX6" fmla="*/ -1 w 237736"/>
              <a:gd name="connsiteY6" fmla="*/ 34797 h 69541"/>
              <a:gd name="connsiteX7" fmla="*/ 34797 w 237736"/>
              <a:gd name="connsiteY7" fmla="*/ 0 h 6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7736" h="69541">
                <a:moveTo>
                  <a:pt x="202939" y="0"/>
                </a:moveTo>
                <a:cubicBezTo>
                  <a:pt x="222156" y="0"/>
                  <a:pt x="237736" y="15579"/>
                  <a:pt x="237736" y="34797"/>
                </a:cubicBezTo>
                <a:lnTo>
                  <a:pt x="237736" y="34745"/>
                </a:lnTo>
                <a:cubicBezTo>
                  <a:pt x="237736" y="53963"/>
                  <a:pt x="222157" y="69542"/>
                  <a:pt x="202939" y="69542"/>
                </a:cubicBezTo>
                <a:lnTo>
                  <a:pt x="34797" y="69542"/>
                </a:lnTo>
                <a:cubicBezTo>
                  <a:pt x="15579" y="69542"/>
                  <a:pt x="-1" y="53963"/>
                  <a:pt x="-1" y="34745"/>
                </a:cubicBezTo>
                <a:lnTo>
                  <a:pt x="-1" y="34797"/>
                </a:lnTo>
                <a:cubicBezTo>
                  <a:pt x="-1" y="15579"/>
                  <a:pt x="15578" y="0"/>
                  <a:pt x="34797" y="0"/>
                </a:cubicBezTo>
                <a:close/>
              </a:path>
            </a:pathLst>
          </a:custGeom>
          <a:noFill/>
          <a:ln w="13147" cap="flat">
            <a:solidFill>
              <a:schemeClr val="accent2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92" name="任意多边形: 形状 91"/>
          <p:cNvSpPr/>
          <p:nvPr userDrawn="1">
            <p:custDataLst>
              <p:tags r:id="rId67"/>
            </p:custDataLst>
          </p:nvPr>
        </p:nvSpPr>
        <p:spPr>
          <a:xfrm>
            <a:off x="10516318" y="3468478"/>
            <a:ext cx="839451" cy="585728"/>
          </a:xfrm>
          <a:custGeom>
            <a:avLst/>
            <a:gdLst>
              <a:gd name="connsiteX0" fmla="*/ 21807 w 1745390"/>
              <a:gd name="connsiteY0" fmla="*/ 1194485 h 1194484"/>
              <a:gd name="connsiteX1" fmla="*/ 0 w 1745390"/>
              <a:gd name="connsiteY1" fmla="*/ 1173147 h 1194484"/>
              <a:gd name="connsiteX2" fmla="*/ 89419 w 1745390"/>
              <a:gd name="connsiteY2" fmla="*/ 1081851 h 1194484"/>
              <a:gd name="connsiteX3" fmla="*/ 91923 w 1745390"/>
              <a:gd name="connsiteY3" fmla="*/ 1080703 h 1194484"/>
              <a:gd name="connsiteX4" fmla="*/ 1687160 w 1745390"/>
              <a:gd name="connsiteY4" fmla="*/ 100752 h 1194484"/>
              <a:gd name="connsiteX5" fmla="*/ 1712358 w 1745390"/>
              <a:gd name="connsiteY5" fmla="*/ 50043 h 1194484"/>
              <a:gd name="connsiteX6" fmla="*/ 1569413 w 1745390"/>
              <a:gd name="connsiteY6" fmla="*/ 50043 h 1194484"/>
              <a:gd name="connsiteX7" fmla="*/ 1555119 w 1745390"/>
              <a:gd name="connsiteY7" fmla="*/ 55312 h 1194484"/>
              <a:gd name="connsiteX8" fmla="*/ 1544528 w 1745390"/>
              <a:gd name="connsiteY8" fmla="*/ 26671 h 1194484"/>
              <a:gd name="connsiteX9" fmla="*/ 1558824 w 1745390"/>
              <a:gd name="connsiteY9" fmla="*/ 21402 h 1194484"/>
              <a:gd name="connsiteX10" fmla="*/ 1739225 w 1745390"/>
              <a:gd name="connsiteY10" fmla="*/ 35592 h 1194484"/>
              <a:gd name="connsiteX11" fmla="*/ 1705054 w 1745390"/>
              <a:gd name="connsiteY11" fmla="*/ 125376 h 1194484"/>
              <a:gd name="connsiteX12" fmla="*/ 107313 w 1745390"/>
              <a:gd name="connsiteY12" fmla="*/ 1107101 h 1194484"/>
              <a:gd name="connsiteX13" fmla="*/ 21755 w 1745390"/>
              <a:gd name="connsiteY13" fmla="*/ 1194432 h 119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45390" h="1194484">
                <a:moveTo>
                  <a:pt x="21807" y="1194485"/>
                </a:moveTo>
                <a:lnTo>
                  <a:pt x="0" y="1173147"/>
                </a:lnTo>
                <a:lnTo>
                  <a:pt x="89419" y="1081851"/>
                </a:lnTo>
                <a:lnTo>
                  <a:pt x="91923" y="1080703"/>
                </a:lnTo>
                <a:cubicBezTo>
                  <a:pt x="98809" y="1077468"/>
                  <a:pt x="793133" y="751253"/>
                  <a:pt x="1687160" y="100752"/>
                </a:cubicBezTo>
                <a:cubicBezTo>
                  <a:pt x="1709698" y="84371"/>
                  <a:pt x="1719818" y="63973"/>
                  <a:pt x="1712358" y="50043"/>
                </a:cubicBezTo>
                <a:cubicBezTo>
                  <a:pt x="1700986" y="28810"/>
                  <a:pt x="1651425" y="19785"/>
                  <a:pt x="1569413" y="50043"/>
                </a:cubicBezTo>
                <a:lnTo>
                  <a:pt x="1555119" y="55312"/>
                </a:lnTo>
                <a:lnTo>
                  <a:pt x="1544528" y="26671"/>
                </a:lnTo>
                <a:lnTo>
                  <a:pt x="1558824" y="21402"/>
                </a:lnTo>
                <a:cubicBezTo>
                  <a:pt x="1665197" y="-17881"/>
                  <a:pt x="1721749" y="2934"/>
                  <a:pt x="1739225" y="35592"/>
                </a:cubicBezTo>
                <a:cubicBezTo>
                  <a:pt x="1754407" y="63973"/>
                  <a:pt x="1740999" y="99239"/>
                  <a:pt x="1705054" y="125376"/>
                </a:cubicBezTo>
                <a:cubicBezTo>
                  <a:pt x="835755" y="757826"/>
                  <a:pt x="154318" y="1084824"/>
                  <a:pt x="107313" y="1107101"/>
                </a:cubicBezTo>
                <a:lnTo>
                  <a:pt x="21755" y="1194432"/>
                </a:lnTo>
                <a:close/>
              </a:path>
            </a:pathLst>
          </a:custGeom>
          <a:solidFill>
            <a:schemeClr val="accent5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93" name="任意多边形: 形状 92"/>
          <p:cNvSpPr/>
          <p:nvPr userDrawn="1">
            <p:custDataLst>
              <p:tags r:id="rId68"/>
            </p:custDataLst>
          </p:nvPr>
        </p:nvSpPr>
        <p:spPr>
          <a:xfrm>
            <a:off x="10530745" y="3747889"/>
            <a:ext cx="301820" cy="292503"/>
          </a:xfrm>
          <a:custGeom>
            <a:avLst/>
            <a:gdLst>
              <a:gd name="connsiteX0" fmla="*/ 24468 w 627546"/>
              <a:gd name="connsiteY0" fmla="*/ 596505 h 596505"/>
              <a:gd name="connsiteX1" fmla="*/ 0 w 627546"/>
              <a:gd name="connsiteY1" fmla="*/ 578246 h 596505"/>
              <a:gd name="connsiteX2" fmla="*/ 56813 w 627546"/>
              <a:gd name="connsiteY2" fmla="*/ 486793 h 596505"/>
              <a:gd name="connsiteX3" fmla="*/ 627547 w 627546"/>
              <a:gd name="connsiteY3" fmla="*/ 0 h 596505"/>
              <a:gd name="connsiteX4" fmla="*/ 589880 w 627546"/>
              <a:gd name="connsiteY4" fmla="*/ 48048 h 596505"/>
              <a:gd name="connsiteX5" fmla="*/ 81280 w 627546"/>
              <a:gd name="connsiteY5" fmla="*/ 505052 h 596505"/>
              <a:gd name="connsiteX6" fmla="*/ 24468 w 627546"/>
              <a:gd name="connsiteY6" fmla="*/ 596505 h 596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7546" h="596505">
                <a:moveTo>
                  <a:pt x="24468" y="596505"/>
                </a:moveTo>
                <a:lnTo>
                  <a:pt x="0" y="578246"/>
                </a:lnTo>
                <a:lnTo>
                  <a:pt x="56813" y="486793"/>
                </a:lnTo>
                <a:cubicBezTo>
                  <a:pt x="214886" y="274933"/>
                  <a:pt x="609704" y="10173"/>
                  <a:pt x="627547" y="0"/>
                </a:cubicBezTo>
                <a:lnTo>
                  <a:pt x="589880" y="48048"/>
                </a:lnTo>
                <a:cubicBezTo>
                  <a:pt x="585551" y="50500"/>
                  <a:pt x="235545" y="298305"/>
                  <a:pt x="81280" y="505052"/>
                </a:cubicBezTo>
                <a:lnTo>
                  <a:pt x="24468" y="596505"/>
                </a:lnTo>
                <a:close/>
              </a:path>
            </a:pathLst>
          </a:custGeom>
          <a:solidFill>
            <a:schemeClr val="accent5"/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94" name="任意多边形: 形状 93"/>
          <p:cNvSpPr/>
          <p:nvPr userDrawn="1">
            <p:custDataLst>
              <p:tags r:id="rId69"/>
            </p:custDataLst>
          </p:nvPr>
        </p:nvSpPr>
        <p:spPr>
          <a:xfrm>
            <a:off x="10799621" y="3261808"/>
            <a:ext cx="309298" cy="120260"/>
          </a:xfrm>
          <a:custGeom>
            <a:avLst/>
            <a:gdLst>
              <a:gd name="connsiteX0" fmla="*/ 245196 w 245196"/>
              <a:gd name="connsiteY0" fmla="*/ 122598 h 245196"/>
              <a:gd name="connsiteX1" fmla="*/ 122598 w 245196"/>
              <a:gd name="connsiteY1" fmla="*/ 245196 h 245196"/>
              <a:gd name="connsiteX2" fmla="*/ 0 w 245196"/>
              <a:gd name="connsiteY2" fmla="*/ 122598 h 245196"/>
              <a:gd name="connsiteX3" fmla="*/ 122598 w 245196"/>
              <a:gd name="connsiteY3" fmla="*/ 0 h 245196"/>
              <a:gd name="connsiteX4" fmla="*/ 245196 w 245196"/>
              <a:gd name="connsiteY4" fmla="*/ 122598 h 24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" h="189">
                <a:moveTo>
                  <a:pt x="487" y="95"/>
                </a:moveTo>
                <a:cubicBezTo>
                  <a:pt x="487" y="147"/>
                  <a:pt x="446" y="189"/>
                  <a:pt x="394" y="189"/>
                </a:cubicBezTo>
                <a:cubicBezTo>
                  <a:pt x="343" y="189"/>
                  <a:pt x="301" y="147"/>
                  <a:pt x="301" y="95"/>
                </a:cubicBezTo>
                <a:cubicBezTo>
                  <a:pt x="301" y="42"/>
                  <a:pt x="343" y="0"/>
                  <a:pt x="394" y="0"/>
                </a:cubicBezTo>
                <a:cubicBezTo>
                  <a:pt x="446" y="0"/>
                  <a:pt x="487" y="42"/>
                  <a:pt x="487" y="95"/>
                </a:cubicBezTo>
                <a:close/>
                <a:moveTo>
                  <a:pt x="0" y="16"/>
                </a:moveTo>
                <a:cubicBezTo>
                  <a:pt x="7" y="85"/>
                  <a:pt x="17" y="143"/>
                  <a:pt x="32" y="189"/>
                </a:cubicBezTo>
                <a:cubicBezTo>
                  <a:pt x="58" y="173"/>
                  <a:pt x="75" y="143"/>
                  <a:pt x="75" y="109"/>
                </a:cubicBezTo>
                <a:cubicBezTo>
                  <a:pt x="75" y="63"/>
                  <a:pt x="43" y="25"/>
                  <a:pt x="0" y="16"/>
                </a:cubicBezTo>
                <a:close/>
              </a:path>
            </a:pathLst>
          </a:custGeom>
          <a:solidFill>
            <a:srgbClr val="F06A45"/>
          </a:solidFill>
          <a:ln w="521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800"/>
          </a:p>
        </p:txBody>
      </p:sp>
      <p:sp>
        <p:nvSpPr>
          <p:cNvPr id="96" name="任意多边形: 形状 95"/>
          <p:cNvSpPr/>
          <p:nvPr userDrawn="1">
            <p:custDataLst>
              <p:tags r:id="rId70"/>
            </p:custDataLst>
          </p:nvPr>
        </p:nvSpPr>
        <p:spPr>
          <a:xfrm>
            <a:off x="1" y="1"/>
            <a:ext cx="925282" cy="899302"/>
          </a:xfrm>
          <a:custGeom>
            <a:avLst/>
            <a:gdLst>
              <a:gd name="connsiteX0" fmla="*/ 0 w 2776027"/>
              <a:gd name="connsiteY0" fmla="*/ 0 h 2698081"/>
              <a:gd name="connsiteX1" fmla="*/ 2776027 w 2776027"/>
              <a:gd name="connsiteY1" fmla="*/ 0 h 2698081"/>
              <a:gd name="connsiteX2" fmla="*/ 2768546 w 2776027"/>
              <a:gd name="connsiteY2" fmla="*/ 148143 h 2698081"/>
              <a:gd name="connsiteX3" fmla="*/ 230234 w 2776027"/>
              <a:gd name="connsiteY3" fmla="*/ 2686455 h 2698081"/>
              <a:gd name="connsiteX4" fmla="*/ 0 w 2776027"/>
              <a:gd name="connsiteY4" fmla="*/ 2698081 h 2698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6027" h="2698081">
                <a:moveTo>
                  <a:pt x="0" y="0"/>
                </a:moveTo>
                <a:lnTo>
                  <a:pt x="2776027" y="0"/>
                </a:lnTo>
                <a:lnTo>
                  <a:pt x="2768546" y="148143"/>
                </a:lnTo>
                <a:cubicBezTo>
                  <a:pt x="2632626" y="1486523"/>
                  <a:pt x="1568614" y="2550535"/>
                  <a:pt x="230234" y="2686455"/>
                </a:cubicBezTo>
                <a:lnTo>
                  <a:pt x="0" y="2698081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cxnSp>
        <p:nvCxnSpPr>
          <p:cNvPr id="97" name="直接连接符 96"/>
          <p:cNvCxnSpPr/>
          <p:nvPr userDrawn="1">
            <p:custDataLst>
              <p:tags r:id="rId71"/>
            </p:custDataLst>
          </p:nvPr>
        </p:nvCxnSpPr>
        <p:spPr>
          <a:xfrm>
            <a:off x="856856" y="679915"/>
            <a:ext cx="211136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 userDrawn="1">
            <p:custDataLst>
              <p:tags r:id="rId72"/>
            </p:custDataLst>
          </p:nvPr>
        </p:nvCxnSpPr>
        <p:spPr>
          <a:xfrm>
            <a:off x="856856" y="746947"/>
            <a:ext cx="211136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 userDrawn="1">
            <p:custDataLst>
              <p:tags r:id="rId73"/>
            </p:custDataLst>
          </p:nvPr>
        </p:nvCxnSpPr>
        <p:spPr>
          <a:xfrm>
            <a:off x="856856" y="813979"/>
            <a:ext cx="211136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任意多边形: 形状 99"/>
          <p:cNvSpPr/>
          <p:nvPr userDrawn="1">
            <p:custDataLst>
              <p:tags r:id="rId74"/>
            </p:custDataLst>
          </p:nvPr>
        </p:nvSpPr>
        <p:spPr>
          <a:xfrm>
            <a:off x="7036046" y="3649732"/>
            <a:ext cx="75206" cy="75206"/>
          </a:xfrm>
          <a:custGeom>
            <a:avLst/>
            <a:gdLst>
              <a:gd name="connsiteX0" fmla="*/ 75206 w 75206"/>
              <a:gd name="connsiteY0" fmla="*/ 37603 h 75206"/>
              <a:gd name="connsiteX1" fmla="*/ 37603 w 75206"/>
              <a:gd name="connsiteY1" fmla="*/ 75206 h 75206"/>
              <a:gd name="connsiteX2" fmla="*/ 0 w 75206"/>
              <a:gd name="connsiteY2" fmla="*/ 37603 h 75206"/>
              <a:gd name="connsiteX3" fmla="*/ 37603 w 75206"/>
              <a:gd name="connsiteY3" fmla="*/ 0 h 75206"/>
              <a:gd name="connsiteX4" fmla="*/ 75206 w 75206"/>
              <a:gd name="connsiteY4" fmla="*/ 37603 h 75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206" h="75206">
                <a:moveTo>
                  <a:pt x="75206" y="37603"/>
                </a:moveTo>
                <a:cubicBezTo>
                  <a:pt x="75206" y="58371"/>
                  <a:pt x="58371" y="75206"/>
                  <a:pt x="37603" y="75206"/>
                </a:cubicBezTo>
                <a:cubicBezTo>
                  <a:pt x="16835" y="75206"/>
                  <a:pt x="0" y="58371"/>
                  <a:pt x="0" y="37603"/>
                </a:cubicBezTo>
                <a:cubicBezTo>
                  <a:pt x="0" y="16835"/>
                  <a:pt x="16835" y="0"/>
                  <a:pt x="37603" y="0"/>
                </a:cubicBezTo>
                <a:cubicBezTo>
                  <a:pt x="58371" y="0"/>
                  <a:pt x="75206" y="16835"/>
                  <a:pt x="75206" y="37603"/>
                </a:cubicBezTo>
                <a:close/>
              </a:path>
            </a:pathLst>
          </a:custGeom>
          <a:solidFill>
            <a:schemeClr val="accent4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01" name="任意多边形: 形状 100"/>
          <p:cNvSpPr/>
          <p:nvPr userDrawn="1">
            <p:custDataLst>
              <p:tags r:id="rId75"/>
            </p:custDataLst>
          </p:nvPr>
        </p:nvSpPr>
        <p:spPr>
          <a:xfrm>
            <a:off x="6978130" y="2947022"/>
            <a:ext cx="118080" cy="118080"/>
          </a:xfrm>
          <a:custGeom>
            <a:avLst/>
            <a:gdLst>
              <a:gd name="connsiteX0" fmla="*/ 95350 w 95350"/>
              <a:gd name="connsiteY0" fmla="*/ 47675 h 95350"/>
              <a:gd name="connsiteX1" fmla="*/ 47675 w 95350"/>
              <a:gd name="connsiteY1" fmla="*/ 95350 h 95350"/>
              <a:gd name="connsiteX2" fmla="*/ 0 w 95350"/>
              <a:gd name="connsiteY2" fmla="*/ 47675 h 95350"/>
              <a:gd name="connsiteX3" fmla="*/ 47675 w 95350"/>
              <a:gd name="connsiteY3" fmla="*/ 0 h 95350"/>
              <a:gd name="connsiteX4" fmla="*/ 95350 w 95350"/>
              <a:gd name="connsiteY4" fmla="*/ 47675 h 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350" h="95350">
                <a:moveTo>
                  <a:pt x="95350" y="47675"/>
                </a:moveTo>
                <a:cubicBezTo>
                  <a:pt x="95350" y="74006"/>
                  <a:pt x="74006" y="95350"/>
                  <a:pt x="47675" y="95350"/>
                </a:cubicBezTo>
                <a:cubicBezTo>
                  <a:pt x="21345" y="95350"/>
                  <a:pt x="0" y="74006"/>
                  <a:pt x="0" y="47675"/>
                </a:cubicBezTo>
                <a:cubicBezTo>
                  <a:pt x="0" y="21345"/>
                  <a:pt x="21345" y="0"/>
                  <a:pt x="47675" y="0"/>
                </a:cubicBezTo>
                <a:cubicBezTo>
                  <a:pt x="74006" y="0"/>
                  <a:pt x="95350" y="21345"/>
                  <a:pt x="95350" y="47675"/>
                </a:cubicBezTo>
                <a:close/>
              </a:path>
            </a:pathLst>
          </a:custGeom>
          <a:solidFill>
            <a:schemeClr val="accent1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02" name="任意多边形: 形状 101"/>
          <p:cNvSpPr/>
          <p:nvPr userDrawn="1">
            <p:custDataLst>
              <p:tags r:id="rId76"/>
            </p:custDataLst>
          </p:nvPr>
        </p:nvSpPr>
        <p:spPr>
          <a:xfrm>
            <a:off x="6902924" y="2134072"/>
            <a:ext cx="75206" cy="75206"/>
          </a:xfrm>
          <a:custGeom>
            <a:avLst/>
            <a:gdLst>
              <a:gd name="connsiteX0" fmla="*/ 75206 w 75206"/>
              <a:gd name="connsiteY0" fmla="*/ 37603 h 75206"/>
              <a:gd name="connsiteX1" fmla="*/ 37603 w 75206"/>
              <a:gd name="connsiteY1" fmla="*/ 75206 h 75206"/>
              <a:gd name="connsiteX2" fmla="*/ 0 w 75206"/>
              <a:gd name="connsiteY2" fmla="*/ 37603 h 75206"/>
              <a:gd name="connsiteX3" fmla="*/ 37603 w 75206"/>
              <a:gd name="connsiteY3" fmla="*/ 0 h 75206"/>
              <a:gd name="connsiteX4" fmla="*/ 75206 w 75206"/>
              <a:gd name="connsiteY4" fmla="*/ 37603 h 75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206" h="75206">
                <a:moveTo>
                  <a:pt x="75206" y="37603"/>
                </a:moveTo>
                <a:cubicBezTo>
                  <a:pt x="75206" y="58371"/>
                  <a:pt x="58371" y="75206"/>
                  <a:pt x="37603" y="75206"/>
                </a:cubicBezTo>
                <a:cubicBezTo>
                  <a:pt x="16835" y="75206"/>
                  <a:pt x="0" y="58371"/>
                  <a:pt x="0" y="37603"/>
                </a:cubicBezTo>
                <a:cubicBezTo>
                  <a:pt x="0" y="16835"/>
                  <a:pt x="16835" y="0"/>
                  <a:pt x="37603" y="0"/>
                </a:cubicBezTo>
                <a:cubicBezTo>
                  <a:pt x="58371" y="0"/>
                  <a:pt x="75206" y="16835"/>
                  <a:pt x="75206" y="37603"/>
                </a:cubicBezTo>
                <a:close/>
              </a:path>
            </a:pathLst>
          </a:custGeom>
          <a:solidFill>
            <a:schemeClr val="accent4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03" name="任意多边形: 形状 102"/>
          <p:cNvSpPr/>
          <p:nvPr userDrawn="1">
            <p:custDataLst>
              <p:tags r:id="rId77"/>
            </p:custDataLst>
          </p:nvPr>
        </p:nvSpPr>
        <p:spPr>
          <a:xfrm>
            <a:off x="6502698" y="2667540"/>
            <a:ext cx="69162" cy="69162"/>
          </a:xfrm>
          <a:custGeom>
            <a:avLst/>
            <a:gdLst>
              <a:gd name="connsiteX0" fmla="*/ 69163 w 69162"/>
              <a:gd name="connsiteY0" fmla="*/ 34581 h 69162"/>
              <a:gd name="connsiteX1" fmla="*/ 34581 w 69162"/>
              <a:gd name="connsiteY1" fmla="*/ 69163 h 69162"/>
              <a:gd name="connsiteX2" fmla="*/ 0 w 69162"/>
              <a:gd name="connsiteY2" fmla="*/ 34581 h 69162"/>
              <a:gd name="connsiteX3" fmla="*/ 34581 w 69162"/>
              <a:gd name="connsiteY3" fmla="*/ 0 h 69162"/>
              <a:gd name="connsiteX4" fmla="*/ 69163 w 69162"/>
              <a:gd name="connsiteY4" fmla="*/ 34581 h 6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162" h="69162">
                <a:moveTo>
                  <a:pt x="69163" y="34581"/>
                </a:moveTo>
                <a:cubicBezTo>
                  <a:pt x="69163" y="53680"/>
                  <a:pt x="53680" y="69163"/>
                  <a:pt x="34581" y="69163"/>
                </a:cubicBezTo>
                <a:cubicBezTo>
                  <a:pt x="15483" y="69163"/>
                  <a:pt x="0" y="53680"/>
                  <a:pt x="0" y="34581"/>
                </a:cubicBezTo>
                <a:cubicBezTo>
                  <a:pt x="0" y="15483"/>
                  <a:pt x="15483" y="0"/>
                  <a:pt x="34581" y="0"/>
                </a:cubicBezTo>
                <a:cubicBezTo>
                  <a:pt x="53680" y="0"/>
                  <a:pt x="69163" y="15483"/>
                  <a:pt x="69163" y="34581"/>
                </a:cubicBezTo>
                <a:close/>
              </a:path>
            </a:pathLst>
          </a:custGeom>
          <a:solidFill>
            <a:schemeClr val="accent1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08" name="任意多边形: 形状 107"/>
          <p:cNvSpPr/>
          <p:nvPr userDrawn="1">
            <p:custDataLst>
              <p:tags r:id="rId78"/>
            </p:custDataLst>
          </p:nvPr>
        </p:nvSpPr>
        <p:spPr>
          <a:xfrm>
            <a:off x="6088524" y="5309712"/>
            <a:ext cx="211115" cy="224762"/>
          </a:xfrm>
          <a:custGeom>
            <a:avLst/>
            <a:gdLst>
              <a:gd name="connsiteX0" fmla="*/ 116390 w 184940"/>
              <a:gd name="connsiteY0" fmla="*/ 0 h 307434"/>
              <a:gd name="connsiteX1" fmla="*/ 0 w 184940"/>
              <a:gd name="connsiteY1" fmla="*/ 282967 h 307434"/>
              <a:gd name="connsiteX2" fmla="*/ 71316 w 184940"/>
              <a:gd name="connsiteY2" fmla="*/ 307435 h 307434"/>
              <a:gd name="connsiteX3" fmla="*/ 184941 w 184940"/>
              <a:gd name="connsiteY3" fmla="*/ 40431 h 307434"/>
              <a:gd name="connsiteX4" fmla="*/ 116442 w 184940"/>
              <a:gd name="connsiteY4" fmla="*/ 0 h 307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" h="354">
                <a:moveTo>
                  <a:pt x="281" y="117"/>
                </a:moveTo>
                <a:lnTo>
                  <a:pt x="192" y="335"/>
                </a:lnTo>
                <a:lnTo>
                  <a:pt x="246" y="354"/>
                </a:lnTo>
                <a:lnTo>
                  <a:pt x="332" y="148"/>
                </a:lnTo>
                <a:cubicBezTo>
                  <a:pt x="316" y="138"/>
                  <a:pt x="299" y="128"/>
                  <a:pt x="281" y="117"/>
                </a:cubicBezTo>
                <a:lnTo>
                  <a:pt x="281" y="117"/>
                </a:lnTo>
                <a:close/>
                <a:moveTo>
                  <a:pt x="189" y="62"/>
                </a:moveTo>
                <a:lnTo>
                  <a:pt x="100" y="282"/>
                </a:lnTo>
                <a:lnTo>
                  <a:pt x="154" y="300"/>
                </a:lnTo>
                <a:lnTo>
                  <a:pt x="241" y="93"/>
                </a:lnTo>
                <a:cubicBezTo>
                  <a:pt x="224" y="83"/>
                  <a:pt x="207" y="72"/>
                  <a:pt x="189" y="62"/>
                </a:cubicBezTo>
                <a:close/>
                <a:moveTo>
                  <a:pt x="85" y="0"/>
                </a:moveTo>
                <a:lnTo>
                  <a:pt x="0" y="211"/>
                </a:lnTo>
                <a:lnTo>
                  <a:pt x="54" y="230"/>
                </a:lnTo>
                <a:lnTo>
                  <a:pt x="137" y="31"/>
                </a:lnTo>
                <a:cubicBezTo>
                  <a:pt x="120" y="20"/>
                  <a:pt x="103" y="10"/>
                  <a:pt x="85" y="0"/>
                </a:cubicBezTo>
                <a:close/>
              </a:path>
            </a:pathLst>
          </a:custGeom>
          <a:solidFill>
            <a:schemeClr val="lt1">
              <a:lumMod val="100000"/>
            </a:schemeClr>
          </a:solidFill>
          <a:ln w="521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800"/>
          </a:p>
        </p:txBody>
      </p:sp>
      <p:sp>
        <p:nvSpPr>
          <p:cNvPr id="111" name="任意多边形: 形状 110"/>
          <p:cNvSpPr/>
          <p:nvPr userDrawn="1">
            <p:custDataLst>
              <p:tags r:id="rId79"/>
            </p:custDataLst>
          </p:nvPr>
        </p:nvSpPr>
        <p:spPr>
          <a:xfrm>
            <a:off x="10694029" y="4582428"/>
            <a:ext cx="1431970" cy="1359734"/>
          </a:xfrm>
          <a:custGeom>
            <a:avLst/>
            <a:gdLst>
              <a:gd name="connsiteX0" fmla="*/ 768117 w 1431970"/>
              <a:gd name="connsiteY0" fmla="*/ 1085695 h 1359734"/>
              <a:gd name="connsiteX1" fmla="*/ 949189 w 1431970"/>
              <a:gd name="connsiteY1" fmla="*/ 1198568 h 1359734"/>
              <a:gd name="connsiteX2" fmla="*/ 913901 w 1431970"/>
              <a:gd name="connsiteY2" fmla="*/ 1314454 h 1359734"/>
              <a:gd name="connsiteX3" fmla="*/ 628417 w 1431970"/>
              <a:gd name="connsiteY3" fmla="*/ 1331083 h 1359734"/>
              <a:gd name="connsiteX4" fmla="*/ 443406 w 1431970"/>
              <a:gd name="connsiteY4" fmla="*/ 1226786 h 1359734"/>
              <a:gd name="connsiteX5" fmla="*/ 554888 w 1431970"/>
              <a:gd name="connsiteY5" fmla="*/ 1166815 h 1359734"/>
              <a:gd name="connsiteX6" fmla="*/ 768117 w 1431970"/>
              <a:gd name="connsiteY6" fmla="*/ 1085695 h 1359734"/>
              <a:gd name="connsiteX7" fmla="*/ 921144 w 1431970"/>
              <a:gd name="connsiteY7" fmla="*/ 794302 h 1359734"/>
              <a:gd name="connsiteX8" fmla="*/ 1061482 w 1431970"/>
              <a:gd name="connsiteY8" fmla="*/ 895354 h 1359734"/>
              <a:gd name="connsiteX9" fmla="*/ 1026716 w 1431970"/>
              <a:gd name="connsiteY9" fmla="*/ 987135 h 1359734"/>
              <a:gd name="connsiteX10" fmla="*/ 794945 w 1431970"/>
              <a:gd name="connsiteY10" fmla="*/ 985165 h 1359734"/>
              <a:gd name="connsiteX11" fmla="*/ 650957 w 1431970"/>
              <a:gd name="connsiteY11" fmla="*/ 890834 h 1359734"/>
              <a:gd name="connsiteX12" fmla="*/ 744361 w 1431970"/>
              <a:gd name="connsiteY12" fmla="*/ 848362 h 1359734"/>
              <a:gd name="connsiteX13" fmla="*/ 921144 w 1431970"/>
              <a:gd name="connsiteY13" fmla="*/ 794302 h 1359734"/>
              <a:gd name="connsiteX14" fmla="*/ 108670 w 1431970"/>
              <a:gd name="connsiteY14" fmla="*/ 711733 h 1359734"/>
              <a:gd name="connsiteX15" fmla="*/ 266912 w 1431970"/>
              <a:gd name="connsiteY15" fmla="*/ 841351 h 1359734"/>
              <a:gd name="connsiteX16" fmla="*/ 258916 w 1431970"/>
              <a:gd name="connsiteY16" fmla="*/ 1059911 h 1359734"/>
              <a:gd name="connsiteX17" fmla="*/ 238810 w 1431970"/>
              <a:gd name="connsiteY17" fmla="*/ 1179621 h 1359734"/>
              <a:gd name="connsiteX18" fmla="*/ 238810 w 1431970"/>
              <a:gd name="connsiteY18" fmla="*/ 1179563 h 1359734"/>
              <a:gd name="connsiteX19" fmla="*/ 87174 w 1431970"/>
              <a:gd name="connsiteY19" fmla="*/ 1043687 h 1359734"/>
              <a:gd name="connsiteX20" fmla="*/ 14339 w 1431970"/>
              <a:gd name="connsiteY20" fmla="*/ 779410 h 1359734"/>
              <a:gd name="connsiteX21" fmla="*/ 108670 w 1431970"/>
              <a:gd name="connsiteY21" fmla="*/ 711733 h 1359734"/>
              <a:gd name="connsiteX22" fmla="*/ 1049650 w 1431970"/>
              <a:gd name="connsiteY22" fmla="*/ 554422 h 1359734"/>
              <a:gd name="connsiteX23" fmla="*/ 1080081 w 1431970"/>
              <a:gd name="connsiteY23" fmla="*/ 555634 h 1359734"/>
              <a:gd name="connsiteX24" fmla="*/ 1207207 w 1431970"/>
              <a:gd name="connsiteY24" fmla="*/ 664683 h 1359734"/>
              <a:gd name="connsiteX25" fmla="*/ 1166126 w 1431970"/>
              <a:gd name="connsiteY25" fmla="*/ 750438 h 1359734"/>
              <a:gd name="connsiteX26" fmla="*/ 942641 w 1431970"/>
              <a:gd name="connsiteY26" fmla="*/ 729521 h 1359734"/>
              <a:gd name="connsiteX27" fmla="*/ 811458 w 1431970"/>
              <a:gd name="connsiteY27" fmla="*/ 626672 h 1359734"/>
              <a:gd name="connsiteX28" fmla="*/ 811400 w 1431970"/>
              <a:gd name="connsiteY28" fmla="*/ 626614 h 1359734"/>
              <a:gd name="connsiteX29" fmla="*/ 905036 w 1431970"/>
              <a:gd name="connsiteY29" fmla="*/ 593297 h 1359734"/>
              <a:gd name="connsiteX30" fmla="*/ 1049650 w 1431970"/>
              <a:gd name="connsiteY30" fmla="*/ 554422 h 1359734"/>
              <a:gd name="connsiteX31" fmla="*/ 338471 w 1431970"/>
              <a:gd name="connsiteY31" fmla="*/ 356659 h 1359734"/>
              <a:gd name="connsiteX32" fmla="*/ 472203 w 1431970"/>
              <a:gd name="connsiteY32" fmla="*/ 488073 h 1359734"/>
              <a:gd name="connsiteX33" fmla="*/ 446824 w 1431970"/>
              <a:gd name="connsiteY33" fmla="*/ 686933 h 1359734"/>
              <a:gd name="connsiteX34" fmla="*/ 418548 w 1431970"/>
              <a:gd name="connsiteY34" fmla="*/ 794533 h 1359734"/>
              <a:gd name="connsiteX35" fmla="*/ 418548 w 1431970"/>
              <a:gd name="connsiteY35" fmla="*/ 794475 h 1359734"/>
              <a:gd name="connsiteX36" fmla="*/ 291363 w 1431970"/>
              <a:gd name="connsiteY36" fmla="*/ 657904 h 1359734"/>
              <a:gd name="connsiteX37" fmla="*/ 246747 w 1431970"/>
              <a:gd name="connsiteY37" fmla="*/ 410661 h 1359734"/>
              <a:gd name="connsiteX38" fmla="*/ 338471 w 1431970"/>
              <a:gd name="connsiteY38" fmla="*/ 356659 h 1359734"/>
              <a:gd name="connsiteX39" fmla="*/ 1142901 w 1431970"/>
              <a:gd name="connsiteY39" fmla="*/ 347876 h 1359734"/>
              <a:gd name="connsiteX40" fmla="*/ 1166126 w 1431970"/>
              <a:gd name="connsiteY40" fmla="*/ 348779 h 1359734"/>
              <a:gd name="connsiteX41" fmla="*/ 1263181 w 1431970"/>
              <a:gd name="connsiteY41" fmla="*/ 432043 h 1359734"/>
              <a:gd name="connsiteX42" fmla="*/ 1231776 w 1431970"/>
              <a:gd name="connsiteY42" fmla="*/ 497518 h 1359734"/>
              <a:gd name="connsiteX43" fmla="*/ 1061134 w 1431970"/>
              <a:gd name="connsiteY43" fmla="*/ 481526 h 1359734"/>
              <a:gd name="connsiteX44" fmla="*/ 960951 w 1431970"/>
              <a:gd name="connsiteY44" fmla="*/ 403013 h 1359734"/>
              <a:gd name="connsiteX45" fmla="*/ 1032453 w 1431970"/>
              <a:gd name="connsiteY45" fmla="*/ 377576 h 1359734"/>
              <a:gd name="connsiteX46" fmla="*/ 1142901 w 1431970"/>
              <a:gd name="connsiteY46" fmla="*/ 347876 h 1359734"/>
              <a:gd name="connsiteX47" fmla="*/ 599561 w 1431970"/>
              <a:gd name="connsiteY47" fmla="*/ 142154 h 1359734"/>
              <a:gd name="connsiteX48" fmla="*/ 706002 w 1431970"/>
              <a:gd name="connsiteY48" fmla="*/ 254506 h 1359734"/>
              <a:gd name="connsiteX49" fmla="*/ 679232 w 1431970"/>
              <a:gd name="connsiteY49" fmla="*/ 417789 h 1359734"/>
              <a:gd name="connsiteX50" fmla="*/ 652752 w 1431970"/>
              <a:gd name="connsiteY50" fmla="*/ 505688 h 1359734"/>
              <a:gd name="connsiteX51" fmla="*/ 551874 w 1431970"/>
              <a:gd name="connsiteY51" fmla="*/ 389281 h 1359734"/>
              <a:gd name="connsiteX52" fmla="*/ 522323 w 1431970"/>
              <a:gd name="connsiteY52" fmla="*/ 183989 h 1359734"/>
              <a:gd name="connsiteX53" fmla="*/ 599561 w 1431970"/>
              <a:gd name="connsiteY53" fmla="*/ 142154 h 1359734"/>
              <a:gd name="connsiteX54" fmla="*/ 1331737 w 1431970"/>
              <a:gd name="connsiteY54" fmla="*/ 51401 h 1359734"/>
              <a:gd name="connsiteX55" fmla="*/ 1384338 w 1431970"/>
              <a:gd name="connsiteY55" fmla="*/ 60687 h 1359734"/>
              <a:gd name="connsiteX56" fmla="*/ 1431620 w 1431970"/>
              <a:gd name="connsiteY56" fmla="*/ 125988 h 1359734"/>
              <a:gd name="connsiteX57" fmla="*/ 1342098 w 1431970"/>
              <a:gd name="connsiteY57" fmla="*/ 236253 h 1359734"/>
              <a:gd name="connsiteX58" fmla="*/ 1190288 w 1431970"/>
              <a:gd name="connsiteY58" fmla="*/ 231328 h 1359734"/>
              <a:gd name="connsiteX59" fmla="*/ 1107140 w 1431970"/>
              <a:gd name="connsiteY59" fmla="*/ 217712 h 1359734"/>
              <a:gd name="connsiteX60" fmla="*/ 1107082 w 1431970"/>
              <a:gd name="connsiteY60" fmla="*/ 217712 h 1359734"/>
              <a:gd name="connsiteX61" fmla="*/ 1201007 w 1431970"/>
              <a:gd name="connsiteY61" fmla="*/ 112024 h 1359734"/>
              <a:gd name="connsiteX62" fmla="*/ 1331737 w 1431970"/>
              <a:gd name="connsiteY62" fmla="*/ 51401 h 1359734"/>
              <a:gd name="connsiteX63" fmla="*/ 865518 w 1431970"/>
              <a:gd name="connsiteY63" fmla="*/ 21 h 1359734"/>
              <a:gd name="connsiteX64" fmla="*/ 953939 w 1431970"/>
              <a:gd name="connsiteY64" fmla="*/ 93309 h 1359734"/>
              <a:gd name="connsiteX65" fmla="*/ 931689 w 1431970"/>
              <a:gd name="connsiteY65" fmla="*/ 228895 h 1359734"/>
              <a:gd name="connsiteX66" fmla="*/ 909671 w 1431970"/>
              <a:gd name="connsiteY66" fmla="*/ 301903 h 1359734"/>
              <a:gd name="connsiteX67" fmla="*/ 825886 w 1431970"/>
              <a:gd name="connsiteY67" fmla="*/ 205255 h 1359734"/>
              <a:gd name="connsiteX68" fmla="*/ 801376 w 1431970"/>
              <a:gd name="connsiteY68" fmla="*/ 34787 h 1359734"/>
              <a:gd name="connsiteX69" fmla="*/ 865518 w 1431970"/>
              <a:gd name="connsiteY69" fmla="*/ 21 h 1359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31970" h="1359734">
                <a:moveTo>
                  <a:pt x="768117" y="1085695"/>
                </a:moveTo>
                <a:cubicBezTo>
                  <a:pt x="837359" y="1087665"/>
                  <a:pt x="932269" y="1125908"/>
                  <a:pt x="949189" y="1198568"/>
                </a:cubicBezTo>
                <a:cubicBezTo>
                  <a:pt x="958865" y="1240287"/>
                  <a:pt x="941135" y="1285772"/>
                  <a:pt x="913901" y="1314454"/>
                </a:cubicBezTo>
                <a:cubicBezTo>
                  <a:pt x="837069" y="1395458"/>
                  <a:pt x="677147" y="1346090"/>
                  <a:pt x="628417" y="1331083"/>
                </a:cubicBezTo>
                <a:cubicBezTo>
                  <a:pt x="583106" y="1317061"/>
                  <a:pt x="514386" y="1288611"/>
                  <a:pt x="443406" y="1226786"/>
                </a:cubicBezTo>
                <a:cubicBezTo>
                  <a:pt x="470233" y="1211431"/>
                  <a:pt x="508302" y="1190340"/>
                  <a:pt x="554888" y="1166815"/>
                </a:cubicBezTo>
                <a:cubicBezTo>
                  <a:pt x="663878" y="1111770"/>
                  <a:pt x="719387" y="1084305"/>
                  <a:pt x="768117" y="1085695"/>
                </a:cubicBezTo>
                <a:close/>
                <a:moveTo>
                  <a:pt x="921144" y="794302"/>
                </a:moveTo>
                <a:cubicBezTo>
                  <a:pt x="977001" y="799632"/>
                  <a:pt x="1051747" y="835673"/>
                  <a:pt x="1061482" y="895354"/>
                </a:cubicBezTo>
                <a:cubicBezTo>
                  <a:pt x="1067044" y="929598"/>
                  <a:pt x="1050241" y="965465"/>
                  <a:pt x="1026716" y="987135"/>
                </a:cubicBezTo>
                <a:cubicBezTo>
                  <a:pt x="960198" y="1048497"/>
                  <a:pt x="833593" y="999941"/>
                  <a:pt x="794945" y="985165"/>
                </a:cubicBezTo>
                <a:cubicBezTo>
                  <a:pt x="759020" y="971375"/>
                  <a:pt x="705018" y="944663"/>
                  <a:pt x="650957" y="890834"/>
                </a:cubicBezTo>
                <a:cubicBezTo>
                  <a:pt x="673439" y="879883"/>
                  <a:pt x="705423" y="864876"/>
                  <a:pt x="744361" y="848362"/>
                </a:cubicBezTo>
                <a:cubicBezTo>
                  <a:pt x="835505" y="809772"/>
                  <a:pt x="881859" y="790535"/>
                  <a:pt x="921144" y="794302"/>
                </a:cubicBezTo>
                <a:close/>
                <a:moveTo>
                  <a:pt x="108670" y="711733"/>
                </a:moveTo>
                <a:cubicBezTo>
                  <a:pt x="179882" y="704664"/>
                  <a:pt x="243793" y="779120"/>
                  <a:pt x="266912" y="841351"/>
                </a:cubicBezTo>
                <a:cubicBezTo>
                  <a:pt x="283194" y="885156"/>
                  <a:pt x="275314" y="944026"/>
                  <a:pt x="258916" y="1059911"/>
                </a:cubicBezTo>
                <a:cubicBezTo>
                  <a:pt x="251963" y="1109452"/>
                  <a:pt x="244488" y="1150592"/>
                  <a:pt x="238810" y="1179621"/>
                </a:cubicBezTo>
                <a:lnTo>
                  <a:pt x="238810" y="1179563"/>
                </a:lnTo>
                <a:cubicBezTo>
                  <a:pt x="160819" y="1134194"/>
                  <a:pt x="113827" y="1080539"/>
                  <a:pt x="87174" y="1043687"/>
                </a:cubicBezTo>
                <a:cubicBezTo>
                  <a:pt x="58492" y="1004112"/>
                  <a:pt x="-35549" y="874146"/>
                  <a:pt x="14339" y="779410"/>
                </a:cubicBezTo>
                <a:cubicBezTo>
                  <a:pt x="31954" y="745919"/>
                  <a:pt x="67821" y="715789"/>
                  <a:pt x="108670" y="711733"/>
                </a:cubicBezTo>
                <a:close/>
                <a:moveTo>
                  <a:pt x="1049650" y="554422"/>
                </a:moveTo>
                <a:cubicBezTo>
                  <a:pt x="1060710" y="553541"/>
                  <a:pt x="1070665" y="553910"/>
                  <a:pt x="1080081" y="555634"/>
                </a:cubicBezTo>
                <a:cubicBezTo>
                  <a:pt x="1133562" y="565369"/>
                  <a:pt x="1202688" y="606276"/>
                  <a:pt x="1207207" y="664683"/>
                </a:cubicBezTo>
                <a:cubicBezTo>
                  <a:pt x="1209815" y="698174"/>
                  <a:pt x="1190636" y="731375"/>
                  <a:pt x="1166126" y="750438"/>
                </a:cubicBezTo>
                <a:cubicBezTo>
                  <a:pt x="1096884" y="804209"/>
                  <a:pt x="978681" y="746962"/>
                  <a:pt x="942641" y="729521"/>
                </a:cubicBezTo>
                <a:cubicBezTo>
                  <a:pt x="909149" y="713297"/>
                  <a:pt x="859203" y="683051"/>
                  <a:pt x="811458" y="626672"/>
                </a:cubicBezTo>
                <a:lnTo>
                  <a:pt x="811400" y="626614"/>
                </a:lnTo>
                <a:cubicBezTo>
                  <a:pt x="833998" y="617865"/>
                  <a:pt x="866098" y="605987"/>
                  <a:pt x="905036" y="593297"/>
                </a:cubicBezTo>
                <a:cubicBezTo>
                  <a:pt x="973351" y="570961"/>
                  <a:pt x="1016471" y="557065"/>
                  <a:pt x="1049650" y="554422"/>
                </a:cubicBezTo>
                <a:close/>
                <a:moveTo>
                  <a:pt x="338471" y="356659"/>
                </a:moveTo>
                <a:cubicBezTo>
                  <a:pt x="404062" y="356137"/>
                  <a:pt x="456269" y="429377"/>
                  <a:pt x="472203" y="488073"/>
                </a:cubicBezTo>
                <a:cubicBezTo>
                  <a:pt x="483386" y="529444"/>
                  <a:pt x="471392" y="582520"/>
                  <a:pt x="446824" y="686933"/>
                </a:cubicBezTo>
                <a:cubicBezTo>
                  <a:pt x="436336" y="731607"/>
                  <a:pt x="426138" y="768459"/>
                  <a:pt x="418548" y="794533"/>
                </a:cubicBezTo>
                <a:lnTo>
                  <a:pt x="418548" y="794475"/>
                </a:lnTo>
                <a:cubicBezTo>
                  <a:pt x="351102" y="746556"/>
                  <a:pt x="312628" y="693712"/>
                  <a:pt x="291363" y="657904"/>
                </a:cubicBezTo>
                <a:cubicBezTo>
                  <a:pt x="268476" y="619372"/>
                  <a:pt x="193382" y="492998"/>
                  <a:pt x="246747" y="410661"/>
                </a:cubicBezTo>
                <a:cubicBezTo>
                  <a:pt x="265637" y="381516"/>
                  <a:pt x="300866" y="356948"/>
                  <a:pt x="338471" y="356659"/>
                </a:cubicBezTo>
                <a:close/>
                <a:moveTo>
                  <a:pt x="1142901" y="347876"/>
                </a:moveTo>
                <a:cubicBezTo>
                  <a:pt x="1151344" y="347200"/>
                  <a:pt x="1158941" y="347475"/>
                  <a:pt x="1166126" y="348779"/>
                </a:cubicBezTo>
                <a:cubicBezTo>
                  <a:pt x="1206976" y="356195"/>
                  <a:pt x="1259762" y="387427"/>
                  <a:pt x="1263181" y="432043"/>
                </a:cubicBezTo>
                <a:cubicBezTo>
                  <a:pt x="1265151" y="457653"/>
                  <a:pt x="1250491" y="482974"/>
                  <a:pt x="1231776" y="497518"/>
                </a:cubicBezTo>
                <a:cubicBezTo>
                  <a:pt x="1178932" y="538600"/>
                  <a:pt x="1088657" y="494853"/>
                  <a:pt x="1061134" y="481526"/>
                </a:cubicBezTo>
                <a:cubicBezTo>
                  <a:pt x="1035524" y="469126"/>
                  <a:pt x="997397" y="446065"/>
                  <a:pt x="960951" y="403013"/>
                </a:cubicBezTo>
                <a:cubicBezTo>
                  <a:pt x="978218" y="396350"/>
                  <a:pt x="1002728" y="387253"/>
                  <a:pt x="1032453" y="377576"/>
                </a:cubicBezTo>
                <a:cubicBezTo>
                  <a:pt x="1084645" y="360498"/>
                  <a:pt x="1117574" y="349905"/>
                  <a:pt x="1142901" y="347876"/>
                </a:cubicBezTo>
                <a:close/>
                <a:moveTo>
                  <a:pt x="599561" y="142154"/>
                </a:moveTo>
                <a:cubicBezTo>
                  <a:pt x="653680" y="143661"/>
                  <a:pt x="694587" y="205602"/>
                  <a:pt x="706002" y="254506"/>
                </a:cubicBezTo>
                <a:cubicBezTo>
                  <a:pt x="714056" y="288924"/>
                  <a:pt x="702583" y="332381"/>
                  <a:pt x="679232" y="417789"/>
                </a:cubicBezTo>
                <a:cubicBezTo>
                  <a:pt x="669266" y="454293"/>
                  <a:pt x="659764" y="484423"/>
                  <a:pt x="652752" y="505688"/>
                </a:cubicBezTo>
                <a:cubicBezTo>
                  <a:pt x="598576" y="464201"/>
                  <a:pt x="568388" y="419469"/>
                  <a:pt x="551874" y="389281"/>
                </a:cubicBezTo>
                <a:cubicBezTo>
                  <a:pt x="534086" y="356833"/>
                  <a:pt x="475853" y="250334"/>
                  <a:pt x="522323" y="183989"/>
                </a:cubicBezTo>
                <a:cubicBezTo>
                  <a:pt x="538721" y="160522"/>
                  <a:pt x="568504" y="141285"/>
                  <a:pt x="599561" y="142154"/>
                </a:cubicBezTo>
                <a:close/>
                <a:moveTo>
                  <a:pt x="1331737" y="51401"/>
                </a:moveTo>
                <a:cubicBezTo>
                  <a:pt x="1349869" y="49761"/>
                  <a:pt x="1367853" y="52097"/>
                  <a:pt x="1384338" y="60687"/>
                </a:cubicBezTo>
                <a:cubicBezTo>
                  <a:pt x="1407631" y="72855"/>
                  <a:pt x="1428723" y="97654"/>
                  <a:pt x="1431620" y="125988"/>
                </a:cubicBezTo>
                <a:cubicBezTo>
                  <a:pt x="1436719" y="175413"/>
                  <a:pt x="1385265" y="220029"/>
                  <a:pt x="1342098" y="236253"/>
                </a:cubicBezTo>
                <a:cubicBezTo>
                  <a:pt x="1311678" y="247668"/>
                  <a:pt x="1270828" y="242395"/>
                  <a:pt x="1190288" y="231328"/>
                </a:cubicBezTo>
                <a:cubicBezTo>
                  <a:pt x="1155870" y="226635"/>
                  <a:pt x="1127304" y="221594"/>
                  <a:pt x="1107140" y="217712"/>
                </a:cubicBezTo>
                <a:lnTo>
                  <a:pt x="1107082" y="217712"/>
                </a:lnTo>
                <a:cubicBezTo>
                  <a:pt x="1138429" y="163419"/>
                  <a:pt x="1175512" y="130624"/>
                  <a:pt x="1201007" y="112024"/>
                </a:cubicBezTo>
                <a:cubicBezTo>
                  <a:pt x="1221606" y="97031"/>
                  <a:pt x="1277339" y="56322"/>
                  <a:pt x="1331737" y="51401"/>
                </a:cubicBezTo>
                <a:close/>
                <a:moveTo>
                  <a:pt x="865518" y="21"/>
                </a:moveTo>
                <a:cubicBezTo>
                  <a:pt x="910482" y="1238"/>
                  <a:pt x="944437" y="52691"/>
                  <a:pt x="953939" y="93309"/>
                </a:cubicBezTo>
                <a:cubicBezTo>
                  <a:pt x="960603" y="121875"/>
                  <a:pt x="951042" y="157973"/>
                  <a:pt x="931689" y="228895"/>
                </a:cubicBezTo>
                <a:cubicBezTo>
                  <a:pt x="923403" y="259199"/>
                  <a:pt x="915523" y="284231"/>
                  <a:pt x="909671" y="301903"/>
                </a:cubicBezTo>
                <a:cubicBezTo>
                  <a:pt x="864649" y="267485"/>
                  <a:pt x="839618" y="230344"/>
                  <a:pt x="825886" y="205255"/>
                </a:cubicBezTo>
                <a:cubicBezTo>
                  <a:pt x="811168" y="178311"/>
                  <a:pt x="762786" y="89890"/>
                  <a:pt x="801376" y="34787"/>
                </a:cubicBezTo>
                <a:cubicBezTo>
                  <a:pt x="814992" y="15260"/>
                  <a:pt x="839734" y="-674"/>
                  <a:pt x="865518" y="2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578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12" name="任意多边形: 形状 111"/>
          <p:cNvSpPr/>
          <p:nvPr userDrawn="1">
            <p:custDataLst>
              <p:tags r:id="rId80"/>
            </p:custDataLst>
          </p:nvPr>
        </p:nvSpPr>
        <p:spPr>
          <a:xfrm>
            <a:off x="10826802" y="4694336"/>
            <a:ext cx="1224680" cy="1320576"/>
          </a:xfrm>
          <a:custGeom>
            <a:avLst/>
            <a:gdLst>
              <a:gd name="connsiteX0" fmla="*/ 740335 w 1224680"/>
              <a:gd name="connsiteY0" fmla="*/ 0 h 1320576"/>
              <a:gd name="connsiteX1" fmla="*/ 791490 w 1224680"/>
              <a:gd name="connsiteY1" fmla="*/ 218747 h 1320576"/>
              <a:gd name="connsiteX2" fmla="*/ 795525 w 1224680"/>
              <a:gd name="connsiteY2" fmla="*/ 226777 h 1320576"/>
              <a:gd name="connsiteX3" fmla="*/ 813981 w 1224680"/>
              <a:gd name="connsiteY3" fmla="*/ 213056 h 1320576"/>
              <a:gd name="connsiteX4" fmla="*/ 1223753 w 1224680"/>
              <a:gd name="connsiteY4" fmla="*/ 19469 h 1320576"/>
              <a:gd name="connsiteX5" fmla="*/ 1224680 w 1224680"/>
              <a:gd name="connsiteY5" fmla="*/ 25321 h 1320576"/>
              <a:gd name="connsiteX6" fmla="*/ 822383 w 1224680"/>
              <a:gd name="connsiteY6" fmla="*/ 225108 h 1320576"/>
              <a:gd name="connsiteX7" fmla="*/ 806584 w 1224680"/>
              <a:gd name="connsiteY7" fmla="*/ 236489 h 1320576"/>
              <a:gd name="connsiteX8" fmla="*/ 779724 w 1224680"/>
              <a:gd name="connsiteY8" fmla="*/ 258952 h 1320576"/>
              <a:gd name="connsiteX9" fmla="*/ 781860 w 1224680"/>
              <a:gd name="connsiteY9" fmla="*/ 260337 h 1320576"/>
              <a:gd name="connsiteX10" fmla="*/ 1011682 w 1224680"/>
              <a:gd name="connsiteY10" fmla="*/ 321235 h 1320576"/>
              <a:gd name="connsiteX11" fmla="*/ 1011682 w 1224680"/>
              <a:gd name="connsiteY11" fmla="*/ 330042 h 1320576"/>
              <a:gd name="connsiteX12" fmla="*/ 820007 w 1224680"/>
              <a:gd name="connsiteY12" fmla="*/ 290120 h 1320576"/>
              <a:gd name="connsiteX13" fmla="*/ 784901 w 1224680"/>
              <a:gd name="connsiteY13" fmla="*/ 272390 h 1320576"/>
              <a:gd name="connsiteX14" fmla="*/ 772692 w 1224680"/>
              <a:gd name="connsiteY14" fmla="*/ 264833 h 1320576"/>
              <a:gd name="connsiteX15" fmla="*/ 762825 w 1224680"/>
              <a:gd name="connsiteY15" fmla="*/ 273085 h 1320576"/>
              <a:gd name="connsiteX16" fmla="*/ 605967 w 1224680"/>
              <a:gd name="connsiteY16" fmla="*/ 441872 h 1320576"/>
              <a:gd name="connsiteX17" fmla="*/ 587632 w 1224680"/>
              <a:gd name="connsiteY17" fmla="*/ 467359 h 1320576"/>
              <a:gd name="connsiteX18" fmla="*/ 593001 w 1224680"/>
              <a:gd name="connsiteY18" fmla="*/ 470096 h 1320576"/>
              <a:gd name="connsiteX19" fmla="*/ 953044 w 1224680"/>
              <a:gd name="connsiteY19" fmla="*/ 562162 h 1320576"/>
              <a:gd name="connsiteX20" fmla="*/ 953044 w 1224680"/>
              <a:gd name="connsiteY20" fmla="*/ 571433 h 1320576"/>
              <a:gd name="connsiteX21" fmla="*/ 619119 w 1224680"/>
              <a:gd name="connsiteY21" fmla="*/ 492514 h 1320576"/>
              <a:gd name="connsiteX22" fmla="*/ 619061 w 1224680"/>
              <a:gd name="connsiteY22" fmla="*/ 492514 h 1320576"/>
              <a:gd name="connsiteX23" fmla="*/ 590495 w 1224680"/>
              <a:gd name="connsiteY23" fmla="*/ 479181 h 1320576"/>
              <a:gd name="connsiteX24" fmla="*/ 582156 w 1224680"/>
              <a:gd name="connsiteY24" fmla="*/ 474971 h 1320576"/>
              <a:gd name="connsiteX25" fmla="*/ 450598 w 1224680"/>
              <a:gd name="connsiteY25" fmla="*/ 657849 h 1320576"/>
              <a:gd name="connsiteX26" fmla="*/ 402583 w 1224680"/>
              <a:gd name="connsiteY26" fmla="*/ 736987 h 1320576"/>
              <a:gd name="connsiteX27" fmla="*/ 425856 w 1224680"/>
              <a:gd name="connsiteY27" fmla="*/ 745677 h 1320576"/>
              <a:gd name="connsiteX28" fmla="*/ 786226 w 1224680"/>
              <a:gd name="connsiteY28" fmla="*/ 800539 h 1320576"/>
              <a:gd name="connsiteX29" fmla="*/ 787096 w 1224680"/>
              <a:gd name="connsiteY29" fmla="*/ 810273 h 1320576"/>
              <a:gd name="connsiteX30" fmla="*/ 422358 w 1224680"/>
              <a:gd name="connsiteY30" fmla="*/ 754751 h 1320576"/>
              <a:gd name="connsiteX31" fmla="*/ 397449 w 1224680"/>
              <a:gd name="connsiteY31" fmla="*/ 745448 h 1320576"/>
              <a:gd name="connsiteX32" fmla="*/ 345973 w 1224680"/>
              <a:gd name="connsiteY32" fmla="*/ 830289 h 1320576"/>
              <a:gd name="connsiteX33" fmla="*/ 211805 w 1224680"/>
              <a:gd name="connsiteY33" fmla="*/ 1084960 h 1320576"/>
              <a:gd name="connsiteX34" fmla="*/ 213463 w 1224680"/>
              <a:gd name="connsiteY34" fmla="*/ 1085423 h 1320576"/>
              <a:gd name="connsiteX35" fmla="*/ 661591 w 1224680"/>
              <a:gd name="connsiteY35" fmla="*/ 1109954 h 1320576"/>
              <a:gd name="connsiteX36" fmla="*/ 663735 w 1224680"/>
              <a:gd name="connsiteY36" fmla="*/ 1119920 h 1320576"/>
              <a:gd name="connsiteX37" fmla="*/ 210678 w 1224680"/>
              <a:gd name="connsiteY37" fmla="*/ 1095227 h 1320576"/>
              <a:gd name="connsiteX38" fmla="*/ 207255 w 1224680"/>
              <a:gd name="connsiteY38" fmla="*/ 1094278 h 1320576"/>
              <a:gd name="connsiteX39" fmla="*/ 153107 w 1224680"/>
              <a:gd name="connsiteY39" fmla="*/ 1208731 h 1320576"/>
              <a:gd name="connsiteX40" fmla="*/ 103313 w 1224680"/>
              <a:gd name="connsiteY40" fmla="*/ 1320576 h 1320576"/>
              <a:gd name="connsiteX41" fmla="*/ 89870 w 1224680"/>
              <a:gd name="connsiteY41" fmla="*/ 1314782 h 1320576"/>
              <a:gd name="connsiteX42" fmla="*/ 89870 w 1224680"/>
              <a:gd name="connsiteY42" fmla="*/ 1314724 h 1320576"/>
              <a:gd name="connsiteX43" fmla="*/ 139912 w 1224680"/>
              <a:gd name="connsiteY43" fmla="*/ 1202316 h 1320576"/>
              <a:gd name="connsiteX44" fmla="*/ 161430 w 1224680"/>
              <a:gd name="connsiteY44" fmla="*/ 1156843 h 1320576"/>
              <a:gd name="connsiteX45" fmla="*/ 158647 w 1224680"/>
              <a:gd name="connsiteY45" fmla="*/ 1158799 h 1320576"/>
              <a:gd name="connsiteX46" fmla="*/ 158705 w 1224680"/>
              <a:gd name="connsiteY46" fmla="*/ 1158741 h 1320576"/>
              <a:gd name="connsiteX47" fmla="*/ 0 w 1224680"/>
              <a:gd name="connsiteY47" fmla="*/ 756502 h 1320576"/>
              <a:gd name="connsiteX48" fmla="*/ 9677 w 1224680"/>
              <a:gd name="connsiteY48" fmla="*/ 755401 h 1320576"/>
              <a:gd name="connsiteX49" fmla="*/ 160512 w 1224680"/>
              <a:gd name="connsiteY49" fmla="*/ 1144011 h 1320576"/>
              <a:gd name="connsiteX50" fmla="*/ 164606 w 1224680"/>
              <a:gd name="connsiteY50" fmla="*/ 1150132 h 1320576"/>
              <a:gd name="connsiteX51" fmla="*/ 197517 w 1224680"/>
              <a:gd name="connsiteY51" fmla="*/ 1080585 h 1320576"/>
              <a:gd name="connsiteX52" fmla="*/ 333830 w 1224680"/>
              <a:gd name="connsiteY52" fmla="*/ 821990 h 1320576"/>
              <a:gd name="connsiteX53" fmla="*/ 346180 w 1224680"/>
              <a:gd name="connsiteY53" fmla="*/ 801651 h 1320576"/>
              <a:gd name="connsiteX54" fmla="*/ 340670 w 1224680"/>
              <a:gd name="connsiteY54" fmla="*/ 792793 h 1320576"/>
              <a:gd name="connsiteX55" fmla="*/ 210275 w 1224680"/>
              <a:gd name="connsiteY55" fmla="*/ 418695 h 1320576"/>
              <a:gd name="connsiteX56" fmla="*/ 220009 w 1224680"/>
              <a:gd name="connsiteY56" fmla="*/ 417884 h 1320576"/>
              <a:gd name="connsiteX57" fmla="*/ 348900 w 1224680"/>
              <a:gd name="connsiteY57" fmla="*/ 787518 h 1320576"/>
              <a:gd name="connsiteX58" fmla="*/ 351869 w 1224680"/>
              <a:gd name="connsiteY58" fmla="*/ 792282 h 1320576"/>
              <a:gd name="connsiteX59" fmla="*/ 439061 w 1224680"/>
              <a:gd name="connsiteY59" fmla="*/ 648689 h 1320576"/>
              <a:gd name="connsiteX60" fmla="*/ 562419 w 1224680"/>
              <a:gd name="connsiteY60" fmla="*/ 477370 h 1320576"/>
              <a:gd name="connsiteX61" fmla="*/ 560720 w 1224680"/>
              <a:gd name="connsiteY61" fmla="*/ 474407 h 1320576"/>
              <a:gd name="connsiteX62" fmla="*/ 458154 w 1224680"/>
              <a:gd name="connsiteY62" fmla="*/ 142366 h 1320576"/>
              <a:gd name="connsiteX63" fmla="*/ 466730 w 1224680"/>
              <a:gd name="connsiteY63" fmla="*/ 141960 h 1320576"/>
              <a:gd name="connsiteX64" fmla="*/ 556759 w 1224680"/>
              <a:gd name="connsiteY64" fmla="*/ 448822 h 1320576"/>
              <a:gd name="connsiteX65" fmla="*/ 567936 w 1224680"/>
              <a:gd name="connsiteY65" fmla="*/ 469708 h 1320576"/>
              <a:gd name="connsiteX66" fmla="*/ 595363 w 1224680"/>
              <a:gd name="connsiteY66" fmla="*/ 431617 h 1320576"/>
              <a:gd name="connsiteX67" fmla="*/ 749585 w 1224680"/>
              <a:gd name="connsiteY67" fmla="*/ 265429 h 1320576"/>
              <a:gd name="connsiteX68" fmla="*/ 788479 w 1224680"/>
              <a:gd name="connsiteY68" fmla="*/ 232613 h 1320576"/>
              <a:gd name="connsiteX69" fmla="*/ 783693 w 1224680"/>
              <a:gd name="connsiteY69" fmla="*/ 222828 h 1320576"/>
              <a:gd name="connsiteX70" fmla="*/ 731528 w 1224680"/>
              <a:gd name="connsiteY70" fmla="*/ 406 h 1320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1224680" h="1320576">
                <a:moveTo>
                  <a:pt x="740335" y="0"/>
                </a:moveTo>
                <a:cubicBezTo>
                  <a:pt x="745115" y="106470"/>
                  <a:pt x="776068" y="185497"/>
                  <a:pt x="791490" y="218747"/>
                </a:cubicBezTo>
                <a:lnTo>
                  <a:pt x="795525" y="226777"/>
                </a:lnTo>
                <a:lnTo>
                  <a:pt x="813981" y="213056"/>
                </a:lnTo>
                <a:cubicBezTo>
                  <a:pt x="825570" y="204133"/>
                  <a:pt x="998761" y="54988"/>
                  <a:pt x="1223753" y="19469"/>
                </a:cubicBezTo>
                <a:lnTo>
                  <a:pt x="1224680" y="25321"/>
                </a:lnTo>
                <a:cubicBezTo>
                  <a:pt x="1008495" y="65649"/>
                  <a:pt x="911383" y="156794"/>
                  <a:pt x="822383" y="225108"/>
                </a:cubicBezTo>
                <a:cubicBezTo>
                  <a:pt x="822180" y="225253"/>
                  <a:pt x="816712" y="228770"/>
                  <a:pt x="806584" y="236489"/>
                </a:cubicBezTo>
                <a:lnTo>
                  <a:pt x="779724" y="258952"/>
                </a:lnTo>
                <a:lnTo>
                  <a:pt x="781860" y="260337"/>
                </a:lnTo>
                <a:cubicBezTo>
                  <a:pt x="802120" y="272988"/>
                  <a:pt x="888380" y="321843"/>
                  <a:pt x="1011682" y="321235"/>
                </a:cubicBezTo>
                <a:lnTo>
                  <a:pt x="1011682" y="330042"/>
                </a:lnTo>
                <a:cubicBezTo>
                  <a:pt x="928476" y="330448"/>
                  <a:pt x="861726" y="308661"/>
                  <a:pt x="820007" y="290120"/>
                </a:cubicBezTo>
                <a:cubicBezTo>
                  <a:pt x="804826" y="283370"/>
                  <a:pt x="792991" y="277054"/>
                  <a:pt x="784901" y="272390"/>
                </a:cubicBezTo>
                <a:lnTo>
                  <a:pt x="772692" y="264833"/>
                </a:lnTo>
                <a:lnTo>
                  <a:pt x="762825" y="273085"/>
                </a:lnTo>
                <a:cubicBezTo>
                  <a:pt x="725141" y="306996"/>
                  <a:pt x="671240" y="361042"/>
                  <a:pt x="605967" y="441872"/>
                </a:cubicBezTo>
                <a:lnTo>
                  <a:pt x="587632" y="467359"/>
                </a:lnTo>
                <a:lnTo>
                  <a:pt x="593001" y="470096"/>
                </a:lnTo>
                <a:cubicBezTo>
                  <a:pt x="631517" y="489198"/>
                  <a:pt x="790905" y="562923"/>
                  <a:pt x="953044" y="562162"/>
                </a:cubicBezTo>
                <a:lnTo>
                  <a:pt x="953044" y="571433"/>
                </a:lnTo>
                <a:cubicBezTo>
                  <a:pt x="817110" y="572070"/>
                  <a:pt x="683262" y="521080"/>
                  <a:pt x="619119" y="492514"/>
                </a:cubicBezTo>
                <a:lnTo>
                  <a:pt x="619061" y="492514"/>
                </a:lnTo>
                <a:cubicBezTo>
                  <a:pt x="606864" y="487097"/>
                  <a:pt x="597188" y="482476"/>
                  <a:pt x="590495" y="479181"/>
                </a:cubicBezTo>
                <a:lnTo>
                  <a:pt x="582156" y="474971"/>
                </a:lnTo>
                <a:lnTo>
                  <a:pt x="450598" y="657849"/>
                </a:lnTo>
                <a:lnTo>
                  <a:pt x="402583" y="736987"/>
                </a:lnTo>
                <a:lnTo>
                  <a:pt x="425856" y="745677"/>
                </a:lnTo>
                <a:cubicBezTo>
                  <a:pt x="491859" y="769130"/>
                  <a:pt x="640428" y="813663"/>
                  <a:pt x="786226" y="800539"/>
                </a:cubicBezTo>
                <a:lnTo>
                  <a:pt x="787096" y="810273"/>
                </a:lnTo>
                <a:cubicBezTo>
                  <a:pt x="639385" y="823528"/>
                  <a:pt x="489099" y="778473"/>
                  <a:pt x="422358" y="754751"/>
                </a:cubicBezTo>
                <a:lnTo>
                  <a:pt x="397449" y="745448"/>
                </a:lnTo>
                <a:lnTo>
                  <a:pt x="345973" y="830289"/>
                </a:lnTo>
                <a:lnTo>
                  <a:pt x="211805" y="1084960"/>
                </a:lnTo>
                <a:lnTo>
                  <a:pt x="213463" y="1085423"/>
                </a:lnTo>
                <a:cubicBezTo>
                  <a:pt x="264972" y="1099212"/>
                  <a:pt x="476080" y="1149855"/>
                  <a:pt x="661591" y="1109954"/>
                </a:cubicBezTo>
                <a:lnTo>
                  <a:pt x="663735" y="1119920"/>
                </a:lnTo>
                <a:cubicBezTo>
                  <a:pt x="475993" y="1160277"/>
                  <a:pt x="262698" y="1109115"/>
                  <a:pt x="210678" y="1095227"/>
                </a:cubicBezTo>
                <a:lnTo>
                  <a:pt x="207255" y="1094278"/>
                </a:lnTo>
                <a:lnTo>
                  <a:pt x="153107" y="1208731"/>
                </a:lnTo>
                <a:cubicBezTo>
                  <a:pt x="135235" y="1247737"/>
                  <a:pt x="118615" y="1285197"/>
                  <a:pt x="103313" y="1320576"/>
                </a:cubicBezTo>
                <a:lnTo>
                  <a:pt x="89870" y="1314782"/>
                </a:lnTo>
                <a:lnTo>
                  <a:pt x="89870" y="1314724"/>
                </a:lnTo>
                <a:cubicBezTo>
                  <a:pt x="105246" y="1279166"/>
                  <a:pt x="121948" y="1241518"/>
                  <a:pt x="139912" y="1202316"/>
                </a:cubicBezTo>
                <a:lnTo>
                  <a:pt x="161430" y="1156843"/>
                </a:lnTo>
                <a:lnTo>
                  <a:pt x="158647" y="1158799"/>
                </a:lnTo>
                <a:lnTo>
                  <a:pt x="158705" y="1158741"/>
                </a:lnTo>
                <a:cubicBezTo>
                  <a:pt x="157373" y="1156829"/>
                  <a:pt x="24162" y="965502"/>
                  <a:pt x="0" y="756502"/>
                </a:cubicBezTo>
                <a:lnTo>
                  <a:pt x="9677" y="755401"/>
                </a:lnTo>
                <a:cubicBezTo>
                  <a:pt x="30565" y="936146"/>
                  <a:pt x="134101" y="1103672"/>
                  <a:pt x="160512" y="1144011"/>
                </a:cubicBezTo>
                <a:lnTo>
                  <a:pt x="164606" y="1150132"/>
                </a:lnTo>
                <a:lnTo>
                  <a:pt x="197517" y="1080585"/>
                </a:lnTo>
                <a:cubicBezTo>
                  <a:pt x="238354" y="997036"/>
                  <a:pt x="283968" y="909411"/>
                  <a:pt x="333830" y="821990"/>
                </a:cubicBezTo>
                <a:lnTo>
                  <a:pt x="346180" y="801651"/>
                </a:lnTo>
                <a:lnTo>
                  <a:pt x="340670" y="792793"/>
                </a:lnTo>
                <a:cubicBezTo>
                  <a:pt x="316891" y="753632"/>
                  <a:pt x="224167" y="591177"/>
                  <a:pt x="210275" y="418695"/>
                </a:cubicBezTo>
                <a:lnTo>
                  <a:pt x="220009" y="417884"/>
                </a:lnTo>
                <a:cubicBezTo>
                  <a:pt x="233749" y="588236"/>
                  <a:pt x="325389" y="748829"/>
                  <a:pt x="348900" y="787518"/>
                </a:cubicBezTo>
                <a:lnTo>
                  <a:pt x="351869" y="792282"/>
                </a:lnTo>
                <a:lnTo>
                  <a:pt x="439061" y="648689"/>
                </a:lnTo>
                <a:lnTo>
                  <a:pt x="562419" y="477370"/>
                </a:lnTo>
                <a:lnTo>
                  <a:pt x="560720" y="474407"/>
                </a:lnTo>
                <a:cubicBezTo>
                  <a:pt x="541112" y="439354"/>
                  <a:pt x="464897" y="294010"/>
                  <a:pt x="458154" y="142366"/>
                </a:cubicBezTo>
                <a:lnTo>
                  <a:pt x="466730" y="141960"/>
                </a:lnTo>
                <a:cubicBezTo>
                  <a:pt x="472466" y="270289"/>
                  <a:pt x="528623" y="394185"/>
                  <a:pt x="556759" y="448822"/>
                </a:cubicBezTo>
                <a:lnTo>
                  <a:pt x="567936" y="469708"/>
                </a:lnTo>
                <a:lnTo>
                  <a:pt x="595363" y="431617"/>
                </a:lnTo>
                <a:cubicBezTo>
                  <a:pt x="659187" y="352699"/>
                  <a:pt x="711872" y="299580"/>
                  <a:pt x="749585" y="265429"/>
                </a:cubicBezTo>
                <a:lnTo>
                  <a:pt x="788479" y="232613"/>
                </a:lnTo>
                <a:lnTo>
                  <a:pt x="783693" y="222828"/>
                </a:lnTo>
                <a:cubicBezTo>
                  <a:pt x="767967" y="188956"/>
                  <a:pt x="736352" y="108484"/>
                  <a:pt x="731528" y="406"/>
                </a:cubicBezTo>
                <a:close/>
              </a:path>
            </a:pathLst>
          </a:custGeom>
          <a:solidFill>
            <a:schemeClr val="accent2"/>
          </a:solidFill>
          <a:ln w="578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13" name="任意多边形: 形状 112"/>
          <p:cNvSpPr/>
          <p:nvPr userDrawn="1">
            <p:custDataLst>
              <p:tags r:id="rId81"/>
            </p:custDataLst>
          </p:nvPr>
        </p:nvSpPr>
        <p:spPr>
          <a:xfrm>
            <a:off x="9965376" y="5098697"/>
            <a:ext cx="1423254" cy="953645"/>
          </a:xfrm>
          <a:custGeom>
            <a:avLst/>
            <a:gdLst>
              <a:gd name="connsiteX0" fmla="*/ 1387374 w 1423254"/>
              <a:gd name="connsiteY0" fmla="*/ 784047 h 953645"/>
              <a:gd name="connsiteX1" fmla="*/ 1417157 w 1423254"/>
              <a:gd name="connsiteY1" fmla="*/ 914592 h 953645"/>
              <a:gd name="connsiteX2" fmla="*/ 1397225 w 1423254"/>
              <a:gd name="connsiteY2" fmla="*/ 953645 h 953645"/>
              <a:gd name="connsiteX3" fmla="*/ 151281 w 1423254"/>
              <a:gd name="connsiteY3" fmla="*/ 953645 h 953645"/>
              <a:gd name="connsiteX4" fmla="*/ 126713 w 1423254"/>
              <a:gd name="connsiteY4" fmla="*/ 936900 h 953645"/>
              <a:gd name="connsiteX5" fmla="*/ 28616 w 1423254"/>
              <a:gd name="connsiteY5" fmla="*/ 837702 h 953645"/>
              <a:gd name="connsiteX6" fmla="*/ 10016 w 1423254"/>
              <a:gd name="connsiteY6" fmla="*/ 712487 h 953645"/>
              <a:gd name="connsiteX7" fmla="*/ 111126 w 1423254"/>
              <a:gd name="connsiteY7" fmla="*/ 663931 h 953645"/>
              <a:gd name="connsiteX8" fmla="*/ 208528 w 1423254"/>
              <a:gd name="connsiteY8" fmla="*/ 701594 h 953645"/>
              <a:gd name="connsiteX9" fmla="*/ 116978 w 1423254"/>
              <a:gd name="connsiteY9" fmla="*/ 526607 h 953645"/>
              <a:gd name="connsiteX10" fmla="*/ 88413 w 1423254"/>
              <a:gd name="connsiteY10" fmla="*/ 424337 h 953645"/>
              <a:gd name="connsiteX11" fmla="*/ 85863 w 1423254"/>
              <a:gd name="connsiteY11" fmla="*/ 342348 h 953645"/>
              <a:gd name="connsiteX12" fmla="*/ 122889 w 1423254"/>
              <a:gd name="connsiteY12" fmla="*/ 278611 h 953645"/>
              <a:gd name="connsiteX13" fmla="*/ 211251 w 1423254"/>
              <a:gd name="connsiteY13" fmla="*/ 274439 h 953645"/>
              <a:gd name="connsiteX14" fmla="*/ 294457 w 1423254"/>
              <a:gd name="connsiteY14" fmla="*/ 330586 h 953645"/>
              <a:gd name="connsiteX15" fmla="*/ 367871 w 1423254"/>
              <a:gd name="connsiteY15" fmla="*/ 404347 h 953645"/>
              <a:gd name="connsiteX16" fmla="*/ 453105 w 1423254"/>
              <a:gd name="connsiteY16" fmla="*/ 528403 h 953645"/>
              <a:gd name="connsiteX17" fmla="*/ 481439 w 1423254"/>
              <a:gd name="connsiteY17" fmla="*/ 151311 h 953645"/>
              <a:gd name="connsiteX18" fmla="*/ 529879 w 1423254"/>
              <a:gd name="connsiteY18" fmla="*/ 51359 h 953645"/>
              <a:gd name="connsiteX19" fmla="*/ 612737 w 1423254"/>
              <a:gd name="connsiteY19" fmla="*/ 312 h 953645"/>
              <a:gd name="connsiteX20" fmla="*/ 709675 w 1423254"/>
              <a:gd name="connsiteY20" fmla="*/ 45971 h 953645"/>
              <a:gd name="connsiteX21" fmla="*/ 759622 w 1423254"/>
              <a:gd name="connsiteY21" fmla="*/ 159307 h 953645"/>
              <a:gd name="connsiteX22" fmla="*/ 790216 w 1423254"/>
              <a:gd name="connsiteY22" fmla="*/ 299586 h 953645"/>
              <a:gd name="connsiteX23" fmla="*/ 821273 w 1423254"/>
              <a:gd name="connsiteY23" fmla="*/ 548451 h 953645"/>
              <a:gd name="connsiteX24" fmla="*/ 928004 w 1423254"/>
              <a:gd name="connsiteY24" fmla="*/ 372189 h 953645"/>
              <a:gd name="connsiteX25" fmla="*/ 1010804 w 1423254"/>
              <a:gd name="connsiteY25" fmla="*/ 300861 h 953645"/>
              <a:gd name="connsiteX26" fmla="*/ 1116897 w 1423254"/>
              <a:gd name="connsiteY26" fmla="*/ 251030 h 953645"/>
              <a:gd name="connsiteX27" fmla="*/ 1221020 w 1423254"/>
              <a:gd name="connsiteY27" fmla="*/ 266733 h 953645"/>
              <a:gd name="connsiteX28" fmla="*/ 1270156 w 1423254"/>
              <a:gd name="connsiteY28" fmla="*/ 353473 h 953645"/>
              <a:gd name="connsiteX29" fmla="*/ 1249644 w 1423254"/>
              <a:gd name="connsiteY29" fmla="*/ 461826 h 953645"/>
              <a:gd name="connsiteX30" fmla="*/ 1201088 w 1423254"/>
              <a:gd name="connsiteY30" fmla="*/ 567804 h 953645"/>
              <a:gd name="connsiteX31" fmla="*/ 1073498 w 1423254"/>
              <a:gd name="connsiteY31" fmla="*/ 734853 h 953645"/>
              <a:gd name="connsiteX32" fmla="*/ 1258162 w 1423254"/>
              <a:gd name="connsiteY32" fmla="*/ 715095 h 953645"/>
              <a:gd name="connsiteX33" fmla="*/ 1387374 w 1423254"/>
              <a:gd name="connsiteY33" fmla="*/ 783931 h 953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423254" h="953645">
                <a:moveTo>
                  <a:pt x="1387374" y="784047"/>
                </a:moveTo>
                <a:cubicBezTo>
                  <a:pt x="1417968" y="820319"/>
                  <a:pt x="1432338" y="868469"/>
                  <a:pt x="1417157" y="914592"/>
                </a:cubicBezTo>
                <a:cubicBezTo>
                  <a:pt x="1412522" y="928672"/>
                  <a:pt x="1405742" y="941709"/>
                  <a:pt x="1397225" y="953645"/>
                </a:cubicBezTo>
                <a:lnTo>
                  <a:pt x="151281" y="953645"/>
                </a:lnTo>
                <a:cubicBezTo>
                  <a:pt x="142879" y="948315"/>
                  <a:pt x="134651" y="942810"/>
                  <a:pt x="126713" y="936900"/>
                </a:cubicBezTo>
                <a:cubicBezTo>
                  <a:pt x="89398" y="909667"/>
                  <a:pt x="53937" y="876524"/>
                  <a:pt x="28616" y="837702"/>
                </a:cubicBezTo>
                <a:cubicBezTo>
                  <a:pt x="5091" y="801545"/>
                  <a:pt x="-11597" y="753337"/>
                  <a:pt x="10016" y="712487"/>
                </a:cubicBezTo>
                <a:cubicBezTo>
                  <a:pt x="29079" y="676621"/>
                  <a:pt x="72363" y="661382"/>
                  <a:pt x="111126" y="663931"/>
                </a:cubicBezTo>
                <a:cubicBezTo>
                  <a:pt x="146703" y="666249"/>
                  <a:pt x="178746" y="682357"/>
                  <a:pt x="208528" y="701594"/>
                </a:cubicBezTo>
                <a:cubicBezTo>
                  <a:pt x="170402" y="647649"/>
                  <a:pt x="139460" y="588895"/>
                  <a:pt x="116978" y="526607"/>
                </a:cubicBezTo>
                <a:cubicBezTo>
                  <a:pt x="105042" y="493347"/>
                  <a:pt x="95192" y="459103"/>
                  <a:pt x="88413" y="424337"/>
                </a:cubicBezTo>
                <a:cubicBezTo>
                  <a:pt x="83082" y="397510"/>
                  <a:pt x="81170" y="369466"/>
                  <a:pt x="85863" y="342348"/>
                </a:cubicBezTo>
                <a:cubicBezTo>
                  <a:pt x="90209" y="317317"/>
                  <a:pt x="101624" y="293387"/>
                  <a:pt x="122889" y="278611"/>
                </a:cubicBezTo>
                <a:cubicBezTo>
                  <a:pt x="149311" y="260301"/>
                  <a:pt x="182686" y="262735"/>
                  <a:pt x="211251" y="274439"/>
                </a:cubicBezTo>
                <a:cubicBezTo>
                  <a:pt x="242483" y="287187"/>
                  <a:pt x="269194" y="308741"/>
                  <a:pt x="294457" y="330586"/>
                </a:cubicBezTo>
                <a:cubicBezTo>
                  <a:pt x="320763" y="353242"/>
                  <a:pt x="345273" y="377983"/>
                  <a:pt x="367871" y="404347"/>
                </a:cubicBezTo>
                <a:cubicBezTo>
                  <a:pt x="400666" y="442532"/>
                  <a:pt x="429232" y="484192"/>
                  <a:pt x="453105" y="528403"/>
                </a:cubicBezTo>
                <a:cubicBezTo>
                  <a:pt x="439082" y="447573"/>
                  <a:pt x="455017" y="268993"/>
                  <a:pt x="481439" y="151311"/>
                </a:cubicBezTo>
                <a:cubicBezTo>
                  <a:pt x="489609" y="115096"/>
                  <a:pt x="507223" y="81026"/>
                  <a:pt x="529879" y="51359"/>
                </a:cubicBezTo>
                <a:cubicBezTo>
                  <a:pt x="550333" y="24590"/>
                  <a:pt x="578261" y="3209"/>
                  <a:pt x="612737" y="312"/>
                </a:cubicBezTo>
                <a:cubicBezTo>
                  <a:pt x="650168" y="-2817"/>
                  <a:pt x="686093" y="17984"/>
                  <a:pt x="709675" y="45971"/>
                </a:cubicBezTo>
                <a:cubicBezTo>
                  <a:pt x="736735" y="78071"/>
                  <a:pt x="749424" y="119268"/>
                  <a:pt x="759622" y="159307"/>
                </a:cubicBezTo>
                <a:cubicBezTo>
                  <a:pt x="771442" y="205719"/>
                  <a:pt x="781524" y="252479"/>
                  <a:pt x="790216" y="299586"/>
                </a:cubicBezTo>
                <a:cubicBezTo>
                  <a:pt x="805339" y="381865"/>
                  <a:pt x="815711" y="465071"/>
                  <a:pt x="821273" y="548451"/>
                </a:cubicBezTo>
                <a:cubicBezTo>
                  <a:pt x="844218" y="483207"/>
                  <a:pt x="880780" y="422889"/>
                  <a:pt x="928004" y="372189"/>
                </a:cubicBezTo>
                <a:cubicBezTo>
                  <a:pt x="952861" y="345477"/>
                  <a:pt x="980674" y="321489"/>
                  <a:pt x="1010804" y="300861"/>
                </a:cubicBezTo>
                <a:cubicBezTo>
                  <a:pt x="1042904" y="278843"/>
                  <a:pt x="1078423" y="258969"/>
                  <a:pt x="1116897" y="251030"/>
                </a:cubicBezTo>
                <a:cubicBezTo>
                  <a:pt x="1152069" y="243730"/>
                  <a:pt x="1190137" y="247264"/>
                  <a:pt x="1221020" y="266733"/>
                </a:cubicBezTo>
                <a:cubicBezTo>
                  <a:pt x="1251440" y="285854"/>
                  <a:pt x="1267607" y="318186"/>
                  <a:pt x="1270156" y="353473"/>
                </a:cubicBezTo>
                <a:cubicBezTo>
                  <a:pt x="1272763" y="390499"/>
                  <a:pt x="1262218" y="427408"/>
                  <a:pt x="1249644" y="461826"/>
                </a:cubicBezTo>
                <a:cubicBezTo>
                  <a:pt x="1236259" y="498388"/>
                  <a:pt x="1220036" y="533850"/>
                  <a:pt x="1201088" y="567804"/>
                </a:cubicBezTo>
                <a:cubicBezTo>
                  <a:pt x="1166844" y="629223"/>
                  <a:pt x="1123677" y="685602"/>
                  <a:pt x="1073498" y="734853"/>
                </a:cubicBezTo>
                <a:cubicBezTo>
                  <a:pt x="1133817" y="719440"/>
                  <a:pt x="1195931" y="706519"/>
                  <a:pt x="1258162" y="715095"/>
                </a:cubicBezTo>
                <a:cubicBezTo>
                  <a:pt x="1307703" y="721990"/>
                  <a:pt x="1354810" y="745399"/>
                  <a:pt x="1387374" y="783931"/>
                </a:cubicBezTo>
              </a:path>
            </a:pathLst>
          </a:custGeom>
          <a:solidFill>
            <a:schemeClr val="accent4"/>
          </a:solidFill>
          <a:ln w="578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14" name="任意多边形: 形状 113"/>
          <p:cNvSpPr/>
          <p:nvPr userDrawn="1">
            <p:custDataLst>
              <p:tags r:id="rId82"/>
            </p:custDataLst>
          </p:nvPr>
        </p:nvSpPr>
        <p:spPr>
          <a:xfrm>
            <a:off x="10144005" y="5203132"/>
            <a:ext cx="459312" cy="831885"/>
          </a:xfrm>
          <a:custGeom>
            <a:avLst/>
            <a:gdLst>
              <a:gd name="connsiteX0" fmla="*/ 0 w 459312"/>
              <a:gd name="connsiteY0" fmla="*/ 274591 h 831885"/>
              <a:gd name="connsiteX1" fmla="*/ 459313 w 459312"/>
              <a:gd name="connsiteY1" fmla="*/ 831886 h 831885"/>
              <a:gd name="connsiteX2" fmla="*/ 450969 w 459312"/>
              <a:gd name="connsiteY2" fmla="*/ 0 h 831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9312" h="831885">
                <a:moveTo>
                  <a:pt x="0" y="274591"/>
                </a:moveTo>
                <a:lnTo>
                  <a:pt x="459313" y="831886"/>
                </a:lnTo>
                <a:lnTo>
                  <a:pt x="450969" y="0"/>
                </a:lnTo>
              </a:path>
            </a:pathLst>
          </a:custGeom>
          <a:noFill/>
          <a:ln w="578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15" name="任意多边形: 形状 114"/>
          <p:cNvSpPr/>
          <p:nvPr userDrawn="1">
            <p:custDataLst>
              <p:tags r:id="rId83"/>
            </p:custDataLst>
          </p:nvPr>
        </p:nvSpPr>
        <p:spPr>
          <a:xfrm>
            <a:off x="10661898" y="5441973"/>
            <a:ext cx="618481" cy="606429"/>
          </a:xfrm>
          <a:custGeom>
            <a:avLst/>
            <a:gdLst>
              <a:gd name="connsiteX0" fmla="*/ 618481 w 618481"/>
              <a:gd name="connsiteY0" fmla="*/ 504624 h 606429"/>
              <a:gd name="connsiteX1" fmla="*/ 0 w 618481"/>
              <a:gd name="connsiteY1" fmla="*/ 606430 h 606429"/>
              <a:gd name="connsiteX2" fmla="*/ 448825 w 618481"/>
              <a:gd name="connsiteY2" fmla="*/ 0 h 60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8481" h="606429">
                <a:moveTo>
                  <a:pt x="618481" y="504624"/>
                </a:moveTo>
                <a:lnTo>
                  <a:pt x="0" y="606430"/>
                </a:lnTo>
                <a:lnTo>
                  <a:pt x="448825" y="0"/>
                </a:lnTo>
              </a:path>
            </a:pathLst>
          </a:custGeom>
          <a:noFill/>
          <a:ln w="578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16" name="任意多边形: 形状 115"/>
          <p:cNvSpPr/>
          <p:nvPr userDrawn="1">
            <p:custDataLst>
              <p:tags r:id="rId84"/>
            </p:custDataLst>
          </p:nvPr>
        </p:nvSpPr>
        <p:spPr>
          <a:xfrm>
            <a:off x="9261653" y="5587743"/>
            <a:ext cx="1511495" cy="464715"/>
          </a:xfrm>
          <a:custGeom>
            <a:avLst/>
            <a:gdLst>
              <a:gd name="connsiteX0" fmla="*/ 0 w 1511495"/>
              <a:gd name="connsiteY0" fmla="*/ 464715 h 464715"/>
              <a:gd name="connsiteX1" fmla="*/ 263118 w 1511495"/>
              <a:gd name="connsiteY1" fmla="*/ 98459 h 464715"/>
              <a:gd name="connsiteX2" fmla="*/ 737728 w 1511495"/>
              <a:gd name="connsiteY2" fmla="*/ 129400 h 464715"/>
              <a:gd name="connsiteX3" fmla="*/ 1511496 w 1511495"/>
              <a:gd name="connsiteY3" fmla="*/ 464715 h 464715"/>
              <a:gd name="connsiteX4" fmla="*/ 0 w 1511495"/>
              <a:gd name="connsiteY4" fmla="*/ 464715 h 464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1495" h="464715">
                <a:moveTo>
                  <a:pt x="0" y="464715"/>
                </a:moveTo>
                <a:cubicBezTo>
                  <a:pt x="0" y="464715"/>
                  <a:pt x="36098" y="88145"/>
                  <a:pt x="263118" y="98459"/>
                </a:cubicBezTo>
                <a:cubicBezTo>
                  <a:pt x="490080" y="108772"/>
                  <a:pt x="433354" y="361577"/>
                  <a:pt x="737728" y="129400"/>
                </a:cubicBezTo>
                <a:cubicBezTo>
                  <a:pt x="1042101" y="-102719"/>
                  <a:pt x="1470241" y="-40836"/>
                  <a:pt x="1511496" y="464715"/>
                </a:cubicBezTo>
                <a:lnTo>
                  <a:pt x="0" y="464715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578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17" name="任意多边形: 形状 116"/>
          <p:cNvSpPr/>
          <p:nvPr userDrawn="1">
            <p:custDataLst>
              <p:tags r:id="rId85"/>
            </p:custDataLst>
          </p:nvPr>
        </p:nvSpPr>
        <p:spPr>
          <a:xfrm>
            <a:off x="10281135" y="5668072"/>
            <a:ext cx="313580" cy="381485"/>
          </a:xfrm>
          <a:custGeom>
            <a:avLst/>
            <a:gdLst>
              <a:gd name="connsiteX0" fmla="*/ 1004066 w 1004065"/>
              <a:gd name="connsiteY0" fmla="*/ 0 h 1221493"/>
              <a:gd name="connsiteX1" fmla="*/ 279375 w 1004065"/>
              <a:gd name="connsiteY1" fmla="*/ 542867 h 1221493"/>
              <a:gd name="connsiteX2" fmla="*/ 102766 w 1004065"/>
              <a:gd name="connsiteY2" fmla="*/ 754300 h 1221493"/>
              <a:gd name="connsiteX3" fmla="*/ 2061 w 1004065"/>
              <a:gd name="connsiteY3" fmla="*/ 1221493 h 122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4065" h="1221493">
                <a:moveTo>
                  <a:pt x="1004066" y="0"/>
                </a:moveTo>
                <a:cubicBezTo>
                  <a:pt x="739789" y="147696"/>
                  <a:pt x="495328" y="330796"/>
                  <a:pt x="279375" y="542867"/>
                </a:cubicBezTo>
                <a:cubicBezTo>
                  <a:pt x="213668" y="607357"/>
                  <a:pt x="150047" y="675266"/>
                  <a:pt x="102766" y="754300"/>
                </a:cubicBezTo>
                <a:cubicBezTo>
                  <a:pt x="19734" y="893073"/>
                  <a:pt x="-8311" y="1060065"/>
                  <a:pt x="2061" y="1221493"/>
                </a:cubicBezTo>
              </a:path>
            </a:pathLst>
          </a:custGeom>
          <a:noFill/>
          <a:ln w="5784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18" name="任意多边形: 形状 117"/>
          <p:cNvSpPr/>
          <p:nvPr userDrawn="1">
            <p:custDataLst>
              <p:tags r:id="rId86"/>
            </p:custDataLst>
          </p:nvPr>
        </p:nvSpPr>
        <p:spPr>
          <a:xfrm>
            <a:off x="10144005" y="5591456"/>
            <a:ext cx="255401" cy="457287"/>
          </a:xfrm>
          <a:custGeom>
            <a:avLst/>
            <a:gdLst>
              <a:gd name="connsiteX0" fmla="*/ 725618 w 725617"/>
              <a:gd name="connsiteY0" fmla="*/ 0 h 1299194"/>
              <a:gd name="connsiteX1" fmla="*/ 179854 w 725617"/>
              <a:gd name="connsiteY1" fmla="*/ 540201 h 1299194"/>
              <a:gd name="connsiteX2" fmla="*/ 0 w 725617"/>
              <a:gd name="connsiteY2" fmla="*/ 1299195 h 129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5617" h="1299194">
                <a:moveTo>
                  <a:pt x="725618" y="0"/>
                </a:moveTo>
                <a:cubicBezTo>
                  <a:pt x="483591" y="99488"/>
                  <a:pt x="295103" y="305301"/>
                  <a:pt x="179854" y="540201"/>
                </a:cubicBezTo>
                <a:cubicBezTo>
                  <a:pt x="64548" y="775102"/>
                  <a:pt x="16977" y="1038046"/>
                  <a:pt x="0" y="1299195"/>
                </a:cubicBezTo>
              </a:path>
            </a:pathLst>
          </a:custGeom>
          <a:noFill/>
          <a:ln w="5784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19" name="任意多边形: 形状 118"/>
          <p:cNvSpPr/>
          <p:nvPr userDrawn="1">
            <p:custDataLst>
              <p:tags r:id="rId87"/>
            </p:custDataLst>
          </p:nvPr>
        </p:nvSpPr>
        <p:spPr>
          <a:xfrm>
            <a:off x="9922539" y="5757287"/>
            <a:ext cx="45719" cy="295049"/>
          </a:xfrm>
          <a:custGeom>
            <a:avLst/>
            <a:gdLst>
              <a:gd name="connsiteX0" fmla="*/ 142230 w 142229"/>
              <a:gd name="connsiteY0" fmla="*/ 0 h 1045868"/>
              <a:gd name="connsiteX1" fmla="*/ 105436 w 142229"/>
              <a:gd name="connsiteY1" fmla="*/ 1045869 h 1045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2229" h="1045868">
                <a:moveTo>
                  <a:pt x="142230" y="0"/>
                </a:moveTo>
                <a:cubicBezTo>
                  <a:pt x="-33221" y="316716"/>
                  <a:pt x="-47359" y="717622"/>
                  <a:pt x="105436" y="1045869"/>
                </a:cubicBezTo>
              </a:path>
            </a:pathLst>
          </a:custGeom>
          <a:noFill/>
          <a:ln w="5784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20" name="任意多边形: 形状 119"/>
          <p:cNvSpPr/>
          <p:nvPr userDrawn="1">
            <p:custDataLst>
              <p:tags r:id="rId88"/>
            </p:custDataLst>
          </p:nvPr>
        </p:nvSpPr>
        <p:spPr>
          <a:xfrm>
            <a:off x="9347939" y="5776477"/>
            <a:ext cx="131359" cy="276998"/>
          </a:xfrm>
          <a:custGeom>
            <a:avLst/>
            <a:gdLst>
              <a:gd name="connsiteX0" fmla="*/ 73252 w 655403"/>
              <a:gd name="connsiteY0" fmla="*/ 0 h 1382052"/>
              <a:gd name="connsiteX1" fmla="*/ 6039 w 655403"/>
              <a:gd name="connsiteY1" fmla="*/ 343891 h 1382052"/>
              <a:gd name="connsiteX2" fmla="*/ 14614 w 655403"/>
              <a:gd name="connsiteY2" fmla="*/ 592350 h 1382052"/>
              <a:gd name="connsiteX3" fmla="*/ 184618 w 655403"/>
              <a:gd name="connsiteY3" fmla="*/ 903735 h 1382052"/>
              <a:gd name="connsiteX4" fmla="*/ 655404 w 655403"/>
              <a:gd name="connsiteY4" fmla="*/ 1382053 h 1382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403" h="1382052">
                <a:moveTo>
                  <a:pt x="73252" y="0"/>
                </a:moveTo>
                <a:cubicBezTo>
                  <a:pt x="39993" y="112119"/>
                  <a:pt x="17453" y="227484"/>
                  <a:pt x="6039" y="343891"/>
                </a:cubicBezTo>
                <a:cubicBezTo>
                  <a:pt x="-2073" y="426749"/>
                  <a:pt x="-4449" y="511288"/>
                  <a:pt x="14614" y="592350"/>
                </a:cubicBezTo>
                <a:cubicBezTo>
                  <a:pt x="41905" y="708409"/>
                  <a:pt x="111147" y="809867"/>
                  <a:pt x="184618" y="903735"/>
                </a:cubicBezTo>
                <a:cubicBezTo>
                  <a:pt x="322812" y="1080287"/>
                  <a:pt x="481112" y="1241078"/>
                  <a:pt x="655404" y="1382053"/>
                </a:cubicBezTo>
              </a:path>
            </a:pathLst>
          </a:custGeom>
          <a:noFill/>
          <a:ln w="5784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21" name="任意多边形: 形状 120"/>
          <p:cNvSpPr/>
          <p:nvPr userDrawn="1">
            <p:custDataLst>
              <p:tags r:id="rId89"/>
            </p:custDataLst>
          </p:nvPr>
        </p:nvSpPr>
        <p:spPr>
          <a:xfrm>
            <a:off x="9553816" y="5697973"/>
            <a:ext cx="55356" cy="350429"/>
          </a:xfrm>
          <a:custGeom>
            <a:avLst/>
            <a:gdLst>
              <a:gd name="connsiteX0" fmla="*/ 10359 w 390521"/>
              <a:gd name="connsiteY0" fmla="*/ 0 h 1215525"/>
              <a:gd name="connsiteX1" fmla="*/ 390521 w 390521"/>
              <a:gd name="connsiteY1" fmla="*/ 1215525 h 1215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0521" h="1215525">
                <a:moveTo>
                  <a:pt x="10359" y="0"/>
                </a:moveTo>
                <a:cubicBezTo>
                  <a:pt x="-41037" y="434282"/>
                  <a:pt x="100865" y="887858"/>
                  <a:pt x="390521" y="1215525"/>
                </a:cubicBezTo>
              </a:path>
            </a:pathLst>
          </a:custGeom>
          <a:noFill/>
          <a:ln w="5784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22" name="矩形 121"/>
          <p:cNvSpPr/>
          <p:nvPr userDrawn="1">
            <p:custDataLst>
              <p:tags r:id="rId90"/>
            </p:custDataLst>
          </p:nvPr>
        </p:nvSpPr>
        <p:spPr>
          <a:xfrm>
            <a:off x="0" y="6018969"/>
            <a:ext cx="12192000" cy="8390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3" name="任意多边形: 形状 122"/>
          <p:cNvSpPr/>
          <p:nvPr userDrawn="1">
            <p:custDataLst>
              <p:tags r:id="rId91"/>
            </p:custDataLst>
          </p:nvPr>
        </p:nvSpPr>
        <p:spPr>
          <a:xfrm>
            <a:off x="6876919" y="5985968"/>
            <a:ext cx="961104" cy="68661"/>
          </a:xfrm>
          <a:custGeom>
            <a:avLst/>
            <a:gdLst>
              <a:gd name="connsiteX0" fmla="*/ 2120 w 1998331"/>
              <a:gd name="connsiteY0" fmla="*/ 108460 h 140022"/>
              <a:gd name="connsiteX1" fmla="*/ 1980907 w 1998331"/>
              <a:gd name="connsiteY1" fmla="*/ 140023 h 140022"/>
              <a:gd name="connsiteX2" fmla="*/ 1998332 w 1998331"/>
              <a:gd name="connsiteY2" fmla="*/ 19302 h 140022"/>
              <a:gd name="connsiteX3" fmla="*/ 242 w 1998331"/>
              <a:gd name="connsiteY3" fmla="*/ 0 h 140022"/>
              <a:gd name="connsiteX4" fmla="*/ 33 w 1998331"/>
              <a:gd name="connsiteY4" fmla="*/ 8451 h 140022"/>
              <a:gd name="connsiteX5" fmla="*/ 2172 w 1998331"/>
              <a:gd name="connsiteY5" fmla="*/ 108460 h 14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8331" h="140022">
                <a:moveTo>
                  <a:pt x="2120" y="108460"/>
                </a:moveTo>
                <a:lnTo>
                  <a:pt x="1980907" y="140023"/>
                </a:lnTo>
                <a:cubicBezTo>
                  <a:pt x="1989515" y="111277"/>
                  <a:pt x="1994993" y="68759"/>
                  <a:pt x="1998332" y="19302"/>
                </a:cubicBezTo>
                <a:lnTo>
                  <a:pt x="242" y="0"/>
                </a:lnTo>
                <a:cubicBezTo>
                  <a:pt x="-123" y="5425"/>
                  <a:pt x="33" y="8451"/>
                  <a:pt x="33" y="8451"/>
                </a:cubicBezTo>
                <a:lnTo>
                  <a:pt x="2172" y="108460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 w="52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24" name="箭头: V 形 123"/>
          <p:cNvSpPr/>
          <p:nvPr userDrawn="1">
            <p:custDataLst>
              <p:tags r:id="rId92"/>
            </p:custDataLst>
          </p:nvPr>
        </p:nvSpPr>
        <p:spPr>
          <a:xfrm>
            <a:off x="10309578" y="6264569"/>
            <a:ext cx="221258" cy="347830"/>
          </a:xfrm>
          <a:prstGeom prst="chevron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25" name="箭头: V 形 124"/>
          <p:cNvSpPr/>
          <p:nvPr userDrawn="1">
            <p:custDataLst>
              <p:tags r:id="rId93"/>
            </p:custDataLst>
          </p:nvPr>
        </p:nvSpPr>
        <p:spPr>
          <a:xfrm>
            <a:off x="10558363" y="6264569"/>
            <a:ext cx="221258" cy="347830"/>
          </a:xfrm>
          <a:prstGeom prst="chevron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26" name="箭头: V 形 125"/>
          <p:cNvSpPr/>
          <p:nvPr userDrawn="1">
            <p:custDataLst>
              <p:tags r:id="rId94"/>
            </p:custDataLst>
          </p:nvPr>
        </p:nvSpPr>
        <p:spPr>
          <a:xfrm>
            <a:off x="10807148" y="6264569"/>
            <a:ext cx="221258" cy="347830"/>
          </a:xfrm>
          <a:prstGeom prst="chevron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27" name="箭头: V 形 126"/>
          <p:cNvSpPr/>
          <p:nvPr userDrawn="1">
            <p:custDataLst>
              <p:tags r:id="rId95"/>
            </p:custDataLst>
          </p:nvPr>
        </p:nvSpPr>
        <p:spPr>
          <a:xfrm>
            <a:off x="11055933" y="6264569"/>
            <a:ext cx="221258" cy="34783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28" name="直角三角形 127"/>
          <p:cNvSpPr/>
          <p:nvPr userDrawn="1">
            <p:custDataLst>
              <p:tags r:id="rId96"/>
            </p:custDataLst>
          </p:nvPr>
        </p:nvSpPr>
        <p:spPr>
          <a:xfrm rot="2700000">
            <a:off x="788819" y="6381960"/>
            <a:ext cx="113050" cy="113049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9" name="直角三角形 128"/>
          <p:cNvSpPr/>
          <p:nvPr userDrawn="1">
            <p:custDataLst>
              <p:tags r:id="rId97"/>
            </p:custDataLst>
          </p:nvPr>
        </p:nvSpPr>
        <p:spPr>
          <a:xfrm rot="18900000" flipH="1">
            <a:off x="889796" y="6381959"/>
            <a:ext cx="113050" cy="113049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130" name="直接连接符 129"/>
          <p:cNvCxnSpPr/>
          <p:nvPr userDrawn="1">
            <p:custDataLst>
              <p:tags r:id="rId98"/>
            </p:custDataLst>
          </p:nvPr>
        </p:nvCxnSpPr>
        <p:spPr>
          <a:xfrm>
            <a:off x="1600200" y="6438484"/>
            <a:ext cx="8080206" cy="0"/>
          </a:xfrm>
          <a:prstGeom prst="line">
            <a:avLst/>
          </a:prstGeom>
          <a:ln>
            <a:solidFill>
              <a:schemeClr val="lt2">
                <a:lumMod val="10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9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100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01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 userDrawn="1">
            <p:ph type="ctrTitle"/>
            <p:custDataLst>
              <p:tags r:id="rId102"/>
            </p:custDataLst>
          </p:nvPr>
        </p:nvSpPr>
        <p:spPr>
          <a:xfrm>
            <a:off x="838199" y="1297914"/>
            <a:ext cx="5973205" cy="26523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" name="公司名占位符 6"/>
          <p:cNvSpPr>
            <a:spLocks noGrp="1"/>
          </p:cNvSpPr>
          <p:nvPr userDrawn="1">
            <p:ph type="body" sz="quarter" idx="13" hasCustomPrompt="1"/>
            <p:custDataLst>
              <p:tags r:id="rId103"/>
            </p:custDataLst>
          </p:nvPr>
        </p:nvSpPr>
        <p:spPr>
          <a:xfrm>
            <a:off x="1308100" y="494947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18" name="年号占位符 8"/>
          <p:cNvSpPr>
            <a:spLocks noGrp="1"/>
          </p:cNvSpPr>
          <p:nvPr userDrawn="1">
            <p:ph type="body" sz="quarter" idx="15" hasCustomPrompt="1"/>
            <p:custDataLst>
              <p:tags r:id="rId104"/>
            </p:custDataLst>
          </p:nvPr>
        </p:nvSpPr>
        <p:spPr>
          <a:xfrm>
            <a:off x="8473800" y="494947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年号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05"/>
            </p:custDataLst>
          </p:nvPr>
        </p:nvSpPr>
        <p:spPr>
          <a:xfrm>
            <a:off x="847723" y="4779705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9050">
            <a:solidFill>
              <a:schemeClr val="tx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 anchorCtr="1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1600" b="1" dirty="0">
                <a:solidFill>
                  <a:schemeClr val="dk2">
                    <a:lumMod val="100000"/>
                  </a:schemeClr>
                </a:solidFill>
              </a:defRPr>
            </a:lvl1pPr>
          </a:lstStyle>
          <a:p>
            <a:pPr marL="0" lvl="0" algn="ctr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矩形 18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3200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7" name="任意多边形: 形状 56"/>
          <p:cNvSpPr/>
          <p:nvPr userDrawn="1">
            <p:custDataLst>
              <p:tags r:id="rId3"/>
            </p:custDataLst>
          </p:nvPr>
        </p:nvSpPr>
        <p:spPr>
          <a:xfrm>
            <a:off x="10234948" y="4654335"/>
            <a:ext cx="1175606" cy="1116308"/>
          </a:xfrm>
          <a:custGeom>
            <a:avLst/>
            <a:gdLst>
              <a:gd name="connsiteX0" fmla="*/ 196038 w 1175606"/>
              <a:gd name="connsiteY0" fmla="*/ 968341 h 1116308"/>
              <a:gd name="connsiteX1" fmla="*/ 196081 w 1175606"/>
              <a:gd name="connsiteY1" fmla="*/ 968373 h 1116308"/>
              <a:gd name="connsiteX2" fmla="*/ 196021 w 1175606"/>
              <a:gd name="connsiteY2" fmla="*/ 968433 h 1116308"/>
              <a:gd name="connsiteX3" fmla="*/ 630594 w 1175606"/>
              <a:gd name="connsiteY3" fmla="*/ 891290 h 1116308"/>
              <a:gd name="connsiteX4" fmla="*/ 779259 w 1175606"/>
              <a:gd name="connsiteY4" fmla="*/ 983981 h 1116308"/>
              <a:gd name="connsiteX5" fmla="*/ 750315 w 1175606"/>
              <a:gd name="connsiteY5" fmla="*/ 1079124 h 1116308"/>
              <a:gd name="connsiteX6" fmla="*/ 515956 w 1175606"/>
              <a:gd name="connsiteY6" fmla="*/ 1092759 h 1116308"/>
              <a:gd name="connsiteX7" fmla="*/ 364062 w 1175606"/>
              <a:gd name="connsiteY7" fmla="*/ 1007184 h 1116308"/>
              <a:gd name="connsiteX8" fmla="*/ 364002 w 1175606"/>
              <a:gd name="connsiteY8" fmla="*/ 1007184 h 1116308"/>
              <a:gd name="connsiteX9" fmla="*/ 455557 w 1175606"/>
              <a:gd name="connsiteY9" fmla="*/ 957908 h 1116308"/>
              <a:gd name="connsiteX10" fmla="*/ 630594 w 1175606"/>
              <a:gd name="connsiteY10" fmla="*/ 891290 h 1116308"/>
              <a:gd name="connsiteX11" fmla="*/ 756235 w 1175606"/>
              <a:gd name="connsiteY11" fmla="*/ 652146 h 1116308"/>
              <a:gd name="connsiteX12" fmla="*/ 871411 w 1175606"/>
              <a:gd name="connsiteY12" fmla="*/ 735090 h 1116308"/>
              <a:gd name="connsiteX13" fmla="*/ 842886 w 1175606"/>
              <a:gd name="connsiteY13" fmla="*/ 810439 h 1116308"/>
              <a:gd name="connsiteX14" fmla="*/ 652600 w 1175606"/>
              <a:gd name="connsiteY14" fmla="*/ 808825 h 1116308"/>
              <a:gd name="connsiteX15" fmla="*/ 534374 w 1175606"/>
              <a:gd name="connsiteY15" fmla="*/ 731383 h 1116308"/>
              <a:gd name="connsiteX16" fmla="*/ 534434 w 1175606"/>
              <a:gd name="connsiteY16" fmla="*/ 731383 h 1116308"/>
              <a:gd name="connsiteX17" fmla="*/ 611098 w 1175606"/>
              <a:gd name="connsiteY17" fmla="*/ 696519 h 1116308"/>
              <a:gd name="connsiteX18" fmla="*/ 756235 w 1175606"/>
              <a:gd name="connsiteY18" fmla="*/ 652146 h 1116308"/>
              <a:gd name="connsiteX19" fmla="*/ 89217 w 1175606"/>
              <a:gd name="connsiteY19" fmla="*/ 584332 h 1116308"/>
              <a:gd name="connsiteX20" fmla="*/ 219104 w 1175606"/>
              <a:gd name="connsiteY20" fmla="*/ 690778 h 1116308"/>
              <a:gd name="connsiteX21" fmla="*/ 212526 w 1175606"/>
              <a:gd name="connsiteY21" fmla="*/ 870180 h 1116308"/>
              <a:gd name="connsiteX22" fmla="*/ 203870 w 1175606"/>
              <a:gd name="connsiteY22" fmla="*/ 925608 h 1116308"/>
              <a:gd name="connsiteX23" fmla="*/ 196038 w 1175606"/>
              <a:gd name="connsiteY23" fmla="*/ 968341 h 1116308"/>
              <a:gd name="connsiteX24" fmla="*/ 118018 w 1175606"/>
              <a:gd name="connsiteY24" fmla="*/ 909985 h 1116308"/>
              <a:gd name="connsiteX25" fmla="*/ 71575 w 1175606"/>
              <a:gd name="connsiteY25" fmla="*/ 856844 h 1116308"/>
              <a:gd name="connsiteX26" fmla="*/ 11775 w 1175606"/>
              <a:gd name="connsiteY26" fmla="*/ 639887 h 1116308"/>
              <a:gd name="connsiteX27" fmla="*/ 89217 w 1175606"/>
              <a:gd name="connsiteY27" fmla="*/ 584332 h 1116308"/>
              <a:gd name="connsiteX28" fmla="*/ 861675 w 1175606"/>
              <a:gd name="connsiteY28" fmla="*/ 455199 h 1116308"/>
              <a:gd name="connsiteX29" fmla="*/ 886660 w 1175606"/>
              <a:gd name="connsiteY29" fmla="*/ 456179 h 1116308"/>
              <a:gd name="connsiteX30" fmla="*/ 991013 w 1175606"/>
              <a:gd name="connsiteY30" fmla="*/ 545701 h 1116308"/>
              <a:gd name="connsiteX31" fmla="*/ 957285 w 1175606"/>
              <a:gd name="connsiteY31" fmla="*/ 616086 h 1116308"/>
              <a:gd name="connsiteX32" fmla="*/ 773816 w 1175606"/>
              <a:gd name="connsiteY32" fmla="*/ 598924 h 1116308"/>
              <a:gd name="connsiteX33" fmla="*/ 666115 w 1175606"/>
              <a:gd name="connsiteY33" fmla="*/ 514485 h 1116308"/>
              <a:gd name="connsiteX34" fmla="*/ 742959 w 1175606"/>
              <a:gd name="connsiteY34" fmla="*/ 487096 h 1116308"/>
              <a:gd name="connsiteX35" fmla="*/ 861675 w 1175606"/>
              <a:gd name="connsiteY35" fmla="*/ 455199 h 1116308"/>
              <a:gd name="connsiteX36" fmla="*/ 277828 w 1175606"/>
              <a:gd name="connsiteY36" fmla="*/ 292803 h 1116308"/>
              <a:gd name="connsiteX37" fmla="*/ 387623 w 1175606"/>
              <a:gd name="connsiteY37" fmla="*/ 400684 h 1116308"/>
              <a:gd name="connsiteX38" fmla="*/ 366812 w 1175606"/>
              <a:gd name="connsiteY38" fmla="*/ 563940 h 1116308"/>
              <a:gd name="connsiteX39" fmla="*/ 343609 w 1175606"/>
              <a:gd name="connsiteY39" fmla="*/ 652266 h 1116308"/>
              <a:gd name="connsiteX40" fmla="*/ 343609 w 1175606"/>
              <a:gd name="connsiteY40" fmla="*/ 652206 h 1116308"/>
              <a:gd name="connsiteX41" fmla="*/ 239197 w 1175606"/>
              <a:gd name="connsiteY41" fmla="*/ 540080 h 1116308"/>
              <a:gd name="connsiteX42" fmla="*/ 202539 w 1175606"/>
              <a:gd name="connsiteY42" fmla="*/ 337116 h 1116308"/>
              <a:gd name="connsiteX43" fmla="*/ 277828 w 1175606"/>
              <a:gd name="connsiteY43" fmla="*/ 292803 h 1116308"/>
              <a:gd name="connsiteX44" fmla="*/ 957286 w 1175606"/>
              <a:gd name="connsiteY44" fmla="*/ 286405 h 1116308"/>
              <a:gd name="connsiteX45" fmla="*/ 1037000 w 1175606"/>
              <a:gd name="connsiteY45" fmla="*/ 354757 h 1116308"/>
              <a:gd name="connsiteX46" fmla="*/ 1011226 w 1175606"/>
              <a:gd name="connsiteY46" fmla="*/ 408518 h 1116308"/>
              <a:gd name="connsiteX47" fmla="*/ 871113 w 1175606"/>
              <a:gd name="connsiteY47" fmla="*/ 395422 h 1116308"/>
              <a:gd name="connsiteX48" fmla="*/ 788827 w 1175606"/>
              <a:gd name="connsiteY48" fmla="*/ 330956 h 1116308"/>
              <a:gd name="connsiteX49" fmla="*/ 788887 w 1175606"/>
              <a:gd name="connsiteY49" fmla="*/ 330896 h 1116308"/>
              <a:gd name="connsiteX50" fmla="*/ 847551 w 1175606"/>
              <a:gd name="connsiteY50" fmla="*/ 310026 h 1116308"/>
              <a:gd name="connsiteX51" fmla="*/ 957286 w 1175606"/>
              <a:gd name="connsiteY51" fmla="*/ 286405 h 1116308"/>
              <a:gd name="connsiteX52" fmla="*/ 492274 w 1175606"/>
              <a:gd name="connsiteY52" fmla="*/ 116750 h 1116308"/>
              <a:gd name="connsiteX53" fmla="*/ 579643 w 1175606"/>
              <a:gd name="connsiteY53" fmla="*/ 208962 h 1116308"/>
              <a:gd name="connsiteX54" fmla="*/ 557637 w 1175606"/>
              <a:gd name="connsiteY54" fmla="*/ 343036 h 1116308"/>
              <a:gd name="connsiteX55" fmla="*/ 535869 w 1175606"/>
              <a:gd name="connsiteY55" fmla="*/ 415215 h 1116308"/>
              <a:gd name="connsiteX56" fmla="*/ 535869 w 1175606"/>
              <a:gd name="connsiteY56" fmla="*/ 415156 h 1116308"/>
              <a:gd name="connsiteX57" fmla="*/ 453045 w 1175606"/>
              <a:gd name="connsiteY57" fmla="*/ 319594 h 1116308"/>
              <a:gd name="connsiteX58" fmla="*/ 428826 w 1175606"/>
              <a:gd name="connsiteY58" fmla="*/ 151075 h 1116308"/>
              <a:gd name="connsiteX59" fmla="*/ 492274 w 1175606"/>
              <a:gd name="connsiteY59" fmla="*/ 116750 h 1116308"/>
              <a:gd name="connsiteX60" fmla="*/ 1093329 w 1175606"/>
              <a:gd name="connsiteY60" fmla="*/ 42140 h 1116308"/>
              <a:gd name="connsiteX61" fmla="*/ 1136508 w 1175606"/>
              <a:gd name="connsiteY61" fmla="*/ 49773 h 1116308"/>
              <a:gd name="connsiteX62" fmla="*/ 1175319 w 1175606"/>
              <a:gd name="connsiteY62" fmla="*/ 103415 h 1116308"/>
              <a:gd name="connsiteX63" fmla="*/ 1101823 w 1175606"/>
              <a:gd name="connsiteY63" fmla="*/ 193953 h 1116308"/>
              <a:gd name="connsiteX64" fmla="*/ 977199 w 1175606"/>
              <a:gd name="connsiteY64" fmla="*/ 189946 h 1116308"/>
              <a:gd name="connsiteX65" fmla="*/ 908906 w 1175606"/>
              <a:gd name="connsiteY65" fmla="*/ 178764 h 1116308"/>
              <a:gd name="connsiteX66" fmla="*/ 908966 w 1175606"/>
              <a:gd name="connsiteY66" fmla="*/ 178704 h 1116308"/>
              <a:gd name="connsiteX67" fmla="*/ 986049 w 1175606"/>
              <a:gd name="connsiteY67" fmla="*/ 91933 h 1116308"/>
              <a:gd name="connsiteX68" fmla="*/ 1093329 w 1175606"/>
              <a:gd name="connsiteY68" fmla="*/ 42140 h 1116308"/>
              <a:gd name="connsiteX69" fmla="*/ 710547 w 1175606"/>
              <a:gd name="connsiteY69" fmla="*/ 19 h 1116308"/>
              <a:gd name="connsiteX70" fmla="*/ 783086 w 1175606"/>
              <a:gd name="connsiteY70" fmla="*/ 76624 h 1116308"/>
              <a:gd name="connsiteX71" fmla="*/ 764847 w 1175606"/>
              <a:gd name="connsiteY71" fmla="*/ 187973 h 1116308"/>
              <a:gd name="connsiteX72" fmla="*/ 746787 w 1175606"/>
              <a:gd name="connsiteY72" fmla="*/ 247893 h 1116308"/>
              <a:gd name="connsiteX73" fmla="*/ 678016 w 1175606"/>
              <a:gd name="connsiteY73" fmla="*/ 168537 h 1116308"/>
              <a:gd name="connsiteX74" fmla="*/ 657863 w 1175606"/>
              <a:gd name="connsiteY74" fmla="*/ 28544 h 1116308"/>
              <a:gd name="connsiteX75" fmla="*/ 710547 w 1175606"/>
              <a:gd name="connsiteY75" fmla="*/ 19 h 1116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1175606" h="1116308">
                <a:moveTo>
                  <a:pt x="196038" y="968341"/>
                </a:moveTo>
                <a:lnTo>
                  <a:pt x="196081" y="968373"/>
                </a:lnTo>
                <a:lnTo>
                  <a:pt x="196021" y="968433"/>
                </a:lnTo>
                <a:close/>
                <a:moveTo>
                  <a:pt x="630594" y="891290"/>
                </a:moveTo>
                <a:cubicBezTo>
                  <a:pt x="687405" y="892904"/>
                  <a:pt x="765385" y="924300"/>
                  <a:pt x="779259" y="983981"/>
                </a:cubicBezTo>
                <a:cubicBezTo>
                  <a:pt x="787212" y="1018187"/>
                  <a:pt x="772621" y="1055563"/>
                  <a:pt x="750315" y="1079124"/>
                </a:cubicBezTo>
                <a:cubicBezTo>
                  <a:pt x="687225" y="1145623"/>
                  <a:pt x="555963" y="1105138"/>
                  <a:pt x="515956" y="1092759"/>
                </a:cubicBezTo>
                <a:cubicBezTo>
                  <a:pt x="478760" y="1081277"/>
                  <a:pt x="422308" y="1057895"/>
                  <a:pt x="364062" y="1007184"/>
                </a:cubicBezTo>
                <a:lnTo>
                  <a:pt x="364002" y="1007184"/>
                </a:lnTo>
                <a:cubicBezTo>
                  <a:pt x="386009" y="994566"/>
                  <a:pt x="417285" y="977224"/>
                  <a:pt x="455557" y="957908"/>
                </a:cubicBezTo>
                <a:cubicBezTo>
                  <a:pt x="545019" y="912758"/>
                  <a:pt x="590587" y="890154"/>
                  <a:pt x="630594" y="891290"/>
                </a:cubicBezTo>
                <a:close/>
                <a:moveTo>
                  <a:pt x="756235" y="652146"/>
                </a:moveTo>
                <a:cubicBezTo>
                  <a:pt x="802102" y="656512"/>
                  <a:pt x="863458" y="686113"/>
                  <a:pt x="871411" y="735090"/>
                </a:cubicBezTo>
                <a:cubicBezTo>
                  <a:pt x="876016" y="763197"/>
                  <a:pt x="862202" y="792619"/>
                  <a:pt x="842886" y="810439"/>
                </a:cubicBezTo>
                <a:cubicBezTo>
                  <a:pt x="788288" y="860851"/>
                  <a:pt x="684295" y="820964"/>
                  <a:pt x="652600" y="808825"/>
                </a:cubicBezTo>
                <a:cubicBezTo>
                  <a:pt x="623118" y="797522"/>
                  <a:pt x="578746" y="775575"/>
                  <a:pt x="534374" y="731383"/>
                </a:cubicBezTo>
                <a:lnTo>
                  <a:pt x="534434" y="731383"/>
                </a:lnTo>
                <a:cubicBezTo>
                  <a:pt x="552912" y="722412"/>
                  <a:pt x="579165" y="710034"/>
                  <a:pt x="611098" y="696519"/>
                </a:cubicBezTo>
                <a:cubicBezTo>
                  <a:pt x="685909" y="664824"/>
                  <a:pt x="723943" y="649037"/>
                  <a:pt x="756235" y="652146"/>
                </a:cubicBezTo>
                <a:close/>
                <a:moveTo>
                  <a:pt x="89217" y="584332"/>
                </a:moveTo>
                <a:cubicBezTo>
                  <a:pt x="147642" y="578591"/>
                  <a:pt x="200147" y="639708"/>
                  <a:pt x="219104" y="690778"/>
                </a:cubicBezTo>
                <a:cubicBezTo>
                  <a:pt x="232439" y="726718"/>
                  <a:pt x="225981" y="775037"/>
                  <a:pt x="212526" y="870180"/>
                </a:cubicBezTo>
                <a:cubicBezTo>
                  <a:pt x="209656" y="890512"/>
                  <a:pt x="206695" y="909111"/>
                  <a:pt x="203870" y="925608"/>
                </a:cubicBezTo>
                <a:lnTo>
                  <a:pt x="196038" y="968341"/>
                </a:lnTo>
                <a:lnTo>
                  <a:pt x="118018" y="909985"/>
                </a:lnTo>
                <a:cubicBezTo>
                  <a:pt x="97633" y="890542"/>
                  <a:pt x="82519" y="871974"/>
                  <a:pt x="71575" y="856844"/>
                </a:cubicBezTo>
                <a:cubicBezTo>
                  <a:pt x="48014" y="824313"/>
                  <a:pt x="-29189" y="717628"/>
                  <a:pt x="11775" y="639887"/>
                </a:cubicBezTo>
                <a:cubicBezTo>
                  <a:pt x="26246" y="612379"/>
                  <a:pt x="55668" y="587621"/>
                  <a:pt x="89217" y="584332"/>
                </a:cubicBezTo>
                <a:close/>
                <a:moveTo>
                  <a:pt x="861675" y="455199"/>
                </a:moveTo>
                <a:cubicBezTo>
                  <a:pt x="870757" y="454475"/>
                  <a:pt x="878931" y="454774"/>
                  <a:pt x="886660" y="456179"/>
                </a:cubicBezTo>
                <a:cubicBezTo>
                  <a:pt x="930554" y="464192"/>
                  <a:pt x="987305" y="497741"/>
                  <a:pt x="991013" y="545701"/>
                </a:cubicBezTo>
                <a:cubicBezTo>
                  <a:pt x="993106" y="573209"/>
                  <a:pt x="977378" y="600478"/>
                  <a:pt x="957285" y="616086"/>
                </a:cubicBezTo>
                <a:cubicBezTo>
                  <a:pt x="900474" y="660219"/>
                  <a:pt x="803418" y="613216"/>
                  <a:pt x="773816" y="598924"/>
                </a:cubicBezTo>
                <a:cubicBezTo>
                  <a:pt x="746308" y="585588"/>
                  <a:pt x="705285" y="560771"/>
                  <a:pt x="666115" y="514485"/>
                </a:cubicBezTo>
                <a:cubicBezTo>
                  <a:pt x="684653" y="507309"/>
                  <a:pt x="711025" y="497561"/>
                  <a:pt x="742959" y="487096"/>
                </a:cubicBezTo>
                <a:cubicBezTo>
                  <a:pt x="799022" y="468752"/>
                  <a:pt x="834432" y="457371"/>
                  <a:pt x="861675" y="455199"/>
                </a:cubicBezTo>
                <a:close/>
                <a:moveTo>
                  <a:pt x="277828" y="292803"/>
                </a:moveTo>
                <a:cubicBezTo>
                  <a:pt x="331649" y="292385"/>
                  <a:pt x="374526" y="352484"/>
                  <a:pt x="387623" y="400684"/>
                </a:cubicBezTo>
                <a:cubicBezTo>
                  <a:pt x="396832" y="434651"/>
                  <a:pt x="386965" y="478186"/>
                  <a:pt x="366812" y="563940"/>
                </a:cubicBezTo>
                <a:cubicBezTo>
                  <a:pt x="358201" y="600598"/>
                  <a:pt x="349828" y="630857"/>
                  <a:pt x="343609" y="652266"/>
                </a:cubicBezTo>
                <a:lnTo>
                  <a:pt x="343609" y="652206"/>
                </a:lnTo>
                <a:cubicBezTo>
                  <a:pt x="288234" y="612857"/>
                  <a:pt x="256659" y="569502"/>
                  <a:pt x="239197" y="540080"/>
                </a:cubicBezTo>
                <a:cubicBezTo>
                  <a:pt x="220360" y="508445"/>
                  <a:pt x="158705" y="404691"/>
                  <a:pt x="202539" y="337116"/>
                </a:cubicBezTo>
                <a:cubicBezTo>
                  <a:pt x="218028" y="313195"/>
                  <a:pt x="246971" y="293042"/>
                  <a:pt x="277828" y="292803"/>
                </a:cubicBezTo>
                <a:close/>
                <a:moveTo>
                  <a:pt x="957286" y="286405"/>
                </a:moveTo>
                <a:cubicBezTo>
                  <a:pt x="990834" y="292504"/>
                  <a:pt x="1034130" y="318159"/>
                  <a:pt x="1037000" y="354757"/>
                </a:cubicBezTo>
                <a:cubicBezTo>
                  <a:pt x="1038615" y="375747"/>
                  <a:pt x="1026595" y="396558"/>
                  <a:pt x="1011226" y="408518"/>
                </a:cubicBezTo>
                <a:cubicBezTo>
                  <a:pt x="967811" y="442246"/>
                  <a:pt x="893718" y="406305"/>
                  <a:pt x="871113" y="395422"/>
                </a:cubicBezTo>
                <a:cubicBezTo>
                  <a:pt x="850123" y="385255"/>
                  <a:pt x="818787" y="366299"/>
                  <a:pt x="788827" y="330956"/>
                </a:cubicBezTo>
                <a:lnTo>
                  <a:pt x="788887" y="330896"/>
                </a:lnTo>
                <a:cubicBezTo>
                  <a:pt x="803060" y="325395"/>
                  <a:pt x="823153" y="317979"/>
                  <a:pt x="847551" y="310026"/>
                </a:cubicBezTo>
                <a:cubicBezTo>
                  <a:pt x="904661" y="291368"/>
                  <a:pt x="933724" y="282099"/>
                  <a:pt x="957286" y="286405"/>
                </a:cubicBezTo>
                <a:close/>
                <a:moveTo>
                  <a:pt x="492274" y="116750"/>
                </a:moveTo>
                <a:cubicBezTo>
                  <a:pt x="536706" y="117946"/>
                  <a:pt x="570255" y="168836"/>
                  <a:pt x="579643" y="208962"/>
                </a:cubicBezTo>
                <a:cubicBezTo>
                  <a:pt x="586221" y="237248"/>
                  <a:pt x="576773" y="272890"/>
                  <a:pt x="557637" y="343036"/>
                </a:cubicBezTo>
                <a:cubicBezTo>
                  <a:pt x="549444" y="372996"/>
                  <a:pt x="541610" y="397754"/>
                  <a:pt x="535869" y="415215"/>
                </a:cubicBezTo>
                <a:lnTo>
                  <a:pt x="535869" y="415156"/>
                </a:lnTo>
                <a:cubicBezTo>
                  <a:pt x="491377" y="381069"/>
                  <a:pt x="466620" y="344352"/>
                  <a:pt x="453045" y="319594"/>
                </a:cubicBezTo>
                <a:cubicBezTo>
                  <a:pt x="438513" y="292983"/>
                  <a:pt x="390673" y="205554"/>
                  <a:pt x="428826" y="151075"/>
                </a:cubicBezTo>
                <a:cubicBezTo>
                  <a:pt x="442341" y="131819"/>
                  <a:pt x="466799" y="116032"/>
                  <a:pt x="492274" y="116750"/>
                </a:cubicBezTo>
                <a:close/>
                <a:moveTo>
                  <a:pt x="1093329" y="42140"/>
                </a:moveTo>
                <a:cubicBezTo>
                  <a:pt x="1108215" y="40795"/>
                  <a:pt x="1122978" y="42716"/>
                  <a:pt x="1136508" y="49773"/>
                </a:cubicBezTo>
                <a:cubicBezTo>
                  <a:pt x="1155644" y="59760"/>
                  <a:pt x="1172927" y="80152"/>
                  <a:pt x="1175319" y="103415"/>
                </a:cubicBezTo>
                <a:cubicBezTo>
                  <a:pt x="1179505" y="144019"/>
                  <a:pt x="1137226" y="180617"/>
                  <a:pt x="1101823" y="193953"/>
                </a:cubicBezTo>
                <a:cubicBezTo>
                  <a:pt x="1076886" y="203342"/>
                  <a:pt x="1043278" y="199036"/>
                  <a:pt x="977199" y="189946"/>
                </a:cubicBezTo>
                <a:cubicBezTo>
                  <a:pt x="948913" y="186059"/>
                  <a:pt x="925471" y="181933"/>
                  <a:pt x="908906" y="178764"/>
                </a:cubicBezTo>
                <a:lnTo>
                  <a:pt x="908966" y="178704"/>
                </a:lnTo>
                <a:cubicBezTo>
                  <a:pt x="934680" y="134152"/>
                  <a:pt x="965119" y="107242"/>
                  <a:pt x="986049" y="91933"/>
                </a:cubicBezTo>
                <a:cubicBezTo>
                  <a:pt x="1002913" y="79599"/>
                  <a:pt x="1048672" y="46174"/>
                  <a:pt x="1093329" y="42140"/>
                </a:cubicBezTo>
                <a:close/>
                <a:moveTo>
                  <a:pt x="710547" y="19"/>
                </a:moveTo>
                <a:cubicBezTo>
                  <a:pt x="747445" y="1035"/>
                  <a:pt x="775312" y="43255"/>
                  <a:pt x="783086" y="76624"/>
                </a:cubicBezTo>
                <a:cubicBezTo>
                  <a:pt x="788587" y="100125"/>
                  <a:pt x="780754" y="129727"/>
                  <a:pt x="764847" y="187973"/>
                </a:cubicBezTo>
                <a:cubicBezTo>
                  <a:pt x="758029" y="212850"/>
                  <a:pt x="751571" y="233421"/>
                  <a:pt x="746787" y="247893"/>
                </a:cubicBezTo>
                <a:cubicBezTo>
                  <a:pt x="709830" y="219607"/>
                  <a:pt x="689258" y="189109"/>
                  <a:pt x="678016" y="168537"/>
                </a:cubicBezTo>
                <a:cubicBezTo>
                  <a:pt x="665876" y="146351"/>
                  <a:pt x="626169" y="73753"/>
                  <a:pt x="657863" y="28544"/>
                </a:cubicBezTo>
                <a:cubicBezTo>
                  <a:pt x="669105" y="12517"/>
                  <a:pt x="689378" y="-579"/>
                  <a:pt x="710547" y="19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596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8" name="任意多边形: 形状 57"/>
          <p:cNvSpPr/>
          <p:nvPr userDrawn="1">
            <p:custDataLst>
              <p:tags r:id="rId4"/>
            </p:custDataLst>
          </p:nvPr>
        </p:nvSpPr>
        <p:spPr>
          <a:xfrm>
            <a:off x="10343899" y="4746268"/>
            <a:ext cx="1005491" cy="1084069"/>
          </a:xfrm>
          <a:custGeom>
            <a:avLst/>
            <a:gdLst>
              <a:gd name="connsiteX0" fmla="*/ 130287 w 1005491"/>
              <a:gd name="connsiteY0" fmla="*/ 951224 h 1084069"/>
              <a:gd name="connsiteX1" fmla="*/ 130306 w 1005491"/>
              <a:gd name="connsiteY1" fmla="*/ 951252 h 1084069"/>
              <a:gd name="connsiteX2" fmla="*/ 130246 w 1005491"/>
              <a:gd name="connsiteY2" fmla="*/ 951252 h 1084069"/>
              <a:gd name="connsiteX3" fmla="*/ 607875 w 1005491"/>
              <a:gd name="connsiteY3" fmla="*/ 0 h 1084069"/>
              <a:gd name="connsiteX4" fmla="*/ 649855 w 1005491"/>
              <a:gd name="connsiteY4" fmla="*/ 179568 h 1084069"/>
              <a:gd name="connsiteX5" fmla="*/ 653147 w 1005491"/>
              <a:gd name="connsiteY5" fmla="*/ 186132 h 1084069"/>
              <a:gd name="connsiteX6" fmla="*/ 668334 w 1005491"/>
              <a:gd name="connsiteY6" fmla="*/ 174858 h 1084069"/>
              <a:gd name="connsiteX7" fmla="*/ 1004713 w 1005491"/>
              <a:gd name="connsiteY7" fmla="*/ 15907 h 1084069"/>
              <a:gd name="connsiteX8" fmla="*/ 1005491 w 1005491"/>
              <a:gd name="connsiteY8" fmla="*/ 20691 h 1084069"/>
              <a:gd name="connsiteX9" fmla="*/ 675211 w 1005491"/>
              <a:gd name="connsiteY9" fmla="*/ 184725 h 1084069"/>
              <a:gd name="connsiteX10" fmla="*/ 662243 w 1005491"/>
              <a:gd name="connsiteY10" fmla="*/ 194073 h 1084069"/>
              <a:gd name="connsiteX11" fmla="*/ 640236 w 1005491"/>
              <a:gd name="connsiteY11" fmla="*/ 212482 h 1084069"/>
              <a:gd name="connsiteX12" fmla="*/ 652258 w 1005491"/>
              <a:gd name="connsiteY12" fmla="*/ 219714 h 1084069"/>
              <a:gd name="connsiteX13" fmla="*/ 830513 w 1005491"/>
              <a:gd name="connsiteY13" fmla="*/ 263662 h 1084069"/>
              <a:gd name="connsiteX14" fmla="*/ 830513 w 1005491"/>
              <a:gd name="connsiteY14" fmla="*/ 270898 h 1084069"/>
              <a:gd name="connsiteX15" fmla="*/ 673178 w 1005491"/>
              <a:gd name="connsiteY15" fmla="*/ 238127 h 1084069"/>
              <a:gd name="connsiteX16" fmla="*/ 673237 w 1005491"/>
              <a:gd name="connsiteY16" fmla="*/ 238127 h 1084069"/>
              <a:gd name="connsiteX17" fmla="*/ 644428 w 1005491"/>
              <a:gd name="connsiteY17" fmla="*/ 223573 h 1084069"/>
              <a:gd name="connsiteX18" fmla="*/ 634390 w 1005491"/>
              <a:gd name="connsiteY18" fmla="*/ 217372 h 1084069"/>
              <a:gd name="connsiteX19" fmla="*/ 626316 w 1005491"/>
              <a:gd name="connsiteY19" fmla="*/ 224126 h 1084069"/>
              <a:gd name="connsiteX20" fmla="*/ 497543 w 1005491"/>
              <a:gd name="connsiteY20" fmla="*/ 362692 h 1084069"/>
              <a:gd name="connsiteX21" fmla="*/ 482440 w 1005491"/>
              <a:gd name="connsiteY21" fmla="*/ 383688 h 1084069"/>
              <a:gd name="connsiteX22" fmla="*/ 486802 w 1005491"/>
              <a:gd name="connsiteY22" fmla="*/ 385904 h 1084069"/>
              <a:gd name="connsiteX23" fmla="*/ 782374 w 1005491"/>
              <a:gd name="connsiteY23" fmla="*/ 461483 h 1084069"/>
              <a:gd name="connsiteX24" fmla="*/ 782374 w 1005491"/>
              <a:gd name="connsiteY24" fmla="*/ 469078 h 1084069"/>
              <a:gd name="connsiteX25" fmla="*/ 508248 w 1005491"/>
              <a:gd name="connsiteY25" fmla="*/ 404314 h 1084069"/>
              <a:gd name="connsiteX26" fmla="*/ 484776 w 1005491"/>
              <a:gd name="connsiteY26" fmla="*/ 393355 h 1084069"/>
              <a:gd name="connsiteX27" fmla="*/ 477955 w 1005491"/>
              <a:gd name="connsiteY27" fmla="*/ 389922 h 1084069"/>
              <a:gd name="connsiteX28" fmla="*/ 369991 w 1005491"/>
              <a:gd name="connsiteY28" fmla="*/ 540009 h 1084069"/>
              <a:gd name="connsiteX29" fmla="*/ 331171 w 1005491"/>
              <a:gd name="connsiteY29" fmla="*/ 605275 h 1084069"/>
              <a:gd name="connsiteX30" fmla="*/ 349584 w 1005491"/>
              <a:gd name="connsiteY30" fmla="*/ 612153 h 1084069"/>
              <a:gd name="connsiteX31" fmla="*/ 645430 w 1005491"/>
              <a:gd name="connsiteY31" fmla="*/ 657211 h 1084069"/>
              <a:gd name="connsiteX32" fmla="*/ 646148 w 1005491"/>
              <a:gd name="connsiteY32" fmla="*/ 665164 h 1084069"/>
              <a:gd name="connsiteX33" fmla="*/ 346703 w 1005491"/>
              <a:gd name="connsiteY33" fmla="*/ 619576 h 1084069"/>
              <a:gd name="connsiteX34" fmla="*/ 327034 w 1005491"/>
              <a:gd name="connsiteY34" fmla="*/ 612230 h 1084069"/>
              <a:gd name="connsiteX35" fmla="*/ 257480 w 1005491"/>
              <a:gd name="connsiteY35" fmla="*/ 729166 h 1084069"/>
              <a:gd name="connsiteX36" fmla="*/ 174484 w 1005491"/>
              <a:gd name="connsiteY36" fmla="*/ 890814 h 1084069"/>
              <a:gd name="connsiteX37" fmla="*/ 175257 w 1005491"/>
              <a:gd name="connsiteY37" fmla="*/ 891028 h 1084069"/>
              <a:gd name="connsiteX38" fmla="*/ 543111 w 1005491"/>
              <a:gd name="connsiteY38" fmla="*/ 911186 h 1084069"/>
              <a:gd name="connsiteX39" fmla="*/ 544846 w 1005491"/>
              <a:gd name="connsiteY39" fmla="*/ 919379 h 1084069"/>
              <a:gd name="connsiteX40" fmla="*/ 172896 w 1005491"/>
              <a:gd name="connsiteY40" fmla="*/ 899086 h 1084069"/>
              <a:gd name="connsiteX41" fmla="*/ 170571 w 1005491"/>
              <a:gd name="connsiteY41" fmla="*/ 898435 h 1084069"/>
              <a:gd name="connsiteX42" fmla="*/ 161844 w 1005491"/>
              <a:gd name="connsiteY42" fmla="*/ 915431 h 1084069"/>
              <a:gd name="connsiteX43" fmla="*/ 84917 w 1005491"/>
              <a:gd name="connsiteY43" fmla="*/ 1084069 h 1084069"/>
              <a:gd name="connsiteX44" fmla="*/ 73914 w 1005491"/>
              <a:gd name="connsiteY44" fmla="*/ 1079285 h 1084069"/>
              <a:gd name="connsiteX45" fmla="*/ 73854 w 1005491"/>
              <a:gd name="connsiteY45" fmla="*/ 1079285 h 1084069"/>
              <a:gd name="connsiteX46" fmla="*/ 114935 w 1005491"/>
              <a:gd name="connsiteY46" fmla="*/ 986990 h 1084069"/>
              <a:gd name="connsiteX47" fmla="*/ 132638 w 1005491"/>
              <a:gd name="connsiteY47" fmla="*/ 949578 h 1084069"/>
              <a:gd name="connsiteX48" fmla="*/ 130287 w 1005491"/>
              <a:gd name="connsiteY48" fmla="*/ 951224 h 1084069"/>
              <a:gd name="connsiteX49" fmla="*/ 125212 w 1005491"/>
              <a:gd name="connsiteY49" fmla="*/ 943654 h 1084069"/>
              <a:gd name="connsiteX50" fmla="*/ 0 w 1005491"/>
              <a:gd name="connsiteY50" fmla="*/ 621032 h 1084069"/>
              <a:gd name="connsiteX51" fmla="*/ 7954 w 1005491"/>
              <a:gd name="connsiteY51" fmla="*/ 620135 h 1084069"/>
              <a:gd name="connsiteX52" fmla="*/ 131782 w 1005491"/>
              <a:gd name="connsiteY52" fmla="*/ 939128 h 1084069"/>
              <a:gd name="connsiteX53" fmla="*/ 135183 w 1005491"/>
              <a:gd name="connsiteY53" fmla="*/ 944200 h 1084069"/>
              <a:gd name="connsiteX54" fmla="*/ 162226 w 1005491"/>
              <a:gd name="connsiteY54" fmla="*/ 887047 h 1084069"/>
              <a:gd name="connsiteX55" fmla="*/ 274136 w 1005491"/>
              <a:gd name="connsiteY55" fmla="*/ 674748 h 1084069"/>
              <a:gd name="connsiteX56" fmla="*/ 284215 w 1005491"/>
              <a:gd name="connsiteY56" fmla="*/ 658151 h 1084069"/>
              <a:gd name="connsiteX57" fmla="*/ 284174 w 1005491"/>
              <a:gd name="connsiteY57" fmla="*/ 658109 h 1084069"/>
              <a:gd name="connsiteX58" fmla="*/ 284189 w 1005491"/>
              <a:gd name="connsiteY58" fmla="*/ 658099 h 1084069"/>
              <a:gd name="connsiteX59" fmla="*/ 284218 w 1005491"/>
              <a:gd name="connsiteY59" fmla="*/ 658145 h 1084069"/>
              <a:gd name="connsiteX60" fmla="*/ 284284 w 1005491"/>
              <a:gd name="connsiteY60" fmla="*/ 658037 h 1084069"/>
              <a:gd name="connsiteX61" fmla="*/ 284189 w 1005491"/>
              <a:gd name="connsiteY61" fmla="*/ 658099 h 1084069"/>
              <a:gd name="connsiteX62" fmla="*/ 279698 w 1005491"/>
              <a:gd name="connsiteY62" fmla="*/ 650866 h 1084069"/>
              <a:gd name="connsiteX63" fmla="*/ 172645 w 1005491"/>
              <a:gd name="connsiteY63" fmla="*/ 343736 h 1084069"/>
              <a:gd name="connsiteX64" fmla="*/ 180599 w 1005491"/>
              <a:gd name="connsiteY64" fmla="*/ 343078 h 1084069"/>
              <a:gd name="connsiteX65" fmla="*/ 286385 w 1005491"/>
              <a:gd name="connsiteY65" fmla="*/ 646518 h 1084069"/>
              <a:gd name="connsiteX66" fmla="*/ 288859 w 1005491"/>
              <a:gd name="connsiteY66" fmla="*/ 650503 h 1084069"/>
              <a:gd name="connsiteX67" fmla="*/ 360534 w 1005491"/>
              <a:gd name="connsiteY67" fmla="*/ 532475 h 1084069"/>
              <a:gd name="connsiteX68" fmla="*/ 461764 w 1005491"/>
              <a:gd name="connsiteY68" fmla="*/ 391904 h 1084069"/>
              <a:gd name="connsiteX69" fmla="*/ 460354 w 1005491"/>
              <a:gd name="connsiteY69" fmla="*/ 389446 h 1084069"/>
              <a:gd name="connsiteX70" fmla="*/ 376147 w 1005491"/>
              <a:gd name="connsiteY70" fmla="*/ 116851 h 1084069"/>
              <a:gd name="connsiteX71" fmla="*/ 383144 w 1005491"/>
              <a:gd name="connsiteY71" fmla="*/ 116552 h 1084069"/>
              <a:gd name="connsiteX72" fmla="*/ 457063 w 1005491"/>
              <a:gd name="connsiteY72" fmla="*/ 368458 h 1084069"/>
              <a:gd name="connsiteX73" fmla="*/ 466266 w 1005491"/>
              <a:gd name="connsiteY73" fmla="*/ 385651 h 1084069"/>
              <a:gd name="connsiteX74" fmla="*/ 488872 w 1005491"/>
              <a:gd name="connsiteY74" fmla="*/ 354260 h 1084069"/>
              <a:gd name="connsiteX75" fmla="*/ 615470 w 1005491"/>
              <a:gd name="connsiteY75" fmla="*/ 217824 h 1084069"/>
              <a:gd name="connsiteX76" fmla="*/ 647423 w 1005491"/>
              <a:gd name="connsiteY76" fmla="*/ 190875 h 1084069"/>
              <a:gd name="connsiteX77" fmla="*/ 643435 w 1005491"/>
              <a:gd name="connsiteY77" fmla="*/ 182911 h 1084069"/>
              <a:gd name="connsiteX78" fmla="*/ 600639 w 1005491"/>
              <a:gd name="connsiteY78" fmla="*/ 299 h 1084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1005491" h="1084069">
                <a:moveTo>
                  <a:pt x="130287" y="951224"/>
                </a:moveTo>
                <a:lnTo>
                  <a:pt x="130306" y="951252"/>
                </a:lnTo>
                <a:lnTo>
                  <a:pt x="130246" y="951252"/>
                </a:lnTo>
                <a:close/>
                <a:moveTo>
                  <a:pt x="607875" y="0"/>
                </a:moveTo>
                <a:cubicBezTo>
                  <a:pt x="611777" y="87414"/>
                  <a:pt x="637207" y="152290"/>
                  <a:pt x="649855" y="179568"/>
                </a:cubicBezTo>
                <a:lnTo>
                  <a:pt x="653147" y="186132"/>
                </a:lnTo>
                <a:lnTo>
                  <a:pt x="668334" y="174858"/>
                </a:lnTo>
                <a:cubicBezTo>
                  <a:pt x="677842" y="167502"/>
                  <a:pt x="820048" y="45090"/>
                  <a:pt x="1004713" y="15907"/>
                </a:cubicBezTo>
                <a:lnTo>
                  <a:pt x="1005491" y="20691"/>
                </a:lnTo>
                <a:cubicBezTo>
                  <a:pt x="828002" y="53821"/>
                  <a:pt x="748287" y="128632"/>
                  <a:pt x="675211" y="184725"/>
                </a:cubicBezTo>
                <a:cubicBezTo>
                  <a:pt x="675046" y="184844"/>
                  <a:pt x="670558" y="187733"/>
                  <a:pt x="662243" y="194073"/>
                </a:cubicBezTo>
                <a:lnTo>
                  <a:pt x="640236" y="212482"/>
                </a:lnTo>
                <a:lnTo>
                  <a:pt x="652258" y="219714"/>
                </a:lnTo>
                <a:cubicBezTo>
                  <a:pt x="679367" y="234666"/>
                  <a:pt x="743772" y="264066"/>
                  <a:pt x="830513" y="263662"/>
                </a:cubicBezTo>
                <a:lnTo>
                  <a:pt x="830513" y="270898"/>
                </a:lnTo>
                <a:cubicBezTo>
                  <a:pt x="762221" y="271197"/>
                  <a:pt x="707384" y="253377"/>
                  <a:pt x="673178" y="238127"/>
                </a:cubicBezTo>
                <a:lnTo>
                  <a:pt x="673237" y="238127"/>
                </a:lnTo>
                <a:cubicBezTo>
                  <a:pt x="660798" y="232595"/>
                  <a:pt x="651081" y="227408"/>
                  <a:pt x="644428" y="223573"/>
                </a:cubicBezTo>
                <a:lnTo>
                  <a:pt x="634390" y="217372"/>
                </a:lnTo>
                <a:lnTo>
                  <a:pt x="626316" y="224126"/>
                </a:lnTo>
                <a:cubicBezTo>
                  <a:pt x="595377" y="251971"/>
                  <a:pt x="551125" y="296343"/>
                  <a:pt x="497543" y="362692"/>
                </a:cubicBezTo>
                <a:lnTo>
                  <a:pt x="482440" y="383688"/>
                </a:lnTo>
                <a:lnTo>
                  <a:pt x="486802" y="385904"/>
                </a:lnTo>
                <a:cubicBezTo>
                  <a:pt x="518430" y="401570"/>
                  <a:pt x="649258" y="462111"/>
                  <a:pt x="782374" y="461483"/>
                </a:cubicBezTo>
                <a:lnTo>
                  <a:pt x="782374" y="469078"/>
                </a:lnTo>
                <a:cubicBezTo>
                  <a:pt x="670786" y="469616"/>
                  <a:pt x="560872" y="427755"/>
                  <a:pt x="508248" y="404314"/>
                </a:cubicBezTo>
                <a:cubicBezTo>
                  <a:pt x="498231" y="399858"/>
                  <a:pt x="490278" y="396061"/>
                  <a:pt x="484776" y="393355"/>
                </a:cubicBezTo>
                <a:lnTo>
                  <a:pt x="477955" y="389922"/>
                </a:lnTo>
                <a:lnTo>
                  <a:pt x="369991" y="540009"/>
                </a:lnTo>
                <a:lnTo>
                  <a:pt x="331171" y="605275"/>
                </a:lnTo>
                <a:lnTo>
                  <a:pt x="349584" y="612153"/>
                </a:lnTo>
                <a:cubicBezTo>
                  <a:pt x="403764" y="631411"/>
                  <a:pt x="525724" y="667975"/>
                  <a:pt x="645430" y="657211"/>
                </a:cubicBezTo>
                <a:lnTo>
                  <a:pt x="646148" y="665164"/>
                </a:lnTo>
                <a:cubicBezTo>
                  <a:pt x="524872" y="676063"/>
                  <a:pt x="401510" y="639061"/>
                  <a:pt x="346703" y="619576"/>
                </a:cubicBezTo>
                <a:lnTo>
                  <a:pt x="327034" y="612230"/>
                </a:lnTo>
                <a:lnTo>
                  <a:pt x="257480" y="729166"/>
                </a:lnTo>
                <a:lnTo>
                  <a:pt x="174484" y="890814"/>
                </a:lnTo>
                <a:lnTo>
                  <a:pt x="175257" y="891028"/>
                </a:lnTo>
                <a:cubicBezTo>
                  <a:pt x="217560" y="902330"/>
                  <a:pt x="390844" y="943889"/>
                  <a:pt x="543111" y="911186"/>
                </a:cubicBezTo>
                <a:lnTo>
                  <a:pt x="544846" y="919379"/>
                </a:lnTo>
                <a:cubicBezTo>
                  <a:pt x="390694" y="952501"/>
                  <a:pt x="215619" y="910536"/>
                  <a:pt x="172896" y="899086"/>
                </a:cubicBezTo>
                <a:lnTo>
                  <a:pt x="170571" y="898435"/>
                </a:lnTo>
                <a:lnTo>
                  <a:pt x="161844" y="915431"/>
                </a:lnTo>
                <a:cubicBezTo>
                  <a:pt x="132982" y="975400"/>
                  <a:pt x="107238" y="1032431"/>
                  <a:pt x="84917" y="1084069"/>
                </a:cubicBezTo>
                <a:lnTo>
                  <a:pt x="73914" y="1079285"/>
                </a:lnTo>
                <a:lnTo>
                  <a:pt x="73854" y="1079285"/>
                </a:lnTo>
                <a:cubicBezTo>
                  <a:pt x="86477" y="1050088"/>
                  <a:pt x="100189" y="1019176"/>
                  <a:pt x="114935" y="986990"/>
                </a:cubicBezTo>
                <a:lnTo>
                  <a:pt x="132638" y="949578"/>
                </a:lnTo>
                <a:lnTo>
                  <a:pt x="130287" y="951224"/>
                </a:lnTo>
                <a:lnTo>
                  <a:pt x="125212" y="943654"/>
                </a:lnTo>
                <a:cubicBezTo>
                  <a:pt x="103285" y="910197"/>
                  <a:pt x="17372" y="771155"/>
                  <a:pt x="0" y="621032"/>
                </a:cubicBezTo>
                <a:lnTo>
                  <a:pt x="7954" y="620135"/>
                </a:lnTo>
                <a:cubicBezTo>
                  <a:pt x="25116" y="768530"/>
                  <a:pt x="110087" y="906030"/>
                  <a:pt x="131782" y="939128"/>
                </a:cubicBezTo>
                <a:lnTo>
                  <a:pt x="135183" y="944200"/>
                </a:lnTo>
                <a:lnTo>
                  <a:pt x="162226" y="887047"/>
                </a:lnTo>
                <a:cubicBezTo>
                  <a:pt x="195751" y="818454"/>
                  <a:pt x="233199" y="746517"/>
                  <a:pt x="274136" y="674748"/>
                </a:cubicBezTo>
                <a:lnTo>
                  <a:pt x="284215" y="658151"/>
                </a:lnTo>
                <a:lnTo>
                  <a:pt x="284174" y="658109"/>
                </a:lnTo>
                <a:lnTo>
                  <a:pt x="284189" y="658099"/>
                </a:lnTo>
                <a:lnTo>
                  <a:pt x="284218" y="658145"/>
                </a:lnTo>
                <a:lnTo>
                  <a:pt x="284284" y="658037"/>
                </a:lnTo>
                <a:lnTo>
                  <a:pt x="284189" y="658099"/>
                </a:lnTo>
                <a:lnTo>
                  <a:pt x="279698" y="650866"/>
                </a:lnTo>
                <a:cubicBezTo>
                  <a:pt x="260199" y="618727"/>
                  <a:pt x="184052" y="485329"/>
                  <a:pt x="172645" y="343736"/>
                </a:cubicBezTo>
                <a:lnTo>
                  <a:pt x="180599" y="343078"/>
                </a:lnTo>
                <a:cubicBezTo>
                  <a:pt x="191849" y="482892"/>
                  <a:pt x="267106" y="614740"/>
                  <a:pt x="286385" y="646518"/>
                </a:cubicBezTo>
                <a:lnTo>
                  <a:pt x="288859" y="650503"/>
                </a:lnTo>
                <a:lnTo>
                  <a:pt x="360534" y="532475"/>
                </a:lnTo>
                <a:lnTo>
                  <a:pt x="461764" y="391904"/>
                </a:lnTo>
                <a:lnTo>
                  <a:pt x="460354" y="389446"/>
                </a:lnTo>
                <a:cubicBezTo>
                  <a:pt x="444243" y="360643"/>
                  <a:pt x="381694" y="241334"/>
                  <a:pt x="376147" y="116851"/>
                </a:cubicBezTo>
                <a:lnTo>
                  <a:pt x="383144" y="116552"/>
                </a:lnTo>
                <a:cubicBezTo>
                  <a:pt x="387853" y="221906"/>
                  <a:pt x="433971" y="323627"/>
                  <a:pt x="457063" y="368458"/>
                </a:cubicBezTo>
                <a:lnTo>
                  <a:pt x="466266" y="385651"/>
                </a:lnTo>
                <a:lnTo>
                  <a:pt x="488872" y="354260"/>
                </a:lnTo>
                <a:cubicBezTo>
                  <a:pt x="541258" y="289466"/>
                  <a:pt x="584508" y="245856"/>
                  <a:pt x="615470" y="217824"/>
                </a:cubicBezTo>
                <a:lnTo>
                  <a:pt x="647423" y="190875"/>
                </a:lnTo>
                <a:lnTo>
                  <a:pt x="643435" y="182911"/>
                </a:lnTo>
                <a:cubicBezTo>
                  <a:pt x="630532" y="155089"/>
                  <a:pt x="604586" y="89013"/>
                  <a:pt x="600639" y="299"/>
                </a:cubicBezTo>
                <a:close/>
              </a:path>
            </a:pathLst>
          </a:custGeom>
          <a:solidFill>
            <a:schemeClr val="accent1"/>
          </a:solidFill>
          <a:ln w="596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8" name="任意多边形: 形状 47"/>
          <p:cNvSpPr/>
          <p:nvPr userDrawn="1">
            <p:custDataLst>
              <p:tags r:id="rId5"/>
            </p:custDataLst>
          </p:nvPr>
        </p:nvSpPr>
        <p:spPr>
          <a:xfrm>
            <a:off x="9470776" y="5012166"/>
            <a:ext cx="1512785" cy="1013540"/>
          </a:xfrm>
          <a:custGeom>
            <a:avLst/>
            <a:gdLst>
              <a:gd name="connsiteX0" fmla="*/ 1474659 w 1512785"/>
              <a:gd name="connsiteY0" fmla="*/ 833241 h 1013540"/>
              <a:gd name="connsiteX1" fmla="*/ 1506294 w 1512785"/>
              <a:gd name="connsiteY1" fmla="*/ 971979 h 1013540"/>
              <a:gd name="connsiteX2" fmla="*/ 1485065 w 1512785"/>
              <a:gd name="connsiteY2" fmla="*/ 1013541 h 1013540"/>
              <a:gd name="connsiteX3" fmla="*/ 160836 w 1512785"/>
              <a:gd name="connsiteY3" fmla="*/ 1013541 h 1013540"/>
              <a:gd name="connsiteX4" fmla="*/ 134703 w 1512785"/>
              <a:gd name="connsiteY4" fmla="*/ 995780 h 1013540"/>
              <a:gd name="connsiteX5" fmla="*/ 30410 w 1512785"/>
              <a:gd name="connsiteY5" fmla="*/ 890351 h 1013540"/>
              <a:gd name="connsiteX6" fmla="*/ 10676 w 1512785"/>
              <a:gd name="connsiteY6" fmla="*/ 757235 h 1013540"/>
              <a:gd name="connsiteX7" fmla="*/ 118138 w 1512785"/>
              <a:gd name="connsiteY7" fmla="*/ 705626 h 1013540"/>
              <a:gd name="connsiteX8" fmla="*/ 221653 w 1512785"/>
              <a:gd name="connsiteY8" fmla="*/ 745633 h 1013540"/>
              <a:gd name="connsiteX9" fmla="*/ 124357 w 1512785"/>
              <a:gd name="connsiteY9" fmla="*/ 559653 h 1013540"/>
              <a:gd name="connsiteX10" fmla="*/ 93979 w 1512785"/>
              <a:gd name="connsiteY10" fmla="*/ 450935 h 1013540"/>
              <a:gd name="connsiteX11" fmla="*/ 91287 w 1512785"/>
              <a:gd name="connsiteY11" fmla="*/ 363805 h 1013540"/>
              <a:gd name="connsiteX12" fmla="*/ 130636 w 1512785"/>
              <a:gd name="connsiteY12" fmla="*/ 296051 h 1013540"/>
              <a:gd name="connsiteX13" fmla="*/ 224524 w 1512785"/>
              <a:gd name="connsiteY13" fmla="*/ 291625 h 1013540"/>
              <a:gd name="connsiteX14" fmla="*/ 312969 w 1512785"/>
              <a:gd name="connsiteY14" fmla="*/ 351307 h 1013540"/>
              <a:gd name="connsiteX15" fmla="*/ 391009 w 1512785"/>
              <a:gd name="connsiteY15" fmla="*/ 429705 h 1013540"/>
              <a:gd name="connsiteX16" fmla="*/ 481607 w 1512785"/>
              <a:gd name="connsiteY16" fmla="*/ 561566 h 1013540"/>
              <a:gd name="connsiteX17" fmla="*/ 511747 w 1512785"/>
              <a:gd name="connsiteY17" fmla="*/ 160781 h 1013540"/>
              <a:gd name="connsiteX18" fmla="*/ 563235 w 1512785"/>
              <a:gd name="connsiteY18" fmla="*/ 54575 h 1013540"/>
              <a:gd name="connsiteX19" fmla="*/ 651322 w 1512785"/>
              <a:gd name="connsiteY19" fmla="*/ 335 h 1013540"/>
              <a:gd name="connsiteX20" fmla="*/ 754359 w 1512785"/>
              <a:gd name="connsiteY20" fmla="*/ 48834 h 1013540"/>
              <a:gd name="connsiteX21" fmla="*/ 807462 w 1512785"/>
              <a:gd name="connsiteY21" fmla="*/ 169273 h 1013540"/>
              <a:gd name="connsiteX22" fmla="*/ 839994 w 1512785"/>
              <a:gd name="connsiteY22" fmla="*/ 318356 h 1013540"/>
              <a:gd name="connsiteX23" fmla="*/ 873004 w 1512785"/>
              <a:gd name="connsiteY23" fmla="*/ 582855 h 1013540"/>
              <a:gd name="connsiteX24" fmla="*/ 986446 w 1512785"/>
              <a:gd name="connsiteY24" fmla="*/ 395499 h 1013540"/>
              <a:gd name="connsiteX25" fmla="*/ 1074473 w 1512785"/>
              <a:gd name="connsiteY25" fmla="*/ 319672 h 1013540"/>
              <a:gd name="connsiteX26" fmla="*/ 1187257 w 1512785"/>
              <a:gd name="connsiteY26" fmla="*/ 266748 h 1013540"/>
              <a:gd name="connsiteX27" fmla="*/ 1297888 w 1512785"/>
              <a:gd name="connsiteY27" fmla="*/ 283433 h 1013540"/>
              <a:gd name="connsiteX28" fmla="*/ 1350094 w 1512785"/>
              <a:gd name="connsiteY28" fmla="*/ 375645 h 1013540"/>
              <a:gd name="connsiteX29" fmla="*/ 1328327 w 1512785"/>
              <a:gd name="connsiteY29" fmla="*/ 490822 h 1013540"/>
              <a:gd name="connsiteX30" fmla="*/ 1276719 w 1512785"/>
              <a:gd name="connsiteY30" fmla="*/ 603427 h 1013540"/>
              <a:gd name="connsiteX31" fmla="*/ 1141091 w 1512785"/>
              <a:gd name="connsiteY31" fmla="*/ 780975 h 1013540"/>
              <a:gd name="connsiteX32" fmla="*/ 1337357 w 1512785"/>
              <a:gd name="connsiteY32" fmla="*/ 759985 h 1013540"/>
              <a:gd name="connsiteX33" fmla="*/ 1474659 w 1512785"/>
              <a:gd name="connsiteY33" fmla="*/ 833182 h 101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512785" h="1013540">
                <a:moveTo>
                  <a:pt x="1474659" y="833241"/>
                </a:moveTo>
                <a:cubicBezTo>
                  <a:pt x="1507191" y="871813"/>
                  <a:pt x="1522440" y="923002"/>
                  <a:pt x="1506294" y="971979"/>
                </a:cubicBezTo>
                <a:cubicBezTo>
                  <a:pt x="1501331" y="986930"/>
                  <a:pt x="1494155" y="1000803"/>
                  <a:pt x="1485065" y="1013541"/>
                </a:cubicBezTo>
                <a:lnTo>
                  <a:pt x="160836" y="1013541"/>
                </a:lnTo>
                <a:cubicBezTo>
                  <a:pt x="151925" y="1007860"/>
                  <a:pt x="143195" y="1001999"/>
                  <a:pt x="134703" y="995780"/>
                </a:cubicBezTo>
                <a:cubicBezTo>
                  <a:pt x="95055" y="966836"/>
                  <a:pt x="57380" y="931614"/>
                  <a:pt x="30410" y="890351"/>
                </a:cubicBezTo>
                <a:cubicBezTo>
                  <a:pt x="5414" y="851959"/>
                  <a:pt x="-12347" y="800650"/>
                  <a:pt x="10676" y="757235"/>
                </a:cubicBezTo>
                <a:cubicBezTo>
                  <a:pt x="30948" y="719141"/>
                  <a:pt x="76995" y="702935"/>
                  <a:pt x="118138" y="705626"/>
                </a:cubicBezTo>
                <a:cubicBezTo>
                  <a:pt x="155992" y="708078"/>
                  <a:pt x="190019" y="725241"/>
                  <a:pt x="221653" y="745633"/>
                </a:cubicBezTo>
                <a:cubicBezTo>
                  <a:pt x="181108" y="688284"/>
                  <a:pt x="148218" y="625852"/>
                  <a:pt x="124357" y="559653"/>
                </a:cubicBezTo>
                <a:cubicBezTo>
                  <a:pt x="111680" y="524310"/>
                  <a:pt x="101214" y="487892"/>
                  <a:pt x="93979" y="450935"/>
                </a:cubicBezTo>
                <a:cubicBezTo>
                  <a:pt x="88297" y="422410"/>
                  <a:pt x="86264" y="392629"/>
                  <a:pt x="91287" y="363805"/>
                </a:cubicBezTo>
                <a:cubicBezTo>
                  <a:pt x="95952" y="337194"/>
                  <a:pt x="108032" y="311718"/>
                  <a:pt x="130636" y="296051"/>
                </a:cubicBezTo>
                <a:cubicBezTo>
                  <a:pt x="158743" y="276615"/>
                  <a:pt x="194145" y="279187"/>
                  <a:pt x="224524" y="291625"/>
                </a:cubicBezTo>
                <a:cubicBezTo>
                  <a:pt x="257713" y="305200"/>
                  <a:pt x="286118" y="328104"/>
                  <a:pt x="312969" y="351307"/>
                </a:cubicBezTo>
                <a:cubicBezTo>
                  <a:pt x="340896" y="375406"/>
                  <a:pt x="366969" y="401719"/>
                  <a:pt x="391009" y="429705"/>
                </a:cubicBezTo>
                <a:cubicBezTo>
                  <a:pt x="425873" y="470310"/>
                  <a:pt x="456192" y="514563"/>
                  <a:pt x="481607" y="561566"/>
                </a:cubicBezTo>
                <a:cubicBezTo>
                  <a:pt x="466717" y="475692"/>
                  <a:pt x="483641" y="285825"/>
                  <a:pt x="511747" y="160781"/>
                </a:cubicBezTo>
                <a:cubicBezTo>
                  <a:pt x="520418" y="122269"/>
                  <a:pt x="539136" y="86090"/>
                  <a:pt x="563235" y="54575"/>
                </a:cubicBezTo>
                <a:cubicBezTo>
                  <a:pt x="584943" y="26110"/>
                  <a:pt x="614664" y="3385"/>
                  <a:pt x="651322" y="335"/>
                </a:cubicBezTo>
                <a:cubicBezTo>
                  <a:pt x="691090" y="-3013"/>
                  <a:pt x="729302" y="19113"/>
                  <a:pt x="754359" y="48834"/>
                </a:cubicBezTo>
                <a:cubicBezTo>
                  <a:pt x="783123" y="82980"/>
                  <a:pt x="796638" y="126754"/>
                  <a:pt x="807462" y="169273"/>
                </a:cubicBezTo>
                <a:cubicBezTo>
                  <a:pt x="820020" y="218549"/>
                  <a:pt x="830784" y="268303"/>
                  <a:pt x="839994" y="318356"/>
                </a:cubicBezTo>
                <a:cubicBezTo>
                  <a:pt x="856020" y="405785"/>
                  <a:pt x="867083" y="494230"/>
                  <a:pt x="873004" y="582855"/>
                </a:cubicBezTo>
                <a:cubicBezTo>
                  <a:pt x="897402" y="513486"/>
                  <a:pt x="936273" y="449380"/>
                  <a:pt x="986446" y="395499"/>
                </a:cubicBezTo>
                <a:cubicBezTo>
                  <a:pt x="1012878" y="367094"/>
                  <a:pt x="1042419" y="341619"/>
                  <a:pt x="1074473" y="319672"/>
                </a:cubicBezTo>
                <a:cubicBezTo>
                  <a:pt x="1108619" y="296290"/>
                  <a:pt x="1146353" y="275180"/>
                  <a:pt x="1187257" y="266748"/>
                </a:cubicBezTo>
                <a:cubicBezTo>
                  <a:pt x="1224632" y="258974"/>
                  <a:pt x="1265117" y="262741"/>
                  <a:pt x="1297888" y="283433"/>
                </a:cubicBezTo>
                <a:cubicBezTo>
                  <a:pt x="1330181" y="303765"/>
                  <a:pt x="1347403" y="338091"/>
                  <a:pt x="1350094" y="375645"/>
                </a:cubicBezTo>
                <a:cubicBezTo>
                  <a:pt x="1352845" y="414994"/>
                  <a:pt x="1341663" y="454224"/>
                  <a:pt x="1328327" y="490822"/>
                </a:cubicBezTo>
                <a:cubicBezTo>
                  <a:pt x="1314094" y="529692"/>
                  <a:pt x="1296872" y="567367"/>
                  <a:pt x="1276719" y="603427"/>
                </a:cubicBezTo>
                <a:cubicBezTo>
                  <a:pt x="1240360" y="668729"/>
                  <a:pt x="1194433" y="728590"/>
                  <a:pt x="1141091" y="780975"/>
                </a:cubicBezTo>
                <a:cubicBezTo>
                  <a:pt x="1205197" y="764590"/>
                  <a:pt x="1271217" y="750836"/>
                  <a:pt x="1337357" y="759985"/>
                </a:cubicBezTo>
                <a:cubicBezTo>
                  <a:pt x="1389982" y="767341"/>
                  <a:pt x="1440095" y="792218"/>
                  <a:pt x="1474659" y="833182"/>
                </a:cubicBezTo>
              </a:path>
            </a:pathLst>
          </a:custGeom>
          <a:solidFill>
            <a:schemeClr val="accent4"/>
          </a:solidFill>
          <a:ln w="596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1" name="任意多边形: 形状 50"/>
          <p:cNvSpPr/>
          <p:nvPr userDrawn="1">
            <p:custDataLst>
              <p:tags r:id="rId6"/>
            </p:custDataLst>
          </p:nvPr>
        </p:nvSpPr>
        <p:spPr>
          <a:xfrm>
            <a:off x="9660735" y="5123014"/>
            <a:ext cx="488153" cy="884215"/>
          </a:xfrm>
          <a:custGeom>
            <a:avLst/>
            <a:gdLst>
              <a:gd name="connsiteX0" fmla="*/ 0 w 488153"/>
              <a:gd name="connsiteY0" fmla="*/ 291888 h 884215"/>
              <a:gd name="connsiteX1" fmla="*/ 488154 w 488153"/>
              <a:gd name="connsiteY1" fmla="*/ 884215 h 884215"/>
              <a:gd name="connsiteX2" fmla="*/ 479303 w 488153"/>
              <a:gd name="connsiteY2" fmla="*/ 0 h 88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8153" h="884215">
                <a:moveTo>
                  <a:pt x="0" y="291888"/>
                </a:moveTo>
                <a:lnTo>
                  <a:pt x="488154" y="884215"/>
                </a:lnTo>
                <a:lnTo>
                  <a:pt x="479303" y="0"/>
                </a:lnTo>
              </a:path>
            </a:pathLst>
          </a:custGeom>
          <a:noFill/>
          <a:ln w="6147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5" name="任意多边形: 形状 54"/>
          <p:cNvSpPr/>
          <p:nvPr userDrawn="1">
            <p:custDataLst>
              <p:tags r:id="rId7"/>
            </p:custDataLst>
          </p:nvPr>
        </p:nvSpPr>
        <p:spPr>
          <a:xfrm>
            <a:off x="10211141" y="5376928"/>
            <a:ext cx="657390" cy="644473"/>
          </a:xfrm>
          <a:custGeom>
            <a:avLst/>
            <a:gdLst>
              <a:gd name="connsiteX0" fmla="*/ 657390 w 657390"/>
              <a:gd name="connsiteY0" fmla="*/ 536294 h 644473"/>
              <a:gd name="connsiteX1" fmla="*/ 0 w 657390"/>
              <a:gd name="connsiteY1" fmla="*/ 644474 h 644473"/>
              <a:gd name="connsiteX2" fmla="*/ 477031 w 657390"/>
              <a:gd name="connsiteY2" fmla="*/ 0 h 644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7390" h="644473">
                <a:moveTo>
                  <a:pt x="657390" y="536294"/>
                </a:moveTo>
                <a:lnTo>
                  <a:pt x="0" y="644474"/>
                </a:lnTo>
                <a:lnTo>
                  <a:pt x="477031" y="0"/>
                </a:lnTo>
              </a:path>
            </a:pathLst>
          </a:custGeom>
          <a:noFill/>
          <a:ln w="6147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9" name="矩形 28"/>
          <p:cNvSpPr/>
          <p:nvPr userDrawn="1">
            <p:custDataLst>
              <p:tags r:id="rId8"/>
            </p:custDataLst>
          </p:nvPr>
        </p:nvSpPr>
        <p:spPr>
          <a:xfrm>
            <a:off x="0" y="6018969"/>
            <a:ext cx="12192000" cy="8390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37" name="直接连接符 36"/>
          <p:cNvCxnSpPr/>
          <p:nvPr userDrawn="1">
            <p:custDataLst>
              <p:tags r:id="rId9"/>
            </p:custDataLst>
          </p:nvPr>
        </p:nvCxnSpPr>
        <p:spPr>
          <a:xfrm>
            <a:off x="1600200" y="6438484"/>
            <a:ext cx="8080206" cy="0"/>
          </a:xfrm>
          <a:prstGeom prst="line">
            <a:avLst/>
          </a:prstGeom>
          <a:ln>
            <a:solidFill>
              <a:schemeClr val="lt2">
                <a:lumMod val="20000"/>
                <a:lumOff val="8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任意多边形: 形状 64"/>
          <p:cNvSpPr/>
          <p:nvPr userDrawn="1">
            <p:custDataLst>
              <p:tags r:id="rId10"/>
            </p:custDataLst>
          </p:nvPr>
        </p:nvSpPr>
        <p:spPr>
          <a:xfrm rot="6257195">
            <a:off x="11215383" y="5624968"/>
            <a:ext cx="127581" cy="127581"/>
          </a:xfrm>
          <a:custGeom>
            <a:avLst/>
            <a:gdLst>
              <a:gd name="connsiteX0" fmla="*/ 127582 w 127581"/>
              <a:gd name="connsiteY0" fmla="*/ 63791 h 127581"/>
              <a:gd name="connsiteX1" fmla="*/ 63791 w 127581"/>
              <a:gd name="connsiteY1" fmla="*/ 127582 h 127581"/>
              <a:gd name="connsiteX2" fmla="*/ 0 w 127581"/>
              <a:gd name="connsiteY2" fmla="*/ 63791 h 127581"/>
              <a:gd name="connsiteX3" fmla="*/ 63791 w 127581"/>
              <a:gd name="connsiteY3" fmla="*/ 0 h 127581"/>
              <a:gd name="connsiteX4" fmla="*/ 127582 w 127581"/>
              <a:gd name="connsiteY4" fmla="*/ 63791 h 127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581" h="127581">
                <a:moveTo>
                  <a:pt x="127582" y="63791"/>
                </a:moveTo>
                <a:cubicBezTo>
                  <a:pt x="127582" y="99021"/>
                  <a:pt x="99022" y="127582"/>
                  <a:pt x="63791" y="127582"/>
                </a:cubicBezTo>
                <a:cubicBezTo>
                  <a:pt x="28560" y="127582"/>
                  <a:pt x="0" y="99021"/>
                  <a:pt x="0" y="63791"/>
                </a:cubicBezTo>
                <a:cubicBezTo>
                  <a:pt x="0" y="28560"/>
                  <a:pt x="28560" y="0"/>
                  <a:pt x="63791" y="0"/>
                </a:cubicBezTo>
                <a:cubicBezTo>
                  <a:pt x="99022" y="0"/>
                  <a:pt x="127582" y="28560"/>
                  <a:pt x="127582" y="63791"/>
                </a:cubicBezTo>
                <a:close/>
              </a:path>
            </a:pathLst>
          </a:custGeom>
          <a:solidFill>
            <a:schemeClr val="accent1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7" name="任意多边形: 形状 66"/>
          <p:cNvSpPr/>
          <p:nvPr userDrawn="1">
            <p:custDataLst>
              <p:tags r:id="rId11"/>
            </p:custDataLst>
          </p:nvPr>
        </p:nvSpPr>
        <p:spPr>
          <a:xfrm rot="6257195">
            <a:off x="11729945" y="5592896"/>
            <a:ext cx="45719" cy="45719"/>
          </a:xfrm>
          <a:custGeom>
            <a:avLst/>
            <a:gdLst>
              <a:gd name="connsiteX0" fmla="*/ 69163 w 69162"/>
              <a:gd name="connsiteY0" fmla="*/ 34581 h 69162"/>
              <a:gd name="connsiteX1" fmla="*/ 34581 w 69162"/>
              <a:gd name="connsiteY1" fmla="*/ 69163 h 69162"/>
              <a:gd name="connsiteX2" fmla="*/ 0 w 69162"/>
              <a:gd name="connsiteY2" fmla="*/ 34581 h 69162"/>
              <a:gd name="connsiteX3" fmla="*/ 34581 w 69162"/>
              <a:gd name="connsiteY3" fmla="*/ 0 h 69162"/>
              <a:gd name="connsiteX4" fmla="*/ 69163 w 69162"/>
              <a:gd name="connsiteY4" fmla="*/ 34581 h 6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162" h="69162">
                <a:moveTo>
                  <a:pt x="69163" y="34581"/>
                </a:moveTo>
                <a:cubicBezTo>
                  <a:pt x="69163" y="53680"/>
                  <a:pt x="53680" y="69163"/>
                  <a:pt x="34581" y="69163"/>
                </a:cubicBezTo>
                <a:cubicBezTo>
                  <a:pt x="15483" y="69163"/>
                  <a:pt x="0" y="53680"/>
                  <a:pt x="0" y="34581"/>
                </a:cubicBezTo>
                <a:cubicBezTo>
                  <a:pt x="0" y="15483"/>
                  <a:pt x="15482" y="0"/>
                  <a:pt x="34581" y="0"/>
                </a:cubicBezTo>
                <a:cubicBezTo>
                  <a:pt x="53680" y="0"/>
                  <a:pt x="69163" y="15483"/>
                  <a:pt x="69163" y="34581"/>
                </a:cubicBezTo>
                <a:close/>
              </a:path>
            </a:pathLst>
          </a:custGeom>
          <a:solidFill>
            <a:schemeClr val="accent2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4" name="任意多边形: 形状 63"/>
          <p:cNvSpPr/>
          <p:nvPr userDrawn="1">
            <p:custDataLst>
              <p:tags r:id="rId12"/>
            </p:custDataLst>
          </p:nvPr>
        </p:nvSpPr>
        <p:spPr>
          <a:xfrm flipH="1">
            <a:off x="9319903" y="0"/>
            <a:ext cx="2872095" cy="2791452"/>
          </a:xfrm>
          <a:custGeom>
            <a:avLst/>
            <a:gdLst>
              <a:gd name="connsiteX0" fmla="*/ 0 w 2776027"/>
              <a:gd name="connsiteY0" fmla="*/ 0 h 2698081"/>
              <a:gd name="connsiteX1" fmla="*/ 2776027 w 2776027"/>
              <a:gd name="connsiteY1" fmla="*/ 0 h 2698081"/>
              <a:gd name="connsiteX2" fmla="*/ 2768546 w 2776027"/>
              <a:gd name="connsiteY2" fmla="*/ 148143 h 2698081"/>
              <a:gd name="connsiteX3" fmla="*/ 230234 w 2776027"/>
              <a:gd name="connsiteY3" fmla="*/ 2686455 h 2698081"/>
              <a:gd name="connsiteX4" fmla="*/ 0 w 2776027"/>
              <a:gd name="connsiteY4" fmla="*/ 2698081 h 2698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6027" h="2698081">
                <a:moveTo>
                  <a:pt x="0" y="0"/>
                </a:moveTo>
                <a:lnTo>
                  <a:pt x="2776027" y="0"/>
                </a:lnTo>
                <a:lnTo>
                  <a:pt x="2768546" y="148143"/>
                </a:lnTo>
                <a:cubicBezTo>
                  <a:pt x="2632626" y="1486523"/>
                  <a:pt x="1568614" y="2550535"/>
                  <a:pt x="230234" y="2686455"/>
                </a:cubicBezTo>
                <a:lnTo>
                  <a:pt x="0" y="2698081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52" name="任意多边形: 形状 51"/>
          <p:cNvSpPr/>
          <p:nvPr userDrawn="1">
            <p:custDataLst>
              <p:tags r:id="rId13"/>
            </p:custDataLst>
          </p:nvPr>
        </p:nvSpPr>
        <p:spPr>
          <a:xfrm flipH="1">
            <a:off x="11279113" y="3579971"/>
            <a:ext cx="118080" cy="118080"/>
          </a:xfrm>
          <a:custGeom>
            <a:avLst/>
            <a:gdLst>
              <a:gd name="connsiteX0" fmla="*/ 95350 w 95350"/>
              <a:gd name="connsiteY0" fmla="*/ 47675 h 95350"/>
              <a:gd name="connsiteX1" fmla="*/ 47675 w 95350"/>
              <a:gd name="connsiteY1" fmla="*/ 95350 h 95350"/>
              <a:gd name="connsiteX2" fmla="*/ 0 w 95350"/>
              <a:gd name="connsiteY2" fmla="*/ 47675 h 95350"/>
              <a:gd name="connsiteX3" fmla="*/ 47675 w 95350"/>
              <a:gd name="connsiteY3" fmla="*/ 0 h 95350"/>
              <a:gd name="connsiteX4" fmla="*/ 95350 w 95350"/>
              <a:gd name="connsiteY4" fmla="*/ 47675 h 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350" h="95350">
                <a:moveTo>
                  <a:pt x="95350" y="47675"/>
                </a:moveTo>
                <a:cubicBezTo>
                  <a:pt x="95350" y="74006"/>
                  <a:pt x="74006" y="95350"/>
                  <a:pt x="47675" y="95350"/>
                </a:cubicBezTo>
                <a:cubicBezTo>
                  <a:pt x="21345" y="95350"/>
                  <a:pt x="0" y="74006"/>
                  <a:pt x="0" y="47675"/>
                </a:cubicBezTo>
                <a:cubicBezTo>
                  <a:pt x="0" y="21345"/>
                  <a:pt x="21345" y="0"/>
                  <a:pt x="47675" y="0"/>
                </a:cubicBezTo>
                <a:cubicBezTo>
                  <a:pt x="74006" y="0"/>
                  <a:pt x="95350" y="21345"/>
                  <a:pt x="95350" y="47675"/>
                </a:cubicBezTo>
                <a:close/>
              </a:path>
            </a:pathLst>
          </a:custGeom>
          <a:solidFill>
            <a:schemeClr val="accent4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3" name="任意多边形: 形状 52"/>
          <p:cNvSpPr/>
          <p:nvPr userDrawn="1">
            <p:custDataLst>
              <p:tags r:id="rId14"/>
            </p:custDataLst>
          </p:nvPr>
        </p:nvSpPr>
        <p:spPr>
          <a:xfrm flipH="1">
            <a:off x="11397193" y="2767021"/>
            <a:ext cx="75206" cy="75206"/>
          </a:xfrm>
          <a:custGeom>
            <a:avLst/>
            <a:gdLst>
              <a:gd name="connsiteX0" fmla="*/ 75206 w 75206"/>
              <a:gd name="connsiteY0" fmla="*/ 37603 h 75206"/>
              <a:gd name="connsiteX1" fmla="*/ 37603 w 75206"/>
              <a:gd name="connsiteY1" fmla="*/ 75206 h 75206"/>
              <a:gd name="connsiteX2" fmla="*/ 0 w 75206"/>
              <a:gd name="connsiteY2" fmla="*/ 37603 h 75206"/>
              <a:gd name="connsiteX3" fmla="*/ 37603 w 75206"/>
              <a:gd name="connsiteY3" fmla="*/ 0 h 75206"/>
              <a:gd name="connsiteX4" fmla="*/ 75206 w 75206"/>
              <a:gd name="connsiteY4" fmla="*/ 37603 h 75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206" h="75206">
                <a:moveTo>
                  <a:pt x="75206" y="37603"/>
                </a:moveTo>
                <a:cubicBezTo>
                  <a:pt x="75206" y="58371"/>
                  <a:pt x="58371" y="75206"/>
                  <a:pt x="37603" y="75206"/>
                </a:cubicBezTo>
                <a:cubicBezTo>
                  <a:pt x="16835" y="75206"/>
                  <a:pt x="0" y="58371"/>
                  <a:pt x="0" y="37603"/>
                </a:cubicBezTo>
                <a:cubicBezTo>
                  <a:pt x="0" y="16835"/>
                  <a:pt x="16835" y="0"/>
                  <a:pt x="37603" y="0"/>
                </a:cubicBezTo>
                <a:cubicBezTo>
                  <a:pt x="58371" y="0"/>
                  <a:pt x="75206" y="16835"/>
                  <a:pt x="75206" y="37603"/>
                </a:cubicBezTo>
                <a:close/>
              </a:path>
            </a:pathLst>
          </a:custGeom>
          <a:solidFill>
            <a:schemeClr val="accent1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4" name="任意多边形: 形状 53"/>
          <p:cNvSpPr/>
          <p:nvPr userDrawn="1">
            <p:custDataLst>
              <p:tags r:id="rId15"/>
            </p:custDataLst>
          </p:nvPr>
        </p:nvSpPr>
        <p:spPr>
          <a:xfrm flipH="1">
            <a:off x="11803463" y="3300489"/>
            <a:ext cx="69162" cy="69162"/>
          </a:xfrm>
          <a:custGeom>
            <a:avLst/>
            <a:gdLst>
              <a:gd name="connsiteX0" fmla="*/ 69163 w 69162"/>
              <a:gd name="connsiteY0" fmla="*/ 34581 h 69162"/>
              <a:gd name="connsiteX1" fmla="*/ 34581 w 69162"/>
              <a:gd name="connsiteY1" fmla="*/ 69163 h 69162"/>
              <a:gd name="connsiteX2" fmla="*/ 0 w 69162"/>
              <a:gd name="connsiteY2" fmla="*/ 34581 h 69162"/>
              <a:gd name="connsiteX3" fmla="*/ 34581 w 69162"/>
              <a:gd name="connsiteY3" fmla="*/ 0 h 69162"/>
              <a:gd name="connsiteX4" fmla="*/ 69163 w 69162"/>
              <a:gd name="connsiteY4" fmla="*/ 34581 h 6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162" h="69162">
                <a:moveTo>
                  <a:pt x="69163" y="34581"/>
                </a:moveTo>
                <a:cubicBezTo>
                  <a:pt x="69163" y="53680"/>
                  <a:pt x="53680" y="69163"/>
                  <a:pt x="34581" y="69163"/>
                </a:cubicBezTo>
                <a:cubicBezTo>
                  <a:pt x="15483" y="69163"/>
                  <a:pt x="0" y="53680"/>
                  <a:pt x="0" y="34581"/>
                </a:cubicBezTo>
                <a:cubicBezTo>
                  <a:pt x="0" y="15483"/>
                  <a:pt x="15483" y="0"/>
                  <a:pt x="34581" y="0"/>
                </a:cubicBezTo>
                <a:cubicBezTo>
                  <a:pt x="53680" y="0"/>
                  <a:pt x="69163" y="15483"/>
                  <a:pt x="69163" y="34581"/>
                </a:cubicBezTo>
                <a:close/>
              </a:path>
            </a:pathLst>
          </a:custGeom>
          <a:solidFill>
            <a:schemeClr val="accent4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4" name="任意多边形: 形状 73"/>
          <p:cNvSpPr/>
          <p:nvPr userDrawn="1">
            <p:custDataLst>
              <p:tags r:id="rId16"/>
            </p:custDataLst>
          </p:nvPr>
        </p:nvSpPr>
        <p:spPr>
          <a:xfrm flipH="1">
            <a:off x="9866355" y="5957710"/>
            <a:ext cx="256091" cy="206155"/>
          </a:xfrm>
          <a:custGeom>
            <a:avLst/>
            <a:gdLst>
              <a:gd name="connsiteX0" fmla="*/ 256091 w 256091"/>
              <a:gd name="connsiteY0" fmla="*/ 188887 h 206155"/>
              <a:gd name="connsiteX1" fmla="*/ 8989 w 256091"/>
              <a:gd name="connsiteY1" fmla="*/ 190674 h 206155"/>
              <a:gd name="connsiteX2" fmla="*/ 0 w 256091"/>
              <a:gd name="connsiteY2" fmla="*/ 34171 h 206155"/>
              <a:gd name="connsiteX3" fmla="*/ 252571 w 256091"/>
              <a:gd name="connsiteY3" fmla="*/ 0 h 206155"/>
              <a:gd name="connsiteX4" fmla="*/ 256091 w 256091"/>
              <a:gd name="connsiteY4" fmla="*/ 188833 h 20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091" h="206155">
                <a:moveTo>
                  <a:pt x="256091" y="188887"/>
                </a:moveTo>
                <a:cubicBezTo>
                  <a:pt x="152929" y="218021"/>
                  <a:pt x="61681" y="204429"/>
                  <a:pt x="8989" y="190674"/>
                </a:cubicBezTo>
                <a:lnTo>
                  <a:pt x="0" y="34171"/>
                </a:lnTo>
                <a:lnTo>
                  <a:pt x="252571" y="0"/>
                </a:lnTo>
                <a:lnTo>
                  <a:pt x="256091" y="188833"/>
                </a:lnTo>
                <a:close/>
              </a:path>
            </a:pathLst>
          </a:custGeom>
          <a:solidFill>
            <a:srgbClr val="F9C3B5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5" name="任意多边形: 形状 74"/>
          <p:cNvSpPr/>
          <p:nvPr userDrawn="1">
            <p:custDataLst>
              <p:tags r:id="rId17"/>
            </p:custDataLst>
          </p:nvPr>
        </p:nvSpPr>
        <p:spPr>
          <a:xfrm flipH="1">
            <a:off x="9863160" y="6142787"/>
            <a:ext cx="250350" cy="187207"/>
          </a:xfrm>
          <a:custGeom>
            <a:avLst/>
            <a:gdLst>
              <a:gd name="connsiteX0" fmla="*/ 250351 w 250350"/>
              <a:gd name="connsiteY0" fmla="*/ 174482 h 187207"/>
              <a:gd name="connsiteX1" fmla="*/ 10668 w 250350"/>
              <a:gd name="connsiteY1" fmla="*/ 187208 h 187207"/>
              <a:gd name="connsiteX2" fmla="*/ 0 w 250350"/>
              <a:gd name="connsiteY2" fmla="*/ 1787 h 187207"/>
              <a:gd name="connsiteX3" fmla="*/ 247102 w 250350"/>
              <a:gd name="connsiteY3" fmla="*/ 0 h 187207"/>
              <a:gd name="connsiteX4" fmla="*/ 250297 w 250350"/>
              <a:gd name="connsiteY4" fmla="*/ 174482 h 187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350" h="187207">
                <a:moveTo>
                  <a:pt x="250351" y="174482"/>
                </a:moveTo>
                <a:lnTo>
                  <a:pt x="10668" y="187208"/>
                </a:lnTo>
                <a:lnTo>
                  <a:pt x="0" y="1787"/>
                </a:lnTo>
                <a:cubicBezTo>
                  <a:pt x="52745" y="15542"/>
                  <a:pt x="143940" y="29134"/>
                  <a:pt x="247102" y="0"/>
                </a:cubicBezTo>
                <a:lnTo>
                  <a:pt x="250297" y="174482"/>
                </a:lnTo>
                <a:close/>
              </a:path>
            </a:pathLst>
          </a:custGeom>
          <a:solidFill>
            <a:srgbClr val="FFFFFF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6" name="任意多边形: 形状 75"/>
          <p:cNvSpPr/>
          <p:nvPr userDrawn="1">
            <p:custDataLst>
              <p:tags r:id="rId18"/>
            </p:custDataLst>
          </p:nvPr>
        </p:nvSpPr>
        <p:spPr>
          <a:xfrm flipH="1">
            <a:off x="9390727" y="6149157"/>
            <a:ext cx="742342" cy="241942"/>
          </a:xfrm>
          <a:custGeom>
            <a:avLst/>
            <a:gdLst>
              <a:gd name="connsiteX0" fmla="*/ 742342 w 742342"/>
              <a:gd name="connsiteY0" fmla="*/ 241888 h 241942"/>
              <a:gd name="connsiteX1" fmla="*/ 984 w 742342"/>
              <a:gd name="connsiteY1" fmla="*/ 240318 h 241942"/>
              <a:gd name="connsiteX2" fmla="*/ 6507 w 742342"/>
              <a:gd name="connsiteY2" fmla="*/ 42225 h 241942"/>
              <a:gd name="connsiteX3" fmla="*/ 55245 w 742342"/>
              <a:gd name="connsiteY3" fmla="*/ 77046 h 241942"/>
              <a:gd name="connsiteX4" fmla="*/ 250901 w 742342"/>
              <a:gd name="connsiteY4" fmla="*/ 37839 h 241942"/>
              <a:gd name="connsiteX5" fmla="*/ 300235 w 742342"/>
              <a:gd name="connsiteY5" fmla="*/ 1014 h 241942"/>
              <a:gd name="connsiteX6" fmla="*/ 361049 w 742342"/>
              <a:gd name="connsiteY6" fmla="*/ 28362 h 241942"/>
              <a:gd name="connsiteX7" fmla="*/ 388342 w 742342"/>
              <a:gd name="connsiteY7" fmla="*/ 40655 h 241942"/>
              <a:gd name="connsiteX8" fmla="*/ 409137 w 742342"/>
              <a:gd name="connsiteY8" fmla="*/ 50077 h 241942"/>
              <a:gd name="connsiteX9" fmla="*/ 436322 w 742342"/>
              <a:gd name="connsiteY9" fmla="*/ 62424 h 241942"/>
              <a:gd name="connsiteX10" fmla="*/ 463453 w 742342"/>
              <a:gd name="connsiteY10" fmla="*/ 74771 h 241942"/>
              <a:gd name="connsiteX11" fmla="*/ 490530 w 742342"/>
              <a:gd name="connsiteY11" fmla="*/ 87172 h 241942"/>
              <a:gd name="connsiteX12" fmla="*/ 711962 w 742342"/>
              <a:gd name="connsiteY12" fmla="*/ 157463 h 241942"/>
              <a:gd name="connsiteX13" fmla="*/ 742342 w 742342"/>
              <a:gd name="connsiteY13" fmla="*/ 241942 h 241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42342" h="241942">
                <a:moveTo>
                  <a:pt x="742342" y="241888"/>
                </a:moveTo>
                <a:lnTo>
                  <a:pt x="984" y="240318"/>
                </a:lnTo>
                <a:cubicBezTo>
                  <a:pt x="-3024" y="163149"/>
                  <a:pt x="6507" y="42225"/>
                  <a:pt x="6507" y="42225"/>
                </a:cubicBezTo>
                <a:cubicBezTo>
                  <a:pt x="49667" y="41304"/>
                  <a:pt x="30010" y="68110"/>
                  <a:pt x="55245" y="77046"/>
                </a:cubicBezTo>
                <a:cubicBezTo>
                  <a:pt x="80427" y="86089"/>
                  <a:pt x="216189" y="85277"/>
                  <a:pt x="250901" y="37839"/>
                </a:cubicBezTo>
                <a:cubicBezTo>
                  <a:pt x="285613" y="-9600"/>
                  <a:pt x="300235" y="1014"/>
                  <a:pt x="300235" y="1014"/>
                </a:cubicBezTo>
                <a:cubicBezTo>
                  <a:pt x="300235" y="1014"/>
                  <a:pt x="324929" y="12116"/>
                  <a:pt x="361049" y="28362"/>
                </a:cubicBezTo>
                <a:cubicBezTo>
                  <a:pt x="369551" y="32207"/>
                  <a:pt x="378703" y="36322"/>
                  <a:pt x="388342" y="40655"/>
                </a:cubicBezTo>
                <a:cubicBezTo>
                  <a:pt x="395057" y="43741"/>
                  <a:pt x="401989" y="46882"/>
                  <a:pt x="409137" y="50077"/>
                </a:cubicBezTo>
                <a:cubicBezTo>
                  <a:pt x="418018" y="54139"/>
                  <a:pt x="427116" y="58200"/>
                  <a:pt x="436322" y="62424"/>
                </a:cubicBezTo>
                <a:cubicBezTo>
                  <a:pt x="445312" y="66486"/>
                  <a:pt x="454355" y="70547"/>
                  <a:pt x="463453" y="74771"/>
                </a:cubicBezTo>
                <a:cubicBezTo>
                  <a:pt x="472497" y="78887"/>
                  <a:pt x="481540" y="83003"/>
                  <a:pt x="490530" y="87172"/>
                </a:cubicBezTo>
                <a:cubicBezTo>
                  <a:pt x="558654" y="118202"/>
                  <a:pt x="698262" y="149394"/>
                  <a:pt x="711962" y="157463"/>
                </a:cubicBezTo>
                <a:cubicBezTo>
                  <a:pt x="739851" y="173817"/>
                  <a:pt x="742234" y="228079"/>
                  <a:pt x="742342" y="241942"/>
                </a:cubicBezTo>
                <a:close/>
              </a:path>
            </a:pathLst>
          </a:custGeom>
          <a:solidFill>
            <a:schemeClr val="accent3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7" name="任意多边形: 形状 76"/>
          <p:cNvSpPr/>
          <p:nvPr userDrawn="1">
            <p:custDataLst>
              <p:tags r:id="rId19"/>
            </p:custDataLst>
          </p:nvPr>
        </p:nvSpPr>
        <p:spPr>
          <a:xfrm flipH="1">
            <a:off x="9390732" y="6177465"/>
            <a:ext cx="741407" cy="259177"/>
          </a:xfrm>
          <a:custGeom>
            <a:avLst/>
            <a:gdLst>
              <a:gd name="connsiteX0" fmla="*/ 740167 w 741406"/>
              <a:gd name="connsiteY0" fmla="*/ 43919 h 47222"/>
              <a:gd name="connsiteX1" fmla="*/ 5903 w 741406"/>
              <a:gd name="connsiteY1" fmla="*/ 47222 h 47222"/>
              <a:gd name="connsiteX2" fmla="*/ 0 w 741406"/>
              <a:gd name="connsiteY2" fmla="*/ 0 h 47222"/>
              <a:gd name="connsiteX3" fmla="*/ 741359 w 741406"/>
              <a:gd name="connsiteY3" fmla="*/ 1571 h 47222"/>
              <a:gd name="connsiteX4" fmla="*/ 741359 w 741406"/>
              <a:gd name="connsiteY4" fmla="*/ 4874 h 47222"/>
              <a:gd name="connsiteX5" fmla="*/ 740113 w 741406"/>
              <a:gd name="connsiteY5" fmla="*/ 43865 h 47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8" h="408">
                <a:moveTo>
                  <a:pt x="1166" y="403"/>
                </a:moveTo>
                <a:lnTo>
                  <a:pt x="9" y="408"/>
                </a:lnTo>
                <a:cubicBezTo>
                  <a:pt x="5" y="390"/>
                  <a:pt x="2" y="364"/>
                  <a:pt x="0" y="334"/>
                </a:cubicBezTo>
                <a:lnTo>
                  <a:pt x="1167" y="336"/>
                </a:lnTo>
                <a:cubicBezTo>
                  <a:pt x="1168" y="340"/>
                  <a:pt x="1167" y="341"/>
                  <a:pt x="1167" y="341"/>
                </a:cubicBezTo>
                <a:lnTo>
                  <a:pt x="1166" y="403"/>
                </a:lnTo>
                <a:lnTo>
                  <a:pt x="1166" y="403"/>
                </a:lnTo>
                <a:close/>
                <a:moveTo>
                  <a:pt x="610" y="19"/>
                </a:moveTo>
                <a:lnTo>
                  <a:pt x="504" y="173"/>
                </a:lnTo>
                <a:lnTo>
                  <a:pt x="468" y="147"/>
                </a:lnTo>
                <a:lnTo>
                  <a:pt x="567" y="0"/>
                </a:lnTo>
                <a:cubicBezTo>
                  <a:pt x="580" y="6"/>
                  <a:pt x="595" y="13"/>
                  <a:pt x="610" y="19"/>
                </a:cubicBezTo>
                <a:close/>
                <a:moveTo>
                  <a:pt x="686" y="54"/>
                </a:moveTo>
                <a:lnTo>
                  <a:pt x="579" y="208"/>
                </a:lnTo>
                <a:lnTo>
                  <a:pt x="543" y="182"/>
                </a:lnTo>
                <a:lnTo>
                  <a:pt x="643" y="34"/>
                </a:lnTo>
                <a:cubicBezTo>
                  <a:pt x="657" y="41"/>
                  <a:pt x="671" y="47"/>
                  <a:pt x="686" y="54"/>
                </a:cubicBezTo>
                <a:close/>
                <a:moveTo>
                  <a:pt x="771" y="93"/>
                </a:moveTo>
                <a:lnTo>
                  <a:pt x="668" y="241"/>
                </a:lnTo>
                <a:lnTo>
                  <a:pt x="632" y="215"/>
                </a:lnTo>
                <a:lnTo>
                  <a:pt x="728" y="73"/>
                </a:lnTo>
                <a:cubicBezTo>
                  <a:pt x="743" y="80"/>
                  <a:pt x="757" y="86"/>
                  <a:pt x="771" y="93"/>
                </a:cubicBezTo>
                <a:lnTo>
                  <a:pt x="771" y="93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 w="541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800"/>
          </a:p>
        </p:txBody>
      </p:sp>
      <p:sp>
        <p:nvSpPr>
          <p:cNvPr id="81" name="任意多边形: 形状 80"/>
          <p:cNvSpPr/>
          <p:nvPr userDrawn="1">
            <p:custDataLst>
              <p:tags r:id="rId20"/>
            </p:custDataLst>
          </p:nvPr>
        </p:nvSpPr>
        <p:spPr>
          <a:xfrm flipH="1">
            <a:off x="9768011" y="3202229"/>
            <a:ext cx="983479" cy="2820194"/>
          </a:xfrm>
          <a:custGeom>
            <a:avLst/>
            <a:gdLst>
              <a:gd name="connsiteX0" fmla="*/ 567527 w 983479"/>
              <a:gd name="connsiteY0" fmla="*/ 2812614 h 2820194"/>
              <a:gd name="connsiteX1" fmla="*/ 942538 w 983479"/>
              <a:gd name="connsiteY1" fmla="*/ 2820195 h 2820194"/>
              <a:gd name="connsiteX2" fmla="*/ 982557 w 983479"/>
              <a:gd name="connsiteY2" fmla="*/ 1244767 h 2820194"/>
              <a:gd name="connsiteX3" fmla="*/ 772822 w 983479"/>
              <a:gd name="connsiteY3" fmla="*/ 7635 h 2820194"/>
              <a:gd name="connsiteX4" fmla="*/ 0 w 983479"/>
              <a:gd name="connsiteY4" fmla="*/ 0 h 2820194"/>
              <a:gd name="connsiteX5" fmla="*/ 400085 w 983479"/>
              <a:gd name="connsiteY5" fmla="*/ 1333850 h 2820194"/>
              <a:gd name="connsiteX6" fmla="*/ 567472 w 983479"/>
              <a:gd name="connsiteY6" fmla="*/ 2812559 h 2820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3479" h="2820194">
                <a:moveTo>
                  <a:pt x="567527" y="2812614"/>
                </a:moveTo>
                <a:lnTo>
                  <a:pt x="942538" y="2820195"/>
                </a:lnTo>
                <a:cubicBezTo>
                  <a:pt x="942538" y="2820195"/>
                  <a:pt x="963766" y="1478060"/>
                  <a:pt x="982557" y="1244767"/>
                </a:cubicBezTo>
                <a:cubicBezTo>
                  <a:pt x="999670" y="1032541"/>
                  <a:pt x="772822" y="7635"/>
                  <a:pt x="772822" y="7635"/>
                </a:cubicBezTo>
                <a:lnTo>
                  <a:pt x="0" y="0"/>
                </a:lnTo>
                <a:lnTo>
                  <a:pt x="400085" y="1333850"/>
                </a:lnTo>
                <a:lnTo>
                  <a:pt x="567472" y="281255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 sz="1800"/>
          </a:p>
        </p:txBody>
      </p:sp>
      <p:sp>
        <p:nvSpPr>
          <p:cNvPr id="82" name="任意多边形: 形状 81"/>
          <p:cNvSpPr/>
          <p:nvPr userDrawn="1">
            <p:custDataLst>
              <p:tags r:id="rId21"/>
            </p:custDataLst>
          </p:nvPr>
        </p:nvSpPr>
        <p:spPr>
          <a:xfrm flipH="1">
            <a:off x="10056825" y="3406874"/>
            <a:ext cx="636377" cy="2607426"/>
          </a:xfrm>
          <a:custGeom>
            <a:avLst/>
            <a:gdLst>
              <a:gd name="connsiteX0" fmla="*/ 338187 w 636377"/>
              <a:gd name="connsiteY0" fmla="*/ 1127580 h 2607426"/>
              <a:gd name="connsiteX1" fmla="*/ 505575 w 636377"/>
              <a:gd name="connsiteY1" fmla="*/ 2606290 h 2607426"/>
              <a:gd name="connsiteX2" fmla="*/ 562707 w 636377"/>
              <a:gd name="connsiteY2" fmla="*/ 2607427 h 2607426"/>
              <a:gd name="connsiteX3" fmla="*/ 636139 w 636377"/>
              <a:gd name="connsiteY3" fmla="*/ 2199653 h 2607426"/>
              <a:gd name="connsiteX4" fmla="*/ 534385 w 636377"/>
              <a:gd name="connsiteY4" fmla="*/ 1611115 h 2607426"/>
              <a:gd name="connsiteX5" fmla="*/ 550793 w 636377"/>
              <a:gd name="connsiteY5" fmla="*/ 1063137 h 2607426"/>
              <a:gd name="connsiteX6" fmla="*/ 396781 w 636377"/>
              <a:gd name="connsiteY6" fmla="*/ 810566 h 2607426"/>
              <a:gd name="connsiteX7" fmla="*/ 311923 w 636377"/>
              <a:gd name="connsiteY7" fmla="*/ 401438 h 2607426"/>
              <a:gd name="connsiteX8" fmla="*/ 0 w 636377"/>
              <a:gd name="connsiteY8" fmla="*/ 0 h 2607426"/>
              <a:gd name="connsiteX9" fmla="*/ 338187 w 636377"/>
              <a:gd name="connsiteY9" fmla="*/ 1127526 h 260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36377" h="2607426">
                <a:moveTo>
                  <a:pt x="338187" y="1127580"/>
                </a:moveTo>
                <a:lnTo>
                  <a:pt x="505575" y="2606290"/>
                </a:lnTo>
                <a:lnTo>
                  <a:pt x="562707" y="2607427"/>
                </a:lnTo>
                <a:cubicBezTo>
                  <a:pt x="610795" y="2508056"/>
                  <a:pt x="633648" y="2315378"/>
                  <a:pt x="636139" y="2199653"/>
                </a:cubicBezTo>
                <a:cubicBezTo>
                  <a:pt x="642041" y="1924283"/>
                  <a:pt x="536659" y="1902405"/>
                  <a:pt x="534385" y="1611115"/>
                </a:cubicBezTo>
                <a:cubicBezTo>
                  <a:pt x="532273" y="1335583"/>
                  <a:pt x="625795" y="1250508"/>
                  <a:pt x="550793" y="1063137"/>
                </a:cubicBezTo>
                <a:cubicBezTo>
                  <a:pt x="505738" y="950607"/>
                  <a:pt x="460736" y="953152"/>
                  <a:pt x="396781" y="810566"/>
                </a:cubicBezTo>
                <a:cubicBezTo>
                  <a:pt x="315389" y="629045"/>
                  <a:pt x="339649" y="516406"/>
                  <a:pt x="311923" y="401438"/>
                </a:cubicBezTo>
                <a:cubicBezTo>
                  <a:pt x="273637" y="242769"/>
                  <a:pt x="139770" y="94552"/>
                  <a:pt x="0" y="0"/>
                </a:cubicBezTo>
                <a:lnTo>
                  <a:pt x="338187" y="1127526"/>
                </a:lnTo>
                <a:close/>
              </a:path>
            </a:pathLst>
          </a:custGeom>
          <a:solidFill>
            <a:schemeClr val="accent1">
              <a:lumMod val="10000"/>
              <a:alpha val="8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3" name="任意多边形: 形状 82"/>
          <p:cNvSpPr/>
          <p:nvPr userDrawn="1">
            <p:custDataLst>
              <p:tags r:id="rId22"/>
            </p:custDataLst>
          </p:nvPr>
        </p:nvSpPr>
        <p:spPr>
          <a:xfrm flipH="1">
            <a:off x="11599640" y="838997"/>
            <a:ext cx="271971" cy="477776"/>
          </a:xfrm>
          <a:custGeom>
            <a:avLst/>
            <a:gdLst>
              <a:gd name="connsiteX0" fmla="*/ 207800 w 271971"/>
              <a:gd name="connsiteY0" fmla="*/ 236037 h 477776"/>
              <a:gd name="connsiteX1" fmla="*/ 222043 w 271971"/>
              <a:gd name="connsiteY1" fmla="*/ 172136 h 477776"/>
              <a:gd name="connsiteX2" fmla="*/ 187439 w 271971"/>
              <a:gd name="connsiteY2" fmla="*/ 13467 h 477776"/>
              <a:gd name="connsiteX3" fmla="*/ 175958 w 271971"/>
              <a:gd name="connsiteY3" fmla="*/ 18936 h 477776"/>
              <a:gd name="connsiteX4" fmla="*/ 174388 w 271971"/>
              <a:gd name="connsiteY4" fmla="*/ 79046 h 477776"/>
              <a:gd name="connsiteX5" fmla="*/ 167294 w 271971"/>
              <a:gd name="connsiteY5" fmla="*/ 75797 h 477776"/>
              <a:gd name="connsiteX6" fmla="*/ 165831 w 271971"/>
              <a:gd name="connsiteY6" fmla="*/ 40002 h 477776"/>
              <a:gd name="connsiteX7" fmla="*/ 166535 w 271971"/>
              <a:gd name="connsiteY7" fmla="*/ 16391 h 477776"/>
              <a:gd name="connsiteX8" fmla="*/ 146120 w 271971"/>
              <a:gd name="connsiteY8" fmla="*/ 199 h 477776"/>
              <a:gd name="connsiteX9" fmla="*/ 112761 w 271971"/>
              <a:gd name="connsiteY9" fmla="*/ 18990 h 477776"/>
              <a:gd name="connsiteX10" fmla="*/ 61803 w 271971"/>
              <a:gd name="connsiteY10" fmla="*/ 46879 h 477776"/>
              <a:gd name="connsiteX11" fmla="*/ 21621 w 271971"/>
              <a:gd name="connsiteY11" fmla="*/ 82891 h 477776"/>
              <a:gd name="connsiteX12" fmla="*/ 14 w 271971"/>
              <a:gd name="connsiteY12" fmla="*/ 103578 h 477776"/>
              <a:gd name="connsiteX13" fmla="*/ 73879 w 271971"/>
              <a:gd name="connsiteY13" fmla="*/ 245134 h 477776"/>
              <a:gd name="connsiteX14" fmla="*/ 139784 w 271971"/>
              <a:gd name="connsiteY14" fmla="*/ 477777 h 477776"/>
              <a:gd name="connsiteX15" fmla="*/ 271972 w 271971"/>
              <a:gd name="connsiteY15" fmla="*/ 372503 h 477776"/>
              <a:gd name="connsiteX16" fmla="*/ 207800 w 271971"/>
              <a:gd name="connsiteY16" fmla="*/ 235928 h 477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1971" h="477776">
                <a:moveTo>
                  <a:pt x="207800" y="236037"/>
                </a:moveTo>
                <a:cubicBezTo>
                  <a:pt x="212295" y="223040"/>
                  <a:pt x="219010" y="200620"/>
                  <a:pt x="222043" y="172136"/>
                </a:cubicBezTo>
                <a:cubicBezTo>
                  <a:pt x="229895" y="98866"/>
                  <a:pt x="210237" y="15091"/>
                  <a:pt x="187439" y="13467"/>
                </a:cubicBezTo>
                <a:cubicBezTo>
                  <a:pt x="182240" y="13087"/>
                  <a:pt x="177908" y="17095"/>
                  <a:pt x="175958" y="18936"/>
                </a:cubicBezTo>
                <a:cubicBezTo>
                  <a:pt x="158250" y="35507"/>
                  <a:pt x="172438" y="73902"/>
                  <a:pt x="174388" y="79046"/>
                </a:cubicBezTo>
                <a:cubicBezTo>
                  <a:pt x="172384" y="78775"/>
                  <a:pt x="169460" y="78017"/>
                  <a:pt x="167294" y="75797"/>
                </a:cubicBezTo>
                <a:cubicBezTo>
                  <a:pt x="161282" y="69678"/>
                  <a:pt x="164640" y="57710"/>
                  <a:pt x="165831" y="40002"/>
                </a:cubicBezTo>
                <a:cubicBezTo>
                  <a:pt x="166210" y="34261"/>
                  <a:pt x="167997" y="26463"/>
                  <a:pt x="166535" y="16391"/>
                </a:cubicBezTo>
                <a:cubicBezTo>
                  <a:pt x="165669" y="14712"/>
                  <a:pt x="159441" y="2094"/>
                  <a:pt x="146120" y="199"/>
                </a:cubicBezTo>
                <a:cubicBezTo>
                  <a:pt x="137509" y="-992"/>
                  <a:pt x="126354" y="2907"/>
                  <a:pt x="112761" y="18990"/>
                </a:cubicBezTo>
                <a:cubicBezTo>
                  <a:pt x="112761" y="18990"/>
                  <a:pt x="77020" y="12059"/>
                  <a:pt x="61803" y="46879"/>
                </a:cubicBezTo>
                <a:cubicBezTo>
                  <a:pt x="61803" y="46879"/>
                  <a:pt x="23408" y="53757"/>
                  <a:pt x="21621" y="82891"/>
                </a:cubicBezTo>
                <a:cubicBezTo>
                  <a:pt x="21621" y="82891"/>
                  <a:pt x="-636" y="82674"/>
                  <a:pt x="14" y="103578"/>
                </a:cubicBezTo>
                <a:cubicBezTo>
                  <a:pt x="14" y="103578"/>
                  <a:pt x="31531" y="207281"/>
                  <a:pt x="73879" y="245134"/>
                </a:cubicBezTo>
                <a:lnTo>
                  <a:pt x="139784" y="477777"/>
                </a:lnTo>
                <a:lnTo>
                  <a:pt x="271972" y="372503"/>
                </a:lnTo>
                <a:lnTo>
                  <a:pt x="207800" y="235928"/>
                </a:lnTo>
                <a:close/>
              </a:path>
            </a:pathLst>
          </a:custGeom>
          <a:solidFill>
            <a:srgbClr val="F9C3B5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4" name="任意多边形: 形状 83"/>
          <p:cNvSpPr/>
          <p:nvPr userDrawn="1">
            <p:custDataLst>
              <p:tags r:id="rId23"/>
            </p:custDataLst>
          </p:nvPr>
        </p:nvSpPr>
        <p:spPr>
          <a:xfrm flipH="1">
            <a:off x="10239060" y="969649"/>
            <a:ext cx="444690" cy="662612"/>
          </a:xfrm>
          <a:custGeom>
            <a:avLst/>
            <a:gdLst>
              <a:gd name="connsiteX0" fmla="*/ 89574 w 444690"/>
              <a:gd name="connsiteY0" fmla="*/ 1248 h 662612"/>
              <a:gd name="connsiteX1" fmla="*/ 438 w 444690"/>
              <a:gd name="connsiteY1" fmla="*/ 129645 h 662612"/>
              <a:gd name="connsiteX2" fmla="*/ 67047 w 444690"/>
              <a:gd name="connsiteY2" fmla="*/ 241742 h 662612"/>
              <a:gd name="connsiteX3" fmla="*/ 56649 w 444690"/>
              <a:gd name="connsiteY3" fmla="*/ 418174 h 662612"/>
              <a:gd name="connsiteX4" fmla="*/ 146977 w 444690"/>
              <a:gd name="connsiteY4" fmla="*/ 532329 h 662612"/>
              <a:gd name="connsiteX5" fmla="*/ 270013 w 444690"/>
              <a:gd name="connsiteY5" fmla="*/ 574298 h 662612"/>
              <a:gd name="connsiteX6" fmla="*/ 335268 w 444690"/>
              <a:gd name="connsiteY6" fmla="*/ 661160 h 662612"/>
              <a:gd name="connsiteX7" fmla="*/ 443575 w 444690"/>
              <a:gd name="connsiteY7" fmla="*/ 555669 h 662612"/>
              <a:gd name="connsiteX8" fmla="*/ 337976 w 444690"/>
              <a:gd name="connsiteY8" fmla="*/ 476605 h 662612"/>
              <a:gd name="connsiteX9" fmla="*/ 355251 w 444690"/>
              <a:gd name="connsiteY9" fmla="*/ 314199 h 662612"/>
              <a:gd name="connsiteX10" fmla="*/ 229236 w 444690"/>
              <a:gd name="connsiteY10" fmla="*/ 164195 h 662612"/>
              <a:gd name="connsiteX11" fmla="*/ 203459 w 444690"/>
              <a:gd name="connsiteY11" fmla="*/ 58921 h 662612"/>
              <a:gd name="connsiteX12" fmla="*/ 89574 w 444690"/>
              <a:gd name="connsiteY12" fmla="*/ 1356 h 662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4690" h="662612">
                <a:moveTo>
                  <a:pt x="89574" y="1248"/>
                </a:moveTo>
                <a:cubicBezTo>
                  <a:pt x="31739" y="11591"/>
                  <a:pt x="-4436" y="78958"/>
                  <a:pt x="438" y="129645"/>
                </a:cubicBezTo>
                <a:cubicBezTo>
                  <a:pt x="5312" y="180116"/>
                  <a:pt x="47714" y="181524"/>
                  <a:pt x="67047" y="241742"/>
                </a:cubicBezTo>
                <a:cubicBezTo>
                  <a:pt x="90062" y="313333"/>
                  <a:pt x="36288" y="342901"/>
                  <a:pt x="56649" y="418174"/>
                </a:cubicBezTo>
                <a:cubicBezTo>
                  <a:pt x="69700" y="466424"/>
                  <a:pt x="106308" y="509422"/>
                  <a:pt x="146977" y="532329"/>
                </a:cubicBezTo>
                <a:cubicBezTo>
                  <a:pt x="199343" y="561734"/>
                  <a:pt x="228369" y="540831"/>
                  <a:pt x="270013" y="574298"/>
                </a:cubicBezTo>
                <a:cubicBezTo>
                  <a:pt x="314527" y="610039"/>
                  <a:pt x="304726" y="652116"/>
                  <a:pt x="335268" y="661160"/>
                </a:cubicBezTo>
                <a:cubicBezTo>
                  <a:pt x="378103" y="673777"/>
                  <a:pt x="454838" y="601320"/>
                  <a:pt x="443575" y="555669"/>
                </a:cubicBezTo>
                <a:cubicBezTo>
                  <a:pt x="433719" y="515596"/>
                  <a:pt x="363915" y="527888"/>
                  <a:pt x="337976" y="476605"/>
                </a:cubicBezTo>
                <a:cubicBezTo>
                  <a:pt x="310899" y="422939"/>
                  <a:pt x="374150" y="383570"/>
                  <a:pt x="355251" y="314199"/>
                </a:cubicBezTo>
                <a:cubicBezTo>
                  <a:pt x="335918" y="243259"/>
                  <a:pt x="260861" y="251598"/>
                  <a:pt x="229236" y="164195"/>
                </a:cubicBezTo>
                <a:cubicBezTo>
                  <a:pt x="211636" y="115673"/>
                  <a:pt x="228748" y="96287"/>
                  <a:pt x="203459" y="58921"/>
                </a:cubicBezTo>
                <a:cubicBezTo>
                  <a:pt x="182935" y="28541"/>
                  <a:pt x="138692" y="-7471"/>
                  <a:pt x="89574" y="1356"/>
                </a:cubicBezTo>
                <a:close/>
              </a:path>
            </a:pathLst>
          </a:custGeom>
          <a:solidFill>
            <a:srgbClr val="000000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5" name="任意多边形: 形状 84"/>
          <p:cNvSpPr/>
          <p:nvPr userDrawn="1">
            <p:custDataLst>
              <p:tags r:id="rId24"/>
            </p:custDataLst>
          </p:nvPr>
        </p:nvSpPr>
        <p:spPr>
          <a:xfrm flipH="1">
            <a:off x="10248851" y="1481274"/>
            <a:ext cx="164235" cy="114226"/>
          </a:xfrm>
          <a:custGeom>
            <a:avLst/>
            <a:gdLst>
              <a:gd name="connsiteX0" fmla="*/ 0 w 164235"/>
              <a:gd name="connsiteY0" fmla="*/ 80164 h 114226"/>
              <a:gd name="connsiteX1" fmla="*/ 122278 w 164235"/>
              <a:gd name="connsiteY1" fmla="*/ 2562 h 114226"/>
              <a:gd name="connsiteX2" fmla="*/ 139282 w 164235"/>
              <a:gd name="connsiteY2" fmla="*/ 39116 h 114226"/>
              <a:gd name="connsiteX3" fmla="*/ 12130 w 164235"/>
              <a:gd name="connsiteY3" fmla="*/ 114226 h 114226"/>
              <a:gd name="connsiteX4" fmla="*/ 0 w 164235"/>
              <a:gd name="connsiteY4" fmla="*/ 80164 h 114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235" h="114226">
                <a:moveTo>
                  <a:pt x="0" y="80164"/>
                </a:moveTo>
                <a:cubicBezTo>
                  <a:pt x="0" y="80164"/>
                  <a:pt x="39099" y="-16825"/>
                  <a:pt x="122278" y="2562"/>
                </a:cubicBezTo>
                <a:cubicBezTo>
                  <a:pt x="205458" y="21949"/>
                  <a:pt x="139282" y="39116"/>
                  <a:pt x="139282" y="39116"/>
                </a:cubicBezTo>
                <a:lnTo>
                  <a:pt x="12130" y="114226"/>
                </a:lnTo>
                <a:lnTo>
                  <a:pt x="0" y="80164"/>
                </a:lnTo>
                <a:close/>
              </a:path>
            </a:pathLst>
          </a:custGeom>
          <a:solidFill>
            <a:schemeClr val="accent1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6" name="任意多边形: 形状 85"/>
          <p:cNvSpPr/>
          <p:nvPr userDrawn="1">
            <p:custDataLst>
              <p:tags r:id="rId25"/>
            </p:custDataLst>
          </p:nvPr>
        </p:nvSpPr>
        <p:spPr>
          <a:xfrm rot="4153801" flipH="1">
            <a:off x="10019189" y="1712848"/>
            <a:ext cx="152712" cy="63359"/>
          </a:xfrm>
          <a:custGeom>
            <a:avLst/>
            <a:gdLst>
              <a:gd name="connsiteX0" fmla="*/ 152712 w 152712"/>
              <a:gd name="connsiteY0" fmla="*/ 31680 h 63359"/>
              <a:gd name="connsiteX1" fmla="*/ 76356 w 152712"/>
              <a:gd name="connsiteY1" fmla="*/ 63359 h 63359"/>
              <a:gd name="connsiteX2" fmla="*/ 0 w 152712"/>
              <a:gd name="connsiteY2" fmla="*/ 31680 h 63359"/>
              <a:gd name="connsiteX3" fmla="*/ 76356 w 152712"/>
              <a:gd name="connsiteY3" fmla="*/ 0 h 63359"/>
              <a:gd name="connsiteX4" fmla="*/ 152712 w 152712"/>
              <a:gd name="connsiteY4" fmla="*/ 31680 h 63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712" h="63359">
                <a:moveTo>
                  <a:pt x="152712" y="31680"/>
                </a:moveTo>
                <a:cubicBezTo>
                  <a:pt x="152712" y="49176"/>
                  <a:pt x="118526" y="63359"/>
                  <a:pt x="76356" y="63359"/>
                </a:cubicBezTo>
                <a:cubicBezTo>
                  <a:pt x="34186" y="63359"/>
                  <a:pt x="0" y="49176"/>
                  <a:pt x="0" y="31680"/>
                </a:cubicBezTo>
                <a:cubicBezTo>
                  <a:pt x="0" y="14183"/>
                  <a:pt x="34186" y="0"/>
                  <a:pt x="76356" y="0"/>
                </a:cubicBezTo>
                <a:cubicBezTo>
                  <a:pt x="118526" y="0"/>
                  <a:pt x="152712" y="14183"/>
                  <a:pt x="152712" y="31680"/>
                </a:cubicBezTo>
                <a:close/>
              </a:path>
            </a:pathLst>
          </a:custGeom>
          <a:solidFill>
            <a:schemeClr val="dk2">
              <a:lumMod val="10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8" name="任意多边形: 形状 87"/>
          <p:cNvSpPr/>
          <p:nvPr userDrawn="1">
            <p:custDataLst>
              <p:tags r:id="rId26"/>
            </p:custDataLst>
          </p:nvPr>
        </p:nvSpPr>
        <p:spPr>
          <a:xfrm flipH="1">
            <a:off x="11266867" y="4302407"/>
            <a:ext cx="209883" cy="260639"/>
          </a:xfrm>
          <a:custGeom>
            <a:avLst/>
            <a:gdLst>
              <a:gd name="connsiteX0" fmla="*/ 21267 w 209883"/>
              <a:gd name="connsiteY0" fmla="*/ 260586 h 260639"/>
              <a:gd name="connsiteX1" fmla="*/ 12007 w 209883"/>
              <a:gd name="connsiteY1" fmla="*/ 13647 h 260639"/>
              <a:gd name="connsiteX2" fmla="*/ 168131 w 209883"/>
              <a:gd name="connsiteY2" fmla="*/ 0 h 260639"/>
              <a:gd name="connsiteX3" fmla="*/ 209883 w 209883"/>
              <a:gd name="connsiteY3" fmla="*/ 251434 h 260639"/>
              <a:gd name="connsiteX4" fmla="*/ 21213 w 209883"/>
              <a:gd name="connsiteY4" fmla="*/ 260640 h 260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883" h="260639">
                <a:moveTo>
                  <a:pt x="21267" y="260586"/>
                </a:moveTo>
                <a:cubicBezTo>
                  <a:pt x="-10954" y="158344"/>
                  <a:pt x="-123" y="66771"/>
                  <a:pt x="12007" y="13647"/>
                </a:cubicBezTo>
                <a:lnTo>
                  <a:pt x="168131" y="0"/>
                </a:lnTo>
                <a:lnTo>
                  <a:pt x="209883" y="251434"/>
                </a:lnTo>
                <a:lnTo>
                  <a:pt x="21213" y="260640"/>
                </a:lnTo>
                <a:close/>
              </a:path>
            </a:pathLst>
          </a:custGeom>
          <a:solidFill>
            <a:srgbClr val="F9C3B5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9" name="任意多边形: 形状 88"/>
          <p:cNvSpPr/>
          <p:nvPr userDrawn="1">
            <p:custDataLst>
              <p:tags r:id="rId27"/>
            </p:custDataLst>
          </p:nvPr>
        </p:nvSpPr>
        <p:spPr>
          <a:xfrm flipH="1">
            <a:off x="11455429" y="4316000"/>
            <a:ext cx="194302" cy="255440"/>
          </a:xfrm>
          <a:custGeom>
            <a:avLst/>
            <a:gdLst>
              <a:gd name="connsiteX0" fmla="*/ 19928 w 194302"/>
              <a:gd name="connsiteY0" fmla="*/ 255441 h 255440"/>
              <a:gd name="connsiteX1" fmla="*/ 0 w 194302"/>
              <a:gd name="connsiteY1" fmla="*/ 16246 h 255440"/>
              <a:gd name="connsiteX2" fmla="*/ 185042 w 194302"/>
              <a:gd name="connsiteY2" fmla="*/ 0 h 255440"/>
              <a:gd name="connsiteX3" fmla="*/ 194302 w 194302"/>
              <a:gd name="connsiteY3" fmla="*/ 246939 h 255440"/>
              <a:gd name="connsiteX4" fmla="*/ 19983 w 194302"/>
              <a:gd name="connsiteY4" fmla="*/ 255387 h 25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302" h="255440">
                <a:moveTo>
                  <a:pt x="19928" y="255441"/>
                </a:moveTo>
                <a:lnTo>
                  <a:pt x="0" y="16246"/>
                </a:lnTo>
                <a:lnTo>
                  <a:pt x="185042" y="0"/>
                </a:lnTo>
                <a:cubicBezTo>
                  <a:pt x="172912" y="53124"/>
                  <a:pt x="162081" y="144698"/>
                  <a:pt x="194302" y="246939"/>
                </a:cubicBezTo>
                <a:lnTo>
                  <a:pt x="19983" y="255387"/>
                </a:lnTo>
                <a:close/>
              </a:path>
            </a:pathLst>
          </a:custGeom>
          <a:solidFill>
            <a:srgbClr val="FFFFFF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90" name="任意多边形: 形状 89"/>
          <p:cNvSpPr/>
          <p:nvPr userDrawn="1">
            <p:custDataLst>
              <p:tags r:id="rId28"/>
            </p:custDataLst>
          </p:nvPr>
        </p:nvSpPr>
        <p:spPr>
          <a:xfrm flipH="1">
            <a:off x="11445682" y="4239372"/>
            <a:ext cx="427702" cy="710275"/>
          </a:xfrm>
          <a:custGeom>
            <a:avLst/>
            <a:gdLst>
              <a:gd name="connsiteX0" fmla="*/ 0 w 427702"/>
              <a:gd name="connsiteY0" fmla="*/ 700690 h 710275"/>
              <a:gd name="connsiteX1" fmla="*/ 242119 w 427702"/>
              <a:gd name="connsiteY1" fmla="*/ 0 h 710275"/>
              <a:gd name="connsiteX2" fmla="*/ 427703 w 427702"/>
              <a:gd name="connsiteY2" fmla="*/ 69533 h 710275"/>
              <a:gd name="connsiteX3" fmla="*/ 378911 w 427702"/>
              <a:gd name="connsiteY3" fmla="*/ 104353 h 710275"/>
              <a:gd name="connsiteX4" fmla="*/ 352538 w 427702"/>
              <a:gd name="connsiteY4" fmla="*/ 302121 h 710275"/>
              <a:gd name="connsiteX5" fmla="*/ 371383 w 427702"/>
              <a:gd name="connsiteY5" fmla="*/ 360770 h 710275"/>
              <a:gd name="connsiteX6" fmla="*/ 325786 w 427702"/>
              <a:gd name="connsiteY6" fmla="*/ 409399 h 710275"/>
              <a:gd name="connsiteX7" fmla="*/ 305316 w 427702"/>
              <a:gd name="connsiteY7" fmla="*/ 431223 h 710275"/>
              <a:gd name="connsiteX8" fmla="*/ 289666 w 427702"/>
              <a:gd name="connsiteY8" fmla="*/ 447848 h 710275"/>
              <a:gd name="connsiteX9" fmla="*/ 269142 w 427702"/>
              <a:gd name="connsiteY9" fmla="*/ 469563 h 710275"/>
              <a:gd name="connsiteX10" fmla="*/ 248672 w 427702"/>
              <a:gd name="connsiteY10" fmla="*/ 491225 h 710275"/>
              <a:gd name="connsiteX11" fmla="*/ 228148 w 427702"/>
              <a:gd name="connsiteY11" fmla="*/ 512832 h 710275"/>
              <a:gd name="connsiteX12" fmla="*/ 89786 w 427702"/>
              <a:gd name="connsiteY12" fmla="*/ 699444 h 710275"/>
              <a:gd name="connsiteX13" fmla="*/ 0 w 427702"/>
              <a:gd name="connsiteY13" fmla="*/ 700744 h 71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27702" h="710275">
                <a:moveTo>
                  <a:pt x="0" y="700690"/>
                </a:moveTo>
                <a:lnTo>
                  <a:pt x="242119" y="0"/>
                </a:lnTo>
                <a:cubicBezTo>
                  <a:pt x="316418" y="21228"/>
                  <a:pt x="427703" y="69533"/>
                  <a:pt x="427703" y="69533"/>
                </a:cubicBezTo>
                <a:cubicBezTo>
                  <a:pt x="414598" y="110635"/>
                  <a:pt x="395590" y="83342"/>
                  <a:pt x="378911" y="104353"/>
                </a:cubicBezTo>
                <a:cubicBezTo>
                  <a:pt x="362177" y="125257"/>
                  <a:pt x="318909" y="253871"/>
                  <a:pt x="352538" y="302121"/>
                </a:cubicBezTo>
                <a:cubicBezTo>
                  <a:pt x="386167" y="350372"/>
                  <a:pt x="371383" y="360770"/>
                  <a:pt x="371383" y="360770"/>
                </a:cubicBezTo>
                <a:cubicBezTo>
                  <a:pt x="371383" y="360770"/>
                  <a:pt x="352863" y="380535"/>
                  <a:pt x="325786" y="409399"/>
                </a:cubicBezTo>
                <a:cubicBezTo>
                  <a:pt x="319396" y="416222"/>
                  <a:pt x="312519" y="423479"/>
                  <a:pt x="305316" y="431223"/>
                </a:cubicBezTo>
                <a:cubicBezTo>
                  <a:pt x="300226" y="436584"/>
                  <a:pt x="295027" y="442108"/>
                  <a:pt x="289666" y="447848"/>
                </a:cubicBezTo>
                <a:cubicBezTo>
                  <a:pt x="282951" y="454942"/>
                  <a:pt x="276128" y="462199"/>
                  <a:pt x="269142" y="469563"/>
                </a:cubicBezTo>
                <a:cubicBezTo>
                  <a:pt x="262373" y="476766"/>
                  <a:pt x="255604" y="483968"/>
                  <a:pt x="248672" y="491225"/>
                </a:cubicBezTo>
                <a:cubicBezTo>
                  <a:pt x="241849" y="498427"/>
                  <a:pt x="235025" y="505683"/>
                  <a:pt x="228148" y="512832"/>
                </a:cubicBezTo>
                <a:cubicBezTo>
                  <a:pt x="176702" y="567148"/>
                  <a:pt x="101862" y="689155"/>
                  <a:pt x="89786" y="699444"/>
                </a:cubicBezTo>
                <a:cubicBezTo>
                  <a:pt x="65309" y="720510"/>
                  <a:pt x="13213" y="705130"/>
                  <a:pt x="0" y="700744"/>
                </a:cubicBezTo>
                <a:close/>
              </a:path>
            </a:pathLst>
          </a:custGeom>
          <a:solidFill>
            <a:schemeClr val="accent3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91" name="任意多边形: 形状 90"/>
          <p:cNvSpPr/>
          <p:nvPr userDrawn="1">
            <p:custDataLst>
              <p:tags r:id="rId29"/>
            </p:custDataLst>
          </p:nvPr>
        </p:nvSpPr>
        <p:spPr>
          <a:xfrm flipH="1">
            <a:off x="11631211" y="4229625"/>
            <a:ext cx="281813" cy="710437"/>
          </a:xfrm>
          <a:custGeom>
            <a:avLst/>
            <a:gdLst>
              <a:gd name="connsiteX0" fmla="*/ 0 w 281813"/>
              <a:gd name="connsiteY0" fmla="*/ 695545 h 710437"/>
              <a:gd name="connsiteX1" fmla="*/ 235242 w 281813"/>
              <a:gd name="connsiteY1" fmla="*/ 0 h 710437"/>
              <a:gd name="connsiteX2" fmla="*/ 281814 w 281813"/>
              <a:gd name="connsiteY2" fmla="*/ 9748 h 710437"/>
              <a:gd name="connsiteX3" fmla="*/ 39640 w 281813"/>
              <a:gd name="connsiteY3" fmla="*/ 710437 h 710437"/>
              <a:gd name="connsiteX4" fmla="*/ 36499 w 281813"/>
              <a:gd name="connsiteY4" fmla="*/ 709408 h 710437"/>
              <a:gd name="connsiteX5" fmla="*/ 0 w 281813"/>
              <a:gd name="connsiteY5" fmla="*/ 695545 h 710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813" h="710437">
                <a:moveTo>
                  <a:pt x="0" y="695545"/>
                </a:moveTo>
                <a:lnTo>
                  <a:pt x="235242" y="0"/>
                </a:lnTo>
                <a:cubicBezTo>
                  <a:pt x="246885" y="758"/>
                  <a:pt x="263185" y="4441"/>
                  <a:pt x="281814" y="9748"/>
                </a:cubicBezTo>
                <a:lnTo>
                  <a:pt x="39640" y="710437"/>
                </a:lnTo>
                <a:cubicBezTo>
                  <a:pt x="37582" y="709841"/>
                  <a:pt x="36499" y="709408"/>
                  <a:pt x="36499" y="709408"/>
                </a:cubicBezTo>
                <a:lnTo>
                  <a:pt x="0" y="695545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92" name="任意多边形: 形状 91"/>
          <p:cNvSpPr/>
          <p:nvPr userDrawn="1">
            <p:custDataLst>
              <p:tags r:id="rId30"/>
            </p:custDataLst>
          </p:nvPr>
        </p:nvSpPr>
        <p:spPr>
          <a:xfrm flipH="1">
            <a:off x="11547652" y="4558985"/>
            <a:ext cx="165601" cy="193165"/>
          </a:xfrm>
          <a:custGeom>
            <a:avLst/>
            <a:gdLst>
              <a:gd name="connsiteX0" fmla="*/ 70237 w 90706"/>
              <a:gd name="connsiteY0" fmla="*/ 111556 h 111609"/>
              <a:gd name="connsiteX1" fmla="*/ 0 w 90706"/>
              <a:gd name="connsiteY1" fmla="*/ 16029 h 111609"/>
              <a:gd name="connsiteX2" fmla="*/ 23069 w 90706"/>
              <a:gd name="connsiteY2" fmla="*/ 0 h 111609"/>
              <a:gd name="connsiteX3" fmla="*/ 90707 w 90706"/>
              <a:gd name="connsiteY3" fmla="*/ 89786 h 111609"/>
              <a:gd name="connsiteX4" fmla="*/ 70237 w 90706"/>
              <a:gd name="connsiteY4" fmla="*/ 111610 h 111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" h="304">
                <a:moveTo>
                  <a:pt x="229" y="176"/>
                </a:moveTo>
                <a:lnTo>
                  <a:pt x="118" y="25"/>
                </a:lnTo>
                <a:lnTo>
                  <a:pt x="154" y="0"/>
                </a:lnTo>
                <a:lnTo>
                  <a:pt x="261" y="141"/>
                </a:lnTo>
                <a:cubicBezTo>
                  <a:pt x="251" y="152"/>
                  <a:pt x="240" y="164"/>
                  <a:pt x="229" y="176"/>
                </a:cubicBezTo>
                <a:lnTo>
                  <a:pt x="229" y="176"/>
                </a:lnTo>
                <a:close/>
                <a:moveTo>
                  <a:pt x="172" y="236"/>
                </a:moveTo>
                <a:lnTo>
                  <a:pt x="60" y="85"/>
                </a:lnTo>
                <a:lnTo>
                  <a:pt x="97" y="59"/>
                </a:lnTo>
                <a:lnTo>
                  <a:pt x="204" y="202"/>
                </a:lnTo>
                <a:cubicBezTo>
                  <a:pt x="193" y="213"/>
                  <a:pt x="183" y="224"/>
                  <a:pt x="172" y="236"/>
                </a:cubicBezTo>
                <a:close/>
                <a:moveTo>
                  <a:pt x="107" y="304"/>
                </a:moveTo>
                <a:lnTo>
                  <a:pt x="0" y="159"/>
                </a:lnTo>
                <a:lnTo>
                  <a:pt x="36" y="133"/>
                </a:lnTo>
                <a:lnTo>
                  <a:pt x="139" y="270"/>
                </a:lnTo>
                <a:cubicBezTo>
                  <a:pt x="129" y="282"/>
                  <a:pt x="118" y="293"/>
                  <a:pt x="107" y="304"/>
                </a:cubicBezTo>
                <a:lnTo>
                  <a:pt x="107" y="304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 w="541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800"/>
          </a:p>
        </p:txBody>
      </p:sp>
      <p:sp>
        <p:nvSpPr>
          <p:cNvPr id="128" name="任意多边形: 形状 127"/>
          <p:cNvSpPr/>
          <p:nvPr userDrawn="1">
            <p:custDataLst>
              <p:tags r:id="rId31"/>
            </p:custDataLst>
          </p:nvPr>
        </p:nvSpPr>
        <p:spPr>
          <a:xfrm flipH="1">
            <a:off x="9304157" y="2731799"/>
            <a:ext cx="2068093" cy="1891251"/>
          </a:xfrm>
          <a:custGeom>
            <a:avLst/>
            <a:gdLst>
              <a:gd name="connsiteX0" fmla="*/ 1374303 w 2068093"/>
              <a:gd name="connsiteY0" fmla="*/ 674858 h 1891251"/>
              <a:gd name="connsiteX1" fmla="*/ 2059288 w 2068093"/>
              <a:gd name="connsiteY1" fmla="*/ 1729819 h 1891251"/>
              <a:gd name="connsiteX2" fmla="*/ 49875 w 2068093"/>
              <a:gd name="connsiteY2" fmla="*/ 1881664 h 1891251"/>
              <a:gd name="connsiteX3" fmla="*/ 0 w 2068093"/>
              <a:gd name="connsiteY3" fmla="*/ 1548134 h 1891251"/>
              <a:gd name="connsiteX4" fmla="*/ 1242439 w 2068093"/>
              <a:gd name="connsiteY4" fmla="*/ 1381180 h 1891251"/>
              <a:gd name="connsiteX5" fmla="*/ 573483 w 2068093"/>
              <a:gd name="connsiteY5" fmla="*/ 231180 h 1891251"/>
              <a:gd name="connsiteX6" fmla="*/ 740113 w 2068093"/>
              <a:gd name="connsiteY6" fmla="*/ 0 h 1891251"/>
              <a:gd name="connsiteX7" fmla="*/ 1374303 w 2068093"/>
              <a:gd name="connsiteY7" fmla="*/ 674858 h 1891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68093" h="1891251">
                <a:moveTo>
                  <a:pt x="1374303" y="674858"/>
                </a:moveTo>
                <a:cubicBezTo>
                  <a:pt x="1374303" y="674858"/>
                  <a:pt x="2159309" y="1405982"/>
                  <a:pt x="2059288" y="1729819"/>
                </a:cubicBezTo>
                <a:cubicBezTo>
                  <a:pt x="1991758" y="1948381"/>
                  <a:pt x="49875" y="1881664"/>
                  <a:pt x="49875" y="1881664"/>
                </a:cubicBezTo>
                <a:lnTo>
                  <a:pt x="0" y="1548134"/>
                </a:lnTo>
                <a:lnTo>
                  <a:pt x="1242439" y="1381180"/>
                </a:lnTo>
                <a:cubicBezTo>
                  <a:pt x="422233" y="762912"/>
                  <a:pt x="397864" y="552634"/>
                  <a:pt x="573483" y="231180"/>
                </a:cubicBezTo>
                <a:cubicBezTo>
                  <a:pt x="658721" y="75165"/>
                  <a:pt x="768814" y="3574"/>
                  <a:pt x="740113" y="0"/>
                </a:cubicBezTo>
                <a:cubicBezTo>
                  <a:pt x="1386000" y="81555"/>
                  <a:pt x="1354753" y="432089"/>
                  <a:pt x="1374303" y="674858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29" name="任意多边形: 形状 128"/>
          <p:cNvSpPr/>
          <p:nvPr userDrawn="1">
            <p:custDataLst>
              <p:tags r:id="rId32"/>
            </p:custDataLst>
          </p:nvPr>
        </p:nvSpPr>
        <p:spPr>
          <a:xfrm flipH="1">
            <a:off x="9855880" y="2859031"/>
            <a:ext cx="1518329" cy="1756949"/>
          </a:xfrm>
          <a:custGeom>
            <a:avLst/>
            <a:gdLst>
              <a:gd name="connsiteX0" fmla="*/ 1131371 w 1518329"/>
              <a:gd name="connsiteY0" fmla="*/ 1068119 h 1756949"/>
              <a:gd name="connsiteX1" fmla="*/ 1045592 w 1518329"/>
              <a:gd name="connsiteY1" fmla="*/ 767731 h 1756949"/>
              <a:gd name="connsiteX2" fmla="*/ 692242 w 1518329"/>
              <a:gd name="connsiteY2" fmla="*/ 442703 h 1756949"/>
              <a:gd name="connsiteX3" fmla="*/ 693379 w 1518329"/>
              <a:gd name="connsiteY3" fmla="*/ 431548 h 1756949"/>
              <a:gd name="connsiteX4" fmla="*/ 1368129 w 1518329"/>
              <a:gd name="connsiteY4" fmla="*/ 455158 h 1756949"/>
              <a:gd name="connsiteX5" fmla="*/ 1362876 w 1518329"/>
              <a:gd name="connsiteY5" fmla="*/ 392665 h 1756949"/>
              <a:gd name="connsiteX6" fmla="*/ 641554 w 1518329"/>
              <a:gd name="connsiteY6" fmla="*/ 0 h 1756949"/>
              <a:gd name="connsiteX7" fmla="*/ 573483 w 1518329"/>
              <a:gd name="connsiteY7" fmla="*/ 104083 h 1756949"/>
              <a:gd name="connsiteX8" fmla="*/ 1242439 w 1518329"/>
              <a:gd name="connsiteY8" fmla="*/ 1254082 h 1756949"/>
              <a:gd name="connsiteX9" fmla="*/ 0 w 1518329"/>
              <a:gd name="connsiteY9" fmla="*/ 1421036 h 1756949"/>
              <a:gd name="connsiteX10" fmla="*/ 49875 w 1518329"/>
              <a:gd name="connsiteY10" fmla="*/ 1754567 h 1756949"/>
              <a:gd name="connsiteX11" fmla="*/ 130672 w 1518329"/>
              <a:gd name="connsiteY11" fmla="*/ 1756949 h 1756949"/>
              <a:gd name="connsiteX12" fmla="*/ 133001 w 1518329"/>
              <a:gd name="connsiteY12" fmla="*/ 1578135 h 1756949"/>
              <a:gd name="connsiteX13" fmla="*/ 800386 w 1518329"/>
              <a:gd name="connsiteY13" fmla="*/ 1367966 h 1756949"/>
              <a:gd name="connsiteX14" fmla="*/ 1154765 w 1518329"/>
              <a:gd name="connsiteY14" fmla="*/ 1413617 h 1756949"/>
              <a:gd name="connsiteX15" fmla="*/ 1518188 w 1518329"/>
              <a:gd name="connsiteY15" fmla="*/ 1335474 h 1756949"/>
              <a:gd name="connsiteX16" fmla="*/ 1131317 w 1518329"/>
              <a:gd name="connsiteY16" fmla="*/ 1068174 h 1756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8329" h="1756949">
                <a:moveTo>
                  <a:pt x="1131371" y="1068119"/>
                </a:moveTo>
                <a:cubicBezTo>
                  <a:pt x="1051928" y="938856"/>
                  <a:pt x="1128663" y="889955"/>
                  <a:pt x="1045592" y="767731"/>
                </a:cubicBezTo>
                <a:cubicBezTo>
                  <a:pt x="929379" y="596661"/>
                  <a:pt x="691104" y="563032"/>
                  <a:pt x="692242" y="442703"/>
                </a:cubicBezTo>
                <a:cubicBezTo>
                  <a:pt x="692242" y="437559"/>
                  <a:pt x="692133" y="434851"/>
                  <a:pt x="693379" y="431548"/>
                </a:cubicBezTo>
                <a:cubicBezTo>
                  <a:pt x="724842" y="351888"/>
                  <a:pt x="1277043" y="506821"/>
                  <a:pt x="1368129" y="455158"/>
                </a:cubicBezTo>
                <a:cubicBezTo>
                  <a:pt x="1366721" y="434634"/>
                  <a:pt x="1365096" y="413731"/>
                  <a:pt x="1362876" y="392665"/>
                </a:cubicBezTo>
                <a:cubicBezTo>
                  <a:pt x="1279318" y="274341"/>
                  <a:pt x="922502" y="86916"/>
                  <a:pt x="641554" y="0"/>
                </a:cubicBezTo>
                <a:cubicBezTo>
                  <a:pt x="619081" y="29297"/>
                  <a:pt x="595470" y="63847"/>
                  <a:pt x="573483" y="104083"/>
                </a:cubicBezTo>
                <a:cubicBezTo>
                  <a:pt x="397864" y="425482"/>
                  <a:pt x="422233" y="635814"/>
                  <a:pt x="1242439" y="1254082"/>
                </a:cubicBezTo>
                <a:lnTo>
                  <a:pt x="0" y="1421036"/>
                </a:lnTo>
                <a:lnTo>
                  <a:pt x="49875" y="1754567"/>
                </a:lnTo>
                <a:cubicBezTo>
                  <a:pt x="49875" y="1754567"/>
                  <a:pt x="79226" y="1755596"/>
                  <a:pt x="130672" y="1756949"/>
                </a:cubicBezTo>
                <a:cubicBezTo>
                  <a:pt x="127964" y="1688879"/>
                  <a:pt x="106790" y="1641115"/>
                  <a:pt x="133001" y="1578135"/>
                </a:cubicBezTo>
                <a:cubicBezTo>
                  <a:pt x="208490" y="1396830"/>
                  <a:pt x="569693" y="1348471"/>
                  <a:pt x="800386" y="1367966"/>
                </a:cubicBezTo>
                <a:cubicBezTo>
                  <a:pt x="942213" y="1379988"/>
                  <a:pt x="981312" y="1410423"/>
                  <a:pt x="1154765" y="1413617"/>
                </a:cubicBezTo>
                <a:cubicBezTo>
                  <a:pt x="1314517" y="1416542"/>
                  <a:pt x="1512069" y="1386649"/>
                  <a:pt x="1518188" y="1335474"/>
                </a:cubicBezTo>
                <a:cubicBezTo>
                  <a:pt x="1525390" y="1275256"/>
                  <a:pt x="1256898" y="1272440"/>
                  <a:pt x="1131317" y="1068174"/>
                </a:cubicBezTo>
                <a:close/>
              </a:path>
            </a:pathLst>
          </a:custGeom>
          <a:solidFill>
            <a:schemeClr val="accent1">
              <a:lumMod val="10000"/>
              <a:alpha val="8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 sz="1800"/>
          </a:p>
        </p:txBody>
      </p:sp>
      <p:sp>
        <p:nvSpPr>
          <p:cNvPr id="131" name="任意多边形: 形状 130"/>
          <p:cNvSpPr/>
          <p:nvPr userDrawn="1">
            <p:custDataLst>
              <p:tags r:id="rId33"/>
            </p:custDataLst>
          </p:nvPr>
        </p:nvSpPr>
        <p:spPr>
          <a:xfrm flipH="1">
            <a:off x="9159547" y="1937208"/>
            <a:ext cx="246884" cy="288474"/>
          </a:xfrm>
          <a:custGeom>
            <a:avLst/>
            <a:gdLst>
              <a:gd name="connsiteX0" fmla="*/ 0 w 246884"/>
              <a:gd name="connsiteY0" fmla="*/ 270766 h 288474"/>
              <a:gd name="connsiteX1" fmla="*/ 145727 w 246884"/>
              <a:gd name="connsiteY1" fmla="*/ 288475 h 288474"/>
              <a:gd name="connsiteX2" fmla="*/ 190728 w 246884"/>
              <a:gd name="connsiteY2" fmla="*/ 211035 h 288474"/>
              <a:gd name="connsiteX3" fmla="*/ 246885 w 246884"/>
              <a:gd name="connsiteY3" fmla="*/ 71049 h 288474"/>
              <a:gd name="connsiteX4" fmla="*/ 120491 w 246884"/>
              <a:gd name="connsiteY4" fmla="*/ 0 h 288474"/>
              <a:gd name="connsiteX5" fmla="*/ 55832 w 246884"/>
              <a:gd name="connsiteY5" fmla="*/ 33792 h 288474"/>
              <a:gd name="connsiteX6" fmla="*/ 19170 w 246884"/>
              <a:gd name="connsiteY6" fmla="*/ 155203 h 288474"/>
              <a:gd name="connsiteX7" fmla="*/ 0 w 246884"/>
              <a:gd name="connsiteY7" fmla="*/ 270766 h 288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6884" h="288474">
                <a:moveTo>
                  <a:pt x="0" y="270766"/>
                </a:moveTo>
                <a:cubicBezTo>
                  <a:pt x="48576" y="276669"/>
                  <a:pt x="97151" y="282572"/>
                  <a:pt x="145727" y="288475"/>
                </a:cubicBezTo>
                <a:cubicBezTo>
                  <a:pt x="160727" y="262643"/>
                  <a:pt x="175728" y="236867"/>
                  <a:pt x="190728" y="211035"/>
                </a:cubicBezTo>
                <a:cubicBezTo>
                  <a:pt x="209465" y="164355"/>
                  <a:pt x="228202" y="117675"/>
                  <a:pt x="246885" y="71049"/>
                </a:cubicBezTo>
                <a:lnTo>
                  <a:pt x="120491" y="0"/>
                </a:lnTo>
                <a:lnTo>
                  <a:pt x="55832" y="33792"/>
                </a:lnTo>
                <a:cubicBezTo>
                  <a:pt x="42619" y="68775"/>
                  <a:pt x="29676" y="109444"/>
                  <a:pt x="19170" y="155203"/>
                </a:cubicBezTo>
                <a:cubicBezTo>
                  <a:pt x="9477" y="197172"/>
                  <a:pt x="3574" y="236054"/>
                  <a:pt x="0" y="270766"/>
                </a:cubicBezTo>
                <a:close/>
              </a:path>
            </a:pathLst>
          </a:custGeom>
          <a:solidFill>
            <a:srgbClr val="F9C3B5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32" name="任意多边形: 形状 131"/>
          <p:cNvSpPr/>
          <p:nvPr userDrawn="1">
            <p:custDataLst>
              <p:tags r:id="rId34"/>
            </p:custDataLst>
          </p:nvPr>
        </p:nvSpPr>
        <p:spPr>
          <a:xfrm flipH="1">
            <a:off x="9141990" y="1993034"/>
            <a:ext cx="61922" cy="84879"/>
          </a:xfrm>
          <a:custGeom>
            <a:avLst/>
            <a:gdLst>
              <a:gd name="connsiteX0" fmla="*/ 15 w 61922"/>
              <a:gd name="connsiteY0" fmla="*/ 67210 h 84879"/>
              <a:gd name="connsiteX1" fmla="*/ 32128 w 61922"/>
              <a:gd name="connsiteY1" fmla="*/ 81669 h 84879"/>
              <a:gd name="connsiteX2" fmla="*/ 54710 w 61922"/>
              <a:gd name="connsiteY2" fmla="*/ 5530 h 84879"/>
              <a:gd name="connsiteX3" fmla="*/ 16748 w 61922"/>
              <a:gd name="connsiteY3" fmla="*/ 15981 h 84879"/>
              <a:gd name="connsiteX4" fmla="*/ 15 w 61922"/>
              <a:gd name="connsiteY4" fmla="*/ 67264 h 8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22" h="84879">
                <a:moveTo>
                  <a:pt x="15" y="67210"/>
                </a:moveTo>
                <a:cubicBezTo>
                  <a:pt x="15" y="67210"/>
                  <a:pt x="-1718" y="93908"/>
                  <a:pt x="32128" y="81669"/>
                </a:cubicBezTo>
                <a:cubicBezTo>
                  <a:pt x="65974" y="69430"/>
                  <a:pt x="67057" y="10945"/>
                  <a:pt x="54710" y="5530"/>
                </a:cubicBezTo>
                <a:cubicBezTo>
                  <a:pt x="42363" y="114"/>
                  <a:pt x="24221" y="-7196"/>
                  <a:pt x="16748" y="15981"/>
                </a:cubicBezTo>
                <a:cubicBezTo>
                  <a:pt x="9275" y="39159"/>
                  <a:pt x="15" y="67264"/>
                  <a:pt x="15" y="67264"/>
                </a:cubicBezTo>
                <a:close/>
              </a:path>
            </a:pathLst>
          </a:custGeom>
          <a:solidFill>
            <a:srgbClr val="F9C3B5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33" name="任意多边形: 形状 132"/>
          <p:cNvSpPr/>
          <p:nvPr userDrawn="1">
            <p:custDataLst>
              <p:tags r:id="rId35"/>
            </p:custDataLst>
          </p:nvPr>
        </p:nvSpPr>
        <p:spPr>
          <a:xfrm flipH="1">
            <a:off x="9169440" y="1984039"/>
            <a:ext cx="69278" cy="82650"/>
          </a:xfrm>
          <a:custGeom>
            <a:avLst/>
            <a:gdLst>
              <a:gd name="connsiteX0" fmla="*/ 0 w 69278"/>
              <a:gd name="connsiteY0" fmla="*/ 67541 h 82650"/>
              <a:gd name="connsiteX1" fmla="*/ 41644 w 69278"/>
              <a:gd name="connsiteY1" fmla="*/ 72252 h 82650"/>
              <a:gd name="connsiteX2" fmla="*/ 57403 w 69278"/>
              <a:gd name="connsiteY2" fmla="*/ 878 h 82650"/>
              <a:gd name="connsiteX3" fmla="*/ 4061 w 69278"/>
              <a:gd name="connsiteY3" fmla="*/ 46746 h 82650"/>
              <a:gd name="connsiteX4" fmla="*/ 54 w 69278"/>
              <a:gd name="connsiteY4" fmla="*/ 67487 h 8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8" h="82650">
                <a:moveTo>
                  <a:pt x="0" y="67541"/>
                </a:moveTo>
                <a:cubicBezTo>
                  <a:pt x="0" y="67541"/>
                  <a:pt x="14892" y="98137"/>
                  <a:pt x="41644" y="72252"/>
                </a:cubicBezTo>
                <a:cubicBezTo>
                  <a:pt x="68396" y="46367"/>
                  <a:pt x="79714" y="8297"/>
                  <a:pt x="57403" y="878"/>
                </a:cubicBezTo>
                <a:cubicBezTo>
                  <a:pt x="35091" y="-6541"/>
                  <a:pt x="7798" y="35157"/>
                  <a:pt x="4061" y="46746"/>
                </a:cubicBezTo>
                <a:cubicBezTo>
                  <a:pt x="325" y="58335"/>
                  <a:pt x="54" y="67487"/>
                  <a:pt x="54" y="67487"/>
                </a:cubicBezTo>
                <a:close/>
              </a:path>
            </a:pathLst>
          </a:custGeom>
          <a:solidFill>
            <a:srgbClr val="F9C3B5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34" name="任意多边形: 形状 133"/>
          <p:cNvSpPr/>
          <p:nvPr userDrawn="1">
            <p:custDataLst>
              <p:tags r:id="rId36"/>
            </p:custDataLst>
          </p:nvPr>
        </p:nvSpPr>
        <p:spPr>
          <a:xfrm flipH="1">
            <a:off x="9197702" y="1967491"/>
            <a:ext cx="69501" cy="80660"/>
          </a:xfrm>
          <a:custGeom>
            <a:avLst/>
            <a:gdLst>
              <a:gd name="connsiteX0" fmla="*/ 0 w 69501"/>
              <a:gd name="connsiteY0" fmla="*/ 62265 h 80660"/>
              <a:gd name="connsiteX1" fmla="*/ 42240 w 69501"/>
              <a:gd name="connsiteY1" fmla="*/ 74557 h 80660"/>
              <a:gd name="connsiteX2" fmla="*/ 63847 w 69501"/>
              <a:gd name="connsiteY2" fmla="*/ 3400 h 80660"/>
              <a:gd name="connsiteX3" fmla="*/ 29676 w 69501"/>
              <a:gd name="connsiteY3" fmla="*/ 584 h 80660"/>
              <a:gd name="connsiteX4" fmla="*/ 54 w 69501"/>
              <a:gd name="connsiteY4" fmla="*/ 62319 h 8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501" h="80660">
                <a:moveTo>
                  <a:pt x="0" y="62265"/>
                </a:moveTo>
                <a:cubicBezTo>
                  <a:pt x="0" y="62265"/>
                  <a:pt x="9856" y="93511"/>
                  <a:pt x="42240" y="74557"/>
                </a:cubicBezTo>
                <a:cubicBezTo>
                  <a:pt x="74623" y="55550"/>
                  <a:pt x="72836" y="8707"/>
                  <a:pt x="63847" y="3400"/>
                </a:cubicBezTo>
                <a:cubicBezTo>
                  <a:pt x="54857" y="-1907"/>
                  <a:pt x="29676" y="584"/>
                  <a:pt x="29676" y="584"/>
                </a:cubicBezTo>
                <a:lnTo>
                  <a:pt x="54" y="62319"/>
                </a:lnTo>
                <a:close/>
              </a:path>
            </a:pathLst>
          </a:custGeom>
          <a:solidFill>
            <a:srgbClr val="F9C3B5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35" name="任意多边形: 形状 134"/>
          <p:cNvSpPr/>
          <p:nvPr userDrawn="1">
            <p:custDataLst>
              <p:tags r:id="rId37"/>
            </p:custDataLst>
          </p:nvPr>
        </p:nvSpPr>
        <p:spPr>
          <a:xfrm flipH="1">
            <a:off x="9220811" y="1957178"/>
            <a:ext cx="73497" cy="75084"/>
          </a:xfrm>
          <a:custGeom>
            <a:avLst/>
            <a:gdLst>
              <a:gd name="connsiteX0" fmla="*/ 83 w 73497"/>
              <a:gd name="connsiteY0" fmla="*/ 54112 h 75084"/>
              <a:gd name="connsiteX1" fmla="*/ 38099 w 73497"/>
              <a:gd name="connsiteY1" fmla="*/ 67921 h 75084"/>
              <a:gd name="connsiteX2" fmla="*/ 65338 w 73497"/>
              <a:gd name="connsiteY2" fmla="*/ 3641 h 75084"/>
              <a:gd name="connsiteX3" fmla="*/ 24939 w 73497"/>
              <a:gd name="connsiteY3" fmla="*/ 12305 h 75084"/>
              <a:gd name="connsiteX4" fmla="*/ 137 w 73497"/>
              <a:gd name="connsiteY4" fmla="*/ 54112 h 75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497" h="75084">
                <a:moveTo>
                  <a:pt x="83" y="54112"/>
                </a:moveTo>
                <a:cubicBezTo>
                  <a:pt x="83" y="54112"/>
                  <a:pt x="-3599" y="89961"/>
                  <a:pt x="38099" y="67921"/>
                </a:cubicBezTo>
                <a:cubicBezTo>
                  <a:pt x="79797" y="45880"/>
                  <a:pt x="78497" y="9056"/>
                  <a:pt x="65338" y="3641"/>
                </a:cubicBezTo>
                <a:cubicBezTo>
                  <a:pt x="52178" y="-1774"/>
                  <a:pt x="22936" y="-2803"/>
                  <a:pt x="24939" y="12305"/>
                </a:cubicBezTo>
                <a:cubicBezTo>
                  <a:pt x="26943" y="27414"/>
                  <a:pt x="15462" y="46260"/>
                  <a:pt x="137" y="54112"/>
                </a:cubicBezTo>
                <a:close/>
              </a:path>
            </a:pathLst>
          </a:custGeom>
          <a:solidFill>
            <a:srgbClr val="F9C3B5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36" name="任意多边形: 形状 135"/>
          <p:cNvSpPr/>
          <p:nvPr userDrawn="1">
            <p:custDataLst>
              <p:tags r:id="rId38"/>
            </p:custDataLst>
          </p:nvPr>
        </p:nvSpPr>
        <p:spPr>
          <a:xfrm flipH="1">
            <a:off x="9212248" y="1921622"/>
            <a:ext cx="153459" cy="110223"/>
          </a:xfrm>
          <a:custGeom>
            <a:avLst/>
            <a:gdLst>
              <a:gd name="connsiteX0" fmla="*/ 0 w 153459"/>
              <a:gd name="connsiteY0" fmla="*/ 108405 h 110223"/>
              <a:gd name="connsiteX1" fmla="*/ 55290 w 153459"/>
              <a:gd name="connsiteY1" fmla="*/ 4052 h 110223"/>
              <a:gd name="connsiteX2" fmla="*/ 153146 w 153459"/>
              <a:gd name="connsiteY2" fmla="*/ 28204 h 110223"/>
              <a:gd name="connsiteX3" fmla="*/ 75381 w 153459"/>
              <a:gd name="connsiteY3" fmla="*/ 53223 h 110223"/>
              <a:gd name="connsiteX4" fmla="*/ 44568 w 153459"/>
              <a:gd name="connsiteY4" fmla="*/ 99849 h 110223"/>
              <a:gd name="connsiteX5" fmla="*/ 0 w 153459"/>
              <a:gd name="connsiteY5" fmla="*/ 108405 h 110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459" h="110223">
                <a:moveTo>
                  <a:pt x="0" y="108405"/>
                </a:moveTo>
                <a:cubicBezTo>
                  <a:pt x="0" y="108405"/>
                  <a:pt x="14080" y="11092"/>
                  <a:pt x="55290" y="4052"/>
                </a:cubicBezTo>
                <a:cubicBezTo>
                  <a:pt x="96501" y="-2934"/>
                  <a:pt x="158398" y="-4234"/>
                  <a:pt x="153146" y="28204"/>
                </a:cubicBezTo>
                <a:cubicBezTo>
                  <a:pt x="147893" y="60642"/>
                  <a:pt x="75381" y="53223"/>
                  <a:pt x="75381" y="53223"/>
                </a:cubicBezTo>
                <a:cubicBezTo>
                  <a:pt x="75381" y="53223"/>
                  <a:pt x="84425" y="83603"/>
                  <a:pt x="44568" y="99849"/>
                </a:cubicBezTo>
                <a:cubicBezTo>
                  <a:pt x="4765" y="116095"/>
                  <a:pt x="0" y="108405"/>
                  <a:pt x="0" y="108405"/>
                </a:cubicBezTo>
                <a:close/>
              </a:path>
            </a:pathLst>
          </a:custGeom>
          <a:solidFill>
            <a:srgbClr val="F9C3B5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37" name="任意多边形: 形状 136"/>
          <p:cNvSpPr/>
          <p:nvPr userDrawn="1">
            <p:custDataLst>
              <p:tags r:id="rId39"/>
            </p:custDataLst>
          </p:nvPr>
        </p:nvSpPr>
        <p:spPr>
          <a:xfrm flipH="1">
            <a:off x="9193155" y="2038421"/>
            <a:ext cx="960916" cy="1021235"/>
          </a:xfrm>
          <a:custGeom>
            <a:avLst/>
            <a:gdLst>
              <a:gd name="connsiteX0" fmla="*/ 0 w 960916"/>
              <a:gd name="connsiteY0" fmla="*/ 32546 h 1021235"/>
              <a:gd name="connsiteX1" fmla="*/ 59027 w 960916"/>
              <a:gd name="connsiteY1" fmla="*/ 0 h 1021235"/>
              <a:gd name="connsiteX2" fmla="*/ 429544 w 960916"/>
              <a:gd name="connsiteY2" fmla="*/ 543591 h 1021235"/>
              <a:gd name="connsiteX3" fmla="*/ 701989 w 960916"/>
              <a:gd name="connsiteY3" fmla="*/ 112693 h 1021235"/>
              <a:gd name="connsiteX4" fmla="*/ 767786 w 960916"/>
              <a:gd name="connsiteY4" fmla="*/ 88920 h 1021235"/>
              <a:gd name="connsiteX5" fmla="*/ 921418 w 960916"/>
              <a:gd name="connsiteY5" fmla="*/ 138632 h 1021235"/>
              <a:gd name="connsiteX6" fmla="*/ 958893 w 960916"/>
              <a:gd name="connsiteY6" fmla="*/ 207949 h 1021235"/>
              <a:gd name="connsiteX7" fmla="*/ 452722 w 960916"/>
              <a:gd name="connsiteY7" fmla="*/ 1021006 h 1021235"/>
              <a:gd name="connsiteX8" fmla="*/ 52420 w 960916"/>
              <a:gd name="connsiteY8" fmla="*/ 681194 h 1021235"/>
              <a:gd name="connsiteX9" fmla="*/ 0 w 960916"/>
              <a:gd name="connsiteY9" fmla="*/ 32600 h 1021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60916" h="1021235">
                <a:moveTo>
                  <a:pt x="0" y="32546"/>
                </a:moveTo>
                <a:lnTo>
                  <a:pt x="59027" y="0"/>
                </a:lnTo>
                <a:cubicBezTo>
                  <a:pt x="59027" y="0"/>
                  <a:pt x="357033" y="4332"/>
                  <a:pt x="429544" y="543591"/>
                </a:cubicBezTo>
                <a:lnTo>
                  <a:pt x="701989" y="112693"/>
                </a:lnTo>
                <a:cubicBezTo>
                  <a:pt x="715907" y="90653"/>
                  <a:pt x="742983" y="80905"/>
                  <a:pt x="767786" y="88920"/>
                </a:cubicBezTo>
                <a:lnTo>
                  <a:pt x="921418" y="138632"/>
                </a:lnTo>
                <a:cubicBezTo>
                  <a:pt x="950445" y="148001"/>
                  <a:pt x="966907" y="178543"/>
                  <a:pt x="958893" y="207949"/>
                </a:cubicBezTo>
                <a:cubicBezTo>
                  <a:pt x="907014" y="397918"/>
                  <a:pt x="713416" y="1035086"/>
                  <a:pt x="452722" y="1021006"/>
                </a:cubicBezTo>
                <a:cubicBezTo>
                  <a:pt x="146431" y="1004489"/>
                  <a:pt x="52420" y="681194"/>
                  <a:pt x="52420" y="681194"/>
                </a:cubicBezTo>
                <a:lnTo>
                  <a:pt x="0" y="32600"/>
                </a:lnTo>
                <a:close/>
              </a:path>
            </a:pathLst>
          </a:custGeom>
          <a:solidFill>
            <a:schemeClr val="accent1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38" name="任意多边形: 形状 137"/>
          <p:cNvSpPr/>
          <p:nvPr userDrawn="1">
            <p:custDataLst>
              <p:tags r:id="rId40"/>
            </p:custDataLst>
          </p:nvPr>
        </p:nvSpPr>
        <p:spPr>
          <a:xfrm flipH="1">
            <a:off x="9481108" y="2097000"/>
            <a:ext cx="667060" cy="962600"/>
          </a:xfrm>
          <a:custGeom>
            <a:avLst/>
            <a:gdLst>
              <a:gd name="connsiteX0" fmla="*/ 667060 w 667060"/>
              <a:gd name="connsiteY0" fmla="*/ 821249 h 962600"/>
              <a:gd name="connsiteX1" fmla="*/ 507037 w 667060"/>
              <a:gd name="connsiteY1" fmla="*/ 731626 h 962600"/>
              <a:gd name="connsiteX2" fmla="*/ 252409 w 667060"/>
              <a:gd name="connsiteY2" fmla="*/ 840203 h 962600"/>
              <a:gd name="connsiteX3" fmla="*/ 269792 w 667060"/>
              <a:gd name="connsiteY3" fmla="*/ 679584 h 962600"/>
              <a:gd name="connsiteX4" fmla="*/ 221758 w 667060"/>
              <a:gd name="connsiteY4" fmla="*/ 264716 h 962600"/>
              <a:gd name="connsiteX5" fmla="*/ 29730 w 667060"/>
              <a:gd name="connsiteY5" fmla="*/ 231 h 962600"/>
              <a:gd name="connsiteX6" fmla="*/ 0 w 667060"/>
              <a:gd name="connsiteY6" fmla="*/ 46803 h 962600"/>
              <a:gd name="connsiteX7" fmla="*/ 26968 w 667060"/>
              <a:gd name="connsiteY7" fmla="*/ 380441 h 962600"/>
              <a:gd name="connsiteX8" fmla="*/ 67096 w 667060"/>
              <a:gd name="connsiteY8" fmla="*/ 636099 h 962600"/>
              <a:gd name="connsiteX9" fmla="*/ 78631 w 667060"/>
              <a:gd name="connsiteY9" fmla="*/ 699892 h 962600"/>
              <a:gd name="connsiteX10" fmla="*/ 446819 w 667060"/>
              <a:gd name="connsiteY10" fmla="*/ 962373 h 962600"/>
              <a:gd name="connsiteX11" fmla="*/ 667060 w 667060"/>
              <a:gd name="connsiteY11" fmla="*/ 821195 h 9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7060" h="962600">
                <a:moveTo>
                  <a:pt x="667060" y="821249"/>
                </a:moveTo>
                <a:cubicBezTo>
                  <a:pt x="627637" y="774732"/>
                  <a:pt x="571967" y="741644"/>
                  <a:pt x="507037" y="731626"/>
                </a:cubicBezTo>
                <a:cubicBezTo>
                  <a:pt x="405121" y="715921"/>
                  <a:pt x="307970" y="761193"/>
                  <a:pt x="252409" y="840203"/>
                </a:cubicBezTo>
                <a:cubicBezTo>
                  <a:pt x="258474" y="792765"/>
                  <a:pt x="263510" y="737312"/>
                  <a:pt x="269792" y="679584"/>
                </a:cubicBezTo>
                <a:cubicBezTo>
                  <a:pt x="285767" y="533046"/>
                  <a:pt x="235080" y="391164"/>
                  <a:pt x="221758" y="264716"/>
                </a:cubicBezTo>
                <a:cubicBezTo>
                  <a:pt x="195006" y="10954"/>
                  <a:pt x="85833" y="-2260"/>
                  <a:pt x="29730" y="231"/>
                </a:cubicBezTo>
                <a:cubicBezTo>
                  <a:pt x="13701" y="935"/>
                  <a:pt x="4386" y="17669"/>
                  <a:pt x="0" y="46803"/>
                </a:cubicBezTo>
                <a:lnTo>
                  <a:pt x="26968" y="380441"/>
                </a:lnTo>
                <a:cubicBezTo>
                  <a:pt x="39099" y="461238"/>
                  <a:pt x="53449" y="548696"/>
                  <a:pt x="67096" y="636099"/>
                </a:cubicBezTo>
                <a:cubicBezTo>
                  <a:pt x="70345" y="656894"/>
                  <a:pt x="74244" y="678339"/>
                  <a:pt x="78631" y="699892"/>
                </a:cubicBezTo>
                <a:cubicBezTo>
                  <a:pt x="127423" y="796664"/>
                  <a:pt x="237625" y="951109"/>
                  <a:pt x="446819" y="962373"/>
                </a:cubicBezTo>
                <a:cubicBezTo>
                  <a:pt x="527399" y="966705"/>
                  <a:pt x="601535" y="908815"/>
                  <a:pt x="667060" y="821195"/>
                </a:cubicBez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39" name="任意多边形: 形状 138"/>
          <p:cNvSpPr/>
          <p:nvPr userDrawn="1">
            <p:custDataLst>
              <p:tags r:id="rId41"/>
            </p:custDataLst>
          </p:nvPr>
        </p:nvSpPr>
        <p:spPr>
          <a:xfrm flipH="1">
            <a:off x="9887150" y="1964618"/>
            <a:ext cx="997612" cy="1404466"/>
          </a:xfrm>
          <a:custGeom>
            <a:avLst/>
            <a:gdLst>
              <a:gd name="connsiteX0" fmla="*/ 868078 w 997612"/>
              <a:gd name="connsiteY0" fmla="*/ 95410 h 1404466"/>
              <a:gd name="connsiteX1" fmla="*/ 754681 w 997612"/>
              <a:gd name="connsiteY1" fmla="*/ 65084 h 1404466"/>
              <a:gd name="connsiteX2" fmla="*/ 400789 w 997612"/>
              <a:gd name="connsiteY2" fmla="*/ 9252 h 1404466"/>
              <a:gd name="connsiteX3" fmla="*/ 273908 w 997612"/>
              <a:gd name="connsiteY3" fmla="*/ 5569 h 1404466"/>
              <a:gd name="connsiteX4" fmla="*/ 0 w 997612"/>
              <a:gd name="connsiteY4" fmla="*/ 1274760 h 1404466"/>
              <a:gd name="connsiteX5" fmla="*/ 417576 w 997612"/>
              <a:gd name="connsiteY5" fmla="*/ 1384908 h 1404466"/>
              <a:gd name="connsiteX6" fmla="*/ 430086 w 997612"/>
              <a:gd name="connsiteY6" fmla="*/ 1326260 h 1404466"/>
              <a:gd name="connsiteX7" fmla="*/ 753110 w 997612"/>
              <a:gd name="connsiteY7" fmla="*/ 1338120 h 1404466"/>
              <a:gd name="connsiteX8" fmla="*/ 758742 w 997612"/>
              <a:gd name="connsiteY8" fmla="*/ 1398717 h 1404466"/>
              <a:gd name="connsiteX9" fmla="*/ 997612 w 997612"/>
              <a:gd name="connsiteY9" fmla="*/ 1346567 h 1404466"/>
              <a:gd name="connsiteX10" fmla="*/ 868078 w 997612"/>
              <a:gd name="connsiteY10" fmla="*/ 95410 h 1404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97612" h="1404466">
                <a:moveTo>
                  <a:pt x="868078" y="95410"/>
                </a:moveTo>
                <a:cubicBezTo>
                  <a:pt x="825459" y="73099"/>
                  <a:pt x="754681" y="65084"/>
                  <a:pt x="754681" y="65084"/>
                </a:cubicBezTo>
                <a:lnTo>
                  <a:pt x="400789" y="9252"/>
                </a:lnTo>
                <a:cubicBezTo>
                  <a:pt x="400789" y="9252"/>
                  <a:pt x="295894" y="-8835"/>
                  <a:pt x="273908" y="5569"/>
                </a:cubicBezTo>
                <a:cubicBezTo>
                  <a:pt x="-1516" y="185900"/>
                  <a:pt x="0" y="1274760"/>
                  <a:pt x="0" y="1274760"/>
                </a:cubicBezTo>
                <a:cubicBezTo>
                  <a:pt x="115347" y="1305411"/>
                  <a:pt x="252734" y="1371640"/>
                  <a:pt x="417576" y="1384908"/>
                </a:cubicBezTo>
                <a:cubicBezTo>
                  <a:pt x="422883" y="1385341"/>
                  <a:pt x="424779" y="1325881"/>
                  <a:pt x="430086" y="1326260"/>
                </a:cubicBezTo>
                <a:cubicBezTo>
                  <a:pt x="448498" y="1327614"/>
                  <a:pt x="676646" y="1306873"/>
                  <a:pt x="753110" y="1338120"/>
                </a:cubicBezTo>
                <a:cubicBezTo>
                  <a:pt x="759771" y="1340827"/>
                  <a:pt x="751702" y="1397417"/>
                  <a:pt x="758742" y="1398717"/>
                </a:cubicBezTo>
                <a:cubicBezTo>
                  <a:pt x="867157" y="1419349"/>
                  <a:pt x="953261" y="1380359"/>
                  <a:pt x="997612" y="1346567"/>
                </a:cubicBezTo>
                <a:cubicBezTo>
                  <a:pt x="994309" y="639650"/>
                  <a:pt x="907934" y="116259"/>
                  <a:pt x="868078" y="95410"/>
                </a:cubicBezTo>
                <a:close/>
              </a:path>
            </a:pathLst>
          </a:custGeom>
          <a:solidFill>
            <a:schemeClr val="accent1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 dirty="0"/>
          </a:p>
        </p:txBody>
      </p:sp>
      <p:sp>
        <p:nvSpPr>
          <p:cNvPr id="140" name="任意多边形: 形状 139"/>
          <p:cNvSpPr/>
          <p:nvPr userDrawn="1">
            <p:custDataLst>
              <p:tags r:id="rId42"/>
            </p:custDataLst>
          </p:nvPr>
        </p:nvSpPr>
        <p:spPr>
          <a:xfrm flipH="1">
            <a:off x="10637932" y="2263690"/>
            <a:ext cx="246776" cy="1054155"/>
          </a:xfrm>
          <a:custGeom>
            <a:avLst/>
            <a:gdLst>
              <a:gd name="connsiteX0" fmla="*/ 174157 w 246776"/>
              <a:gd name="connsiteY0" fmla="*/ 3094 h 1054155"/>
              <a:gd name="connsiteX1" fmla="*/ 107982 w 246776"/>
              <a:gd name="connsiteY1" fmla="*/ 4502 h 1054155"/>
              <a:gd name="connsiteX2" fmla="*/ 0 w 246776"/>
              <a:gd name="connsiteY2" fmla="*/ 975688 h 1054155"/>
              <a:gd name="connsiteX3" fmla="*/ 246777 w 246776"/>
              <a:gd name="connsiteY3" fmla="*/ 1054156 h 1054155"/>
              <a:gd name="connsiteX4" fmla="*/ 174157 w 246776"/>
              <a:gd name="connsiteY4" fmla="*/ 3149 h 1054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776" h="1054155">
                <a:moveTo>
                  <a:pt x="174157" y="3094"/>
                </a:moveTo>
                <a:cubicBezTo>
                  <a:pt x="160186" y="-1563"/>
                  <a:pt x="137062" y="-859"/>
                  <a:pt x="107982" y="4502"/>
                </a:cubicBezTo>
                <a:cubicBezTo>
                  <a:pt x="-812" y="387854"/>
                  <a:pt x="0" y="975688"/>
                  <a:pt x="0" y="975688"/>
                </a:cubicBezTo>
                <a:cubicBezTo>
                  <a:pt x="72945" y="995074"/>
                  <a:pt x="154824" y="1028704"/>
                  <a:pt x="246777" y="1054156"/>
                </a:cubicBezTo>
                <a:cubicBezTo>
                  <a:pt x="-74027" y="742179"/>
                  <a:pt x="273041" y="36290"/>
                  <a:pt x="174157" y="3149"/>
                </a:cubicBez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1" name="任意多边形: 形状 140"/>
          <p:cNvSpPr/>
          <p:nvPr userDrawn="1">
            <p:custDataLst>
              <p:tags r:id="rId43"/>
            </p:custDataLst>
          </p:nvPr>
        </p:nvSpPr>
        <p:spPr>
          <a:xfrm flipH="1">
            <a:off x="10124071" y="1713826"/>
            <a:ext cx="384678" cy="425386"/>
          </a:xfrm>
          <a:custGeom>
            <a:avLst/>
            <a:gdLst>
              <a:gd name="connsiteX0" fmla="*/ 384679 w 384678"/>
              <a:gd name="connsiteY0" fmla="*/ 317176 h 425386"/>
              <a:gd name="connsiteX1" fmla="*/ 281896 w 384678"/>
              <a:gd name="connsiteY1" fmla="*/ 301634 h 425386"/>
              <a:gd name="connsiteX2" fmla="*/ 311789 w 384678"/>
              <a:gd name="connsiteY2" fmla="*/ 42294 h 425386"/>
              <a:gd name="connsiteX3" fmla="*/ 157614 w 384678"/>
              <a:gd name="connsiteY3" fmla="*/ 0 h 425386"/>
              <a:gd name="connsiteX4" fmla="*/ 97017 w 384678"/>
              <a:gd name="connsiteY4" fmla="*/ 268330 h 425386"/>
              <a:gd name="connsiteX5" fmla="*/ 786 w 384678"/>
              <a:gd name="connsiteY5" fmla="*/ 259394 h 425386"/>
              <a:gd name="connsiteX6" fmla="*/ 172290 w 384678"/>
              <a:gd name="connsiteY6" fmla="*/ 420988 h 425386"/>
              <a:gd name="connsiteX7" fmla="*/ 384625 w 384678"/>
              <a:gd name="connsiteY7" fmla="*/ 317230 h 425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4678" h="425386">
                <a:moveTo>
                  <a:pt x="384679" y="317176"/>
                </a:moveTo>
                <a:lnTo>
                  <a:pt x="281896" y="301634"/>
                </a:lnTo>
                <a:lnTo>
                  <a:pt x="311789" y="42294"/>
                </a:lnTo>
                <a:lnTo>
                  <a:pt x="157614" y="0"/>
                </a:lnTo>
                <a:lnTo>
                  <a:pt x="97017" y="268330"/>
                </a:lnTo>
                <a:lnTo>
                  <a:pt x="786" y="259394"/>
                </a:lnTo>
                <a:cubicBezTo>
                  <a:pt x="786" y="259394"/>
                  <a:pt x="-21579" y="390933"/>
                  <a:pt x="172290" y="420988"/>
                </a:cubicBezTo>
                <a:cubicBezTo>
                  <a:pt x="366158" y="451043"/>
                  <a:pt x="384625" y="317230"/>
                  <a:pt x="384625" y="317230"/>
                </a:cubicBezTo>
                <a:close/>
              </a:path>
            </a:pathLst>
          </a:custGeom>
          <a:solidFill>
            <a:srgbClr val="F6A68F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2" name="任意多边形: 形状 141"/>
          <p:cNvSpPr/>
          <p:nvPr userDrawn="1">
            <p:custDataLst>
              <p:tags r:id="rId44"/>
            </p:custDataLst>
          </p:nvPr>
        </p:nvSpPr>
        <p:spPr>
          <a:xfrm flipH="1">
            <a:off x="10247053" y="1777131"/>
            <a:ext cx="97259" cy="97259"/>
          </a:xfrm>
          <a:custGeom>
            <a:avLst/>
            <a:gdLst>
              <a:gd name="connsiteX0" fmla="*/ 97259 w 97259"/>
              <a:gd name="connsiteY0" fmla="*/ 48630 h 97259"/>
              <a:gd name="connsiteX1" fmla="*/ 48630 w 97259"/>
              <a:gd name="connsiteY1" fmla="*/ 97259 h 97259"/>
              <a:gd name="connsiteX2" fmla="*/ 0 w 97259"/>
              <a:gd name="connsiteY2" fmla="*/ 48630 h 97259"/>
              <a:gd name="connsiteX3" fmla="*/ 48630 w 97259"/>
              <a:gd name="connsiteY3" fmla="*/ 0 h 97259"/>
              <a:gd name="connsiteX4" fmla="*/ 97259 w 97259"/>
              <a:gd name="connsiteY4" fmla="*/ 48630 h 97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259" h="97259">
                <a:moveTo>
                  <a:pt x="97259" y="48630"/>
                </a:moveTo>
                <a:cubicBezTo>
                  <a:pt x="97259" y="75487"/>
                  <a:pt x="75487" y="97259"/>
                  <a:pt x="48630" y="97259"/>
                </a:cubicBezTo>
                <a:cubicBezTo>
                  <a:pt x="21772" y="97259"/>
                  <a:pt x="0" y="75487"/>
                  <a:pt x="0" y="48630"/>
                </a:cubicBezTo>
                <a:cubicBezTo>
                  <a:pt x="0" y="21772"/>
                  <a:pt x="21772" y="0"/>
                  <a:pt x="48630" y="0"/>
                </a:cubicBezTo>
                <a:cubicBezTo>
                  <a:pt x="75487" y="0"/>
                  <a:pt x="97259" y="21772"/>
                  <a:pt x="97259" y="4863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6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3" name="任意多边形: 形状 142"/>
          <p:cNvSpPr/>
          <p:nvPr userDrawn="1">
            <p:custDataLst>
              <p:tags r:id="rId45"/>
            </p:custDataLst>
          </p:nvPr>
        </p:nvSpPr>
        <p:spPr>
          <a:xfrm flipH="1">
            <a:off x="10082541" y="1545519"/>
            <a:ext cx="318440" cy="409076"/>
          </a:xfrm>
          <a:custGeom>
            <a:avLst/>
            <a:gdLst>
              <a:gd name="connsiteX0" fmla="*/ 2841 w 318440"/>
              <a:gd name="connsiteY0" fmla="*/ 125201 h 409076"/>
              <a:gd name="connsiteX1" fmla="*/ 64847 w 318440"/>
              <a:gd name="connsiteY1" fmla="*/ 341760 h 409076"/>
              <a:gd name="connsiteX2" fmla="*/ 213498 w 318440"/>
              <a:gd name="connsiteY2" fmla="*/ 405228 h 409076"/>
              <a:gd name="connsiteX3" fmla="*/ 312760 w 318440"/>
              <a:gd name="connsiteY3" fmla="*/ 235945 h 409076"/>
              <a:gd name="connsiteX4" fmla="*/ 298843 w 318440"/>
              <a:gd name="connsiteY4" fmla="*/ 92114 h 409076"/>
              <a:gd name="connsiteX5" fmla="*/ 36091 w 318440"/>
              <a:gd name="connsiteY5" fmla="*/ 22581 h 409076"/>
              <a:gd name="connsiteX6" fmla="*/ 2787 w 318440"/>
              <a:gd name="connsiteY6" fmla="*/ 125201 h 409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8440" h="409076">
                <a:moveTo>
                  <a:pt x="2841" y="125201"/>
                </a:moveTo>
                <a:cubicBezTo>
                  <a:pt x="783" y="162567"/>
                  <a:pt x="-16113" y="265025"/>
                  <a:pt x="64847" y="341760"/>
                </a:cubicBezTo>
                <a:cubicBezTo>
                  <a:pt x="81526" y="357573"/>
                  <a:pt x="150463" y="425860"/>
                  <a:pt x="213498" y="405228"/>
                </a:cubicBezTo>
                <a:cubicBezTo>
                  <a:pt x="288283" y="380751"/>
                  <a:pt x="306587" y="270278"/>
                  <a:pt x="312760" y="235945"/>
                </a:cubicBezTo>
                <a:cubicBezTo>
                  <a:pt x="318338" y="204969"/>
                  <a:pt x="326732" y="148758"/>
                  <a:pt x="298843" y="92114"/>
                </a:cubicBezTo>
                <a:cubicBezTo>
                  <a:pt x="240466" y="-26320"/>
                  <a:pt x="245177" y="-7366"/>
                  <a:pt x="36091" y="22581"/>
                </a:cubicBezTo>
                <a:cubicBezTo>
                  <a:pt x="-1924" y="28050"/>
                  <a:pt x="4953" y="86698"/>
                  <a:pt x="2787" y="125201"/>
                </a:cubicBezTo>
                <a:close/>
              </a:path>
            </a:pathLst>
          </a:custGeom>
          <a:solidFill>
            <a:srgbClr val="F9C3B5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4" name="任意多边形: 形状 143"/>
          <p:cNvSpPr/>
          <p:nvPr userDrawn="1">
            <p:custDataLst>
              <p:tags r:id="rId46"/>
            </p:custDataLst>
          </p:nvPr>
        </p:nvSpPr>
        <p:spPr>
          <a:xfrm flipH="1">
            <a:off x="10093582" y="1809244"/>
            <a:ext cx="51219" cy="90977"/>
          </a:xfrm>
          <a:custGeom>
            <a:avLst/>
            <a:gdLst>
              <a:gd name="connsiteX0" fmla="*/ 2644 w 51219"/>
              <a:gd name="connsiteY0" fmla="*/ 35904 h 90977"/>
              <a:gd name="connsiteX1" fmla="*/ 17048 w 51219"/>
              <a:gd name="connsiteY1" fmla="*/ 90978 h 90977"/>
              <a:gd name="connsiteX2" fmla="*/ 51219 w 51219"/>
              <a:gd name="connsiteY2" fmla="*/ 0 h 90977"/>
              <a:gd name="connsiteX3" fmla="*/ 2644 w 51219"/>
              <a:gd name="connsiteY3" fmla="*/ 35904 h 90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19" h="90977">
                <a:moveTo>
                  <a:pt x="2644" y="35904"/>
                </a:moveTo>
                <a:cubicBezTo>
                  <a:pt x="-4017" y="56103"/>
                  <a:pt x="2319" y="77493"/>
                  <a:pt x="17048" y="90978"/>
                </a:cubicBezTo>
                <a:cubicBezTo>
                  <a:pt x="35460" y="61572"/>
                  <a:pt x="45479" y="26264"/>
                  <a:pt x="51219" y="0"/>
                </a:cubicBezTo>
                <a:cubicBezTo>
                  <a:pt x="29666" y="487"/>
                  <a:pt x="9792" y="14296"/>
                  <a:pt x="2644" y="35904"/>
                </a:cubicBezTo>
                <a:close/>
              </a:path>
            </a:pathLst>
          </a:custGeom>
          <a:solidFill>
            <a:srgbClr val="F06A45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5" name="任意多边形: 形状 144"/>
          <p:cNvSpPr/>
          <p:nvPr userDrawn="1">
            <p:custDataLst>
              <p:tags r:id="rId47"/>
            </p:custDataLst>
          </p:nvPr>
        </p:nvSpPr>
        <p:spPr>
          <a:xfrm flipH="1">
            <a:off x="10031744" y="1489591"/>
            <a:ext cx="416004" cy="378138"/>
          </a:xfrm>
          <a:custGeom>
            <a:avLst/>
            <a:gdLst>
              <a:gd name="connsiteX0" fmla="*/ 159214 w 416004"/>
              <a:gd name="connsiteY0" fmla="*/ 210696 h 378138"/>
              <a:gd name="connsiteX1" fmla="*/ 112750 w 416004"/>
              <a:gd name="connsiteY1" fmla="*/ 304056 h 378138"/>
              <a:gd name="connsiteX2" fmla="*/ 80583 w 416004"/>
              <a:gd name="connsiteY2" fmla="*/ 280012 h 378138"/>
              <a:gd name="connsiteX3" fmla="*/ 58814 w 416004"/>
              <a:gd name="connsiteY3" fmla="*/ 378138 h 378138"/>
              <a:gd name="connsiteX4" fmla="*/ 6772 w 416004"/>
              <a:gd name="connsiteY4" fmla="*/ 221852 h 378138"/>
              <a:gd name="connsiteX5" fmla="*/ 3577 w 416004"/>
              <a:gd name="connsiteY5" fmla="*/ 140730 h 378138"/>
              <a:gd name="connsiteX6" fmla="*/ 21773 w 416004"/>
              <a:gd name="connsiteY6" fmla="*/ 98924 h 378138"/>
              <a:gd name="connsiteX7" fmla="*/ 135224 w 416004"/>
              <a:gd name="connsiteY7" fmla="*/ 10275 h 378138"/>
              <a:gd name="connsiteX8" fmla="*/ 273586 w 416004"/>
              <a:gd name="connsiteY8" fmla="*/ 15852 h 378138"/>
              <a:gd name="connsiteX9" fmla="*/ 319129 w 416004"/>
              <a:gd name="connsiteY9" fmla="*/ 41196 h 378138"/>
              <a:gd name="connsiteX10" fmla="*/ 381405 w 416004"/>
              <a:gd name="connsiteY10" fmla="*/ 67840 h 378138"/>
              <a:gd name="connsiteX11" fmla="*/ 415901 w 416004"/>
              <a:gd name="connsiteY11" fmla="*/ 143546 h 378138"/>
              <a:gd name="connsiteX12" fmla="*/ 393752 w 416004"/>
              <a:gd name="connsiteY12" fmla="*/ 230029 h 378138"/>
              <a:gd name="connsiteX13" fmla="*/ 391965 w 416004"/>
              <a:gd name="connsiteY13" fmla="*/ 244000 h 378138"/>
              <a:gd name="connsiteX14" fmla="*/ 325627 w 416004"/>
              <a:gd name="connsiteY14" fmla="*/ 232249 h 378138"/>
              <a:gd name="connsiteX15" fmla="*/ 315067 w 416004"/>
              <a:gd name="connsiteY15" fmla="*/ 177500 h 378138"/>
              <a:gd name="connsiteX16" fmla="*/ 304020 w 416004"/>
              <a:gd name="connsiteY16" fmla="*/ 229704 h 378138"/>
              <a:gd name="connsiteX17" fmla="*/ 159160 w 416004"/>
              <a:gd name="connsiteY17" fmla="*/ 210642 h 37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16004" h="378138">
                <a:moveTo>
                  <a:pt x="159214" y="210696"/>
                </a:moveTo>
                <a:cubicBezTo>
                  <a:pt x="141560" y="215841"/>
                  <a:pt x="172915" y="258946"/>
                  <a:pt x="112750" y="304056"/>
                </a:cubicBezTo>
                <a:cubicBezTo>
                  <a:pt x="95097" y="317324"/>
                  <a:pt x="87461" y="301619"/>
                  <a:pt x="80583" y="280012"/>
                </a:cubicBezTo>
                <a:cubicBezTo>
                  <a:pt x="77226" y="269506"/>
                  <a:pt x="80908" y="378517"/>
                  <a:pt x="58814" y="378138"/>
                </a:cubicBezTo>
                <a:cubicBezTo>
                  <a:pt x="40943" y="341422"/>
                  <a:pt x="17603" y="285373"/>
                  <a:pt x="6772" y="221852"/>
                </a:cubicBezTo>
                <a:cubicBezTo>
                  <a:pt x="2873" y="198891"/>
                  <a:pt x="-4383" y="172518"/>
                  <a:pt x="3577" y="140730"/>
                </a:cubicBezTo>
                <a:cubicBezTo>
                  <a:pt x="8451" y="121235"/>
                  <a:pt x="16466" y="107751"/>
                  <a:pt x="21773" y="98924"/>
                </a:cubicBezTo>
                <a:cubicBezTo>
                  <a:pt x="60817" y="34319"/>
                  <a:pt x="130729" y="11683"/>
                  <a:pt x="135224" y="10275"/>
                </a:cubicBezTo>
                <a:cubicBezTo>
                  <a:pt x="145730" y="6971"/>
                  <a:pt x="215967" y="-14094"/>
                  <a:pt x="273586" y="15852"/>
                </a:cubicBezTo>
                <a:cubicBezTo>
                  <a:pt x="286420" y="22513"/>
                  <a:pt x="294326" y="29499"/>
                  <a:pt x="319129" y="41196"/>
                </a:cubicBezTo>
                <a:cubicBezTo>
                  <a:pt x="357523" y="59283"/>
                  <a:pt x="365809" y="55438"/>
                  <a:pt x="381405" y="67840"/>
                </a:cubicBezTo>
                <a:cubicBezTo>
                  <a:pt x="402091" y="84248"/>
                  <a:pt x="417417" y="114790"/>
                  <a:pt x="415901" y="143546"/>
                </a:cubicBezTo>
                <a:cubicBezTo>
                  <a:pt x="414059" y="178096"/>
                  <a:pt x="388391" y="200678"/>
                  <a:pt x="393752" y="230029"/>
                </a:cubicBezTo>
                <a:cubicBezTo>
                  <a:pt x="394239" y="232790"/>
                  <a:pt x="395918" y="240589"/>
                  <a:pt x="391965" y="244000"/>
                </a:cubicBezTo>
                <a:cubicBezTo>
                  <a:pt x="389041" y="246545"/>
                  <a:pt x="377127" y="239722"/>
                  <a:pt x="325627" y="232249"/>
                </a:cubicBezTo>
                <a:cubicBezTo>
                  <a:pt x="322432" y="231762"/>
                  <a:pt x="315067" y="177500"/>
                  <a:pt x="315067" y="177500"/>
                </a:cubicBezTo>
                <a:cubicBezTo>
                  <a:pt x="315067" y="177500"/>
                  <a:pt x="306240" y="229975"/>
                  <a:pt x="304020" y="229704"/>
                </a:cubicBezTo>
                <a:cubicBezTo>
                  <a:pt x="301962" y="229433"/>
                  <a:pt x="220028" y="192880"/>
                  <a:pt x="159160" y="210642"/>
                </a:cubicBezTo>
                <a:close/>
              </a:path>
            </a:pathLst>
          </a:custGeom>
          <a:solidFill>
            <a:srgbClr val="000000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6" name="任意多边形: 形状 145"/>
          <p:cNvSpPr/>
          <p:nvPr userDrawn="1">
            <p:custDataLst>
              <p:tags r:id="rId48"/>
            </p:custDataLst>
          </p:nvPr>
        </p:nvSpPr>
        <p:spPr>
          <a:xfrm flipH="1">
            <a:off x="10353844" y="1721893"/>
            <a:ext cx="84128" cy="114969"/>
          </a:xfrm>
          <a:custGeom>
            <a:avLst/>
            <a:gdLst>
              <a:gd name="connsiteX0" fmla="*/ 84129 w 84128"/>
              <a:gd name="connsiteY0" fmla="*/ 81232 h 114969"/>
              <a:gd name="connsiteX1" fmla="*/ 77685 w 84128"/>
              <a:gd name="connsiteY1" fmla="*/ 44462 h 114969"/>
              <a:gd name="connsiteX2" fmla="*/ 15517 w 84128"/>
              <a:gd name="connsiteY2" fmla="*/ 4443 h 114969"/>
              <a:gd name="connsiteX3" fmla="*/ 72919 w 84128"/>
              <a:gd name="connsiteY3" fmla="*/ 114969 h 114969"/>
              <a:gd name="connsiteX4" fmla="*/ 84129 w 84128"/>
              <a:gd name="connsiteY4" fmla="*/ 81178 h 114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128" h="114969">
                <a:moveTo>
                  <a:pt x="84129" y="81232"/>
                </a:moveTo>
                <a:cubicBezTo>
                  <a:pt x="84129" y="81232"/>
                  <a:pt x="82829" y="54264"/>
                  <a:pt x="77685" y="44462"/>
                </a:cubicBezTo>
                <a:cubicBezTo>
                  <a:pt x="65933" y="22042"/>
                  <a:pt x="42539" y="-12291"/>
                  <a:pt x="15517" y="4443"/>
                </a:cubicBezTo>
                <a:cubicBezTo>
                  <a:pt x="-23365" y="28541"/>
                  <a:pt x="16437" y="99482"/>
                  <a:pt x="72919" y="114969"/>
                </a:cubicBezTo>
                <a:lnTo>
                  <a:pt x="84129" y="81178"/>
                </a:lnTo>
                <a:close/>
              </a:path>
            </a:pathLst>
          </a:custGeom>
          <a:solidFill>
            <a:srgbClr val="F9C3B5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8" name="任意多边形: 形状 147"/>
          <p:cNvSpPr/>
          <p:nvPr userDrawn="1">
            <p:custDataLst>
              <p:tags r:id="rId49"/>
            </p:custDataLst>
          </p:nvPr>
        </p:nvSpPr>
        <p:spPr>
          <a:xfrm rot="4790399" flipH="1">
            <a:off x="10085870" y="1782267"/>
            <a:ext cx="59243" cy="27509"/>
          </a:xfrm>
          <a:custGeom>
            <a:avLst/>
            <a:gdLst>
              <a:gd name="connsiteX0" fmla="*/ 59244 w 59243"/>
              <a:gd name="connsiteY0" fmla="*/ 13755 h 27509"/>
              <a:gd name="connsiteX1" fmla="*/ 29622 w 59243"/>
              <a:gd name="connsiteY1" fmla="*/ 27510 h 27509"/>
              <a:gd name="connsiteX2" fmla="*/ 0 w 59243"/>
              <a:gd name="connsiteY2" fmla="*/ 13755 h 27509"/>
              <a:gd name="connsiteX3" fmla="*/ 29622 w 59243"/>
              <a:gd name="connsiteY3" fmla="*/ 0 h 27509"/>
              <a:gd name="connsiteX4" fmla="*/ 59244 w 59243"/>
              <a:gd name="connsiteY4" fmla="*/ 13755 h 27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43" h="27509">
                <a:moveTo>
                  <a:pt x="59244" y="13755"/>
                </a:moveTo>
                <a:cubicBezTo>
                  <a:pt x="59244" y="21352"/>
                  <a:pt x="45982" y="27510"/>
                  <a:pt x="29622" y="27510"/>
                </a:cubicBezTo>
                <a:cubicBezTo>
                  <a:pt x="13262" y="27510"/>
                  <a:pt x="0" y="21352"/>
                  <a:pt x="0" y="13755"/>
                </a:cubicBezTo>
                <a:cubicBezTo>
                  <a:pt x="0" y="6158"/>
                  <a:pt x="13262" y="0"/>
                  <a:pt x="29622" y="0"/>
                </a:cubicBezTo>
                <a:cubicBezTo>
                  <a:pt x="45982" y="0"/>
                  <a:pt x="59244" y="6158"/>
                  <a:pt x="59244" y="13755"/>
                </a:cubicBezTo>
                <a:close/>
              </a:path>
            </a:pathLst>
          </a:custGeom>
          <a:solidFill>
            <a:srgbClr val="000000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9" name="任意多边形: 形状 148"/>
          <p:cNvSpPr/>
          <p:nvPr userDrawn="1">
            <p:custDataLst>
              <p:tags r:id="rId50"/>
            </p:custDataLst>
          </p:nvPr>
        </p:nvSpPr>
        <p:spPr>
          <a:xfrm rot="4938001" flipH="1">
            <a:off x="10195688" y="1766109"/>
            <a:ext cx="59785" cy="28701"/>
          </a:xfrm>
          <a:custGeom>
            <a:avLst/>
            <a:gdLst>
              <a:gd name="connsiteX0" fmla="*/ 59785 w 59785"/>
              <a:gd name="connsiteY0" fmla="*/ 14351 h 28701"/>
              <a:gd name="connsiteX1" fmla="*/ 29893 w 59785"/>
              <a:gd name="connsiteY1" fmla="*/ 28701 h 28701"/>
              <a:gd name="connsiteX2" fmla="*/ 0 w 59785"/>
              <a:gd name="connsiteY2" fmla="*/ 14351 h 28701"/>
              <a:gd name="connsiteX3" fmla="*/ 29893 w 59785"/>
              <a:gd name="connsiteY3" fmla="*/ 0 h 28701"/>
              <a:gd name="connsiteX4" fmla="*/ 59785 w 59785"/>
              <a:gd name="connsiteY4" fmla="*/ 14351 h 28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785" h="28701">
                <a:moveTo>
                  <a:pt x="59785" y="14351"/>
                </a:moveTo>
                <a:cubicBezTo>
                  <a:pt x="59785" y="22276"/>
                  <a:pt x="46402" y="28701"/>
                  <a:pt x="29893" y="28701"/>
                </a:cubicBezTo>
                <a:cubicBezTo>
                  <a:pt x="13383" y="28701"/>
                  <a:pt x="0" y="22276"/>
                  <a:pt x="0" y="14351"/>
                </a:cubicBezTo>
                <a:cubicBezTo>
                  <a:pt x="0" y="6425"/>
                  <a:pt x="13383" y="0"/>
                  <a:pt x="29893" y="0"/>
                </a:cubicBezTo>
                <a:cubicBezTo>
                  <a:pt x="46402" y="0"/>
                  <a:pt x="59785" y="6425"/>
                  <a:pt x="59785" y="14351"/>
                </a:cubicBezTo>
                <a:close/>
              </a:path>
            </a:pathLst>
          </a:custGeom>
          <a:solidFill>
            <a:srgbClr val="000000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50" name="任意多边形: 形状 149"/>
          <p:cNvSpPr/>
          <p:nvPr userDrawn="1">
            <p:custDataLst>
              <p:tags r:id="rId51"/>
            </p:custDataLst>
          </p:nvPr>
        </p:nvSpPr>
        <p:spPr>
          <a:xfrm flipH="1">
            <a:off x="10152771" y="1775236"/>
            <a:ext cx="35631" cy="74073"/>
          </a:xfrm>
          <a:custGeom>
            <a:avLst/>
            <a:gdLst>
              <a:gd name="connsiteX0" fmla="*/ 12074 w 35631"/>
              <a:gd name="connsiteY0" fmla="*/ 0 h 74073"/>
              <a:gd name="connsiteX1" fmla="*/ 7525 w 35631"/>
              <a:gd name="connsiteY1" fmla="*/ 67367 h 74073"/>
              <a:gd name="connsiteX2" fmla="*/ 28753 w 35631"/>
              <a:gd name="connsiteY2" fmla="*/ 72782 h 74073"/>
              <a:gd name="connsiteX3" fmla="*/ 35631 w 35631"/>
              <a:gd name="connsiteY3" fmla="*/ 61193 h 74073"/>
              <a:gd name="connsiteX4" fmla="*/ 24800 w 35631"/>
              <a:gd name="connsiteY4" fmla="*/ 42402 h 74073"/>
              <a:gd name="connsiteX5" fmla="*/ 21768 w 35631"/>
              <a:gd name="connsiteY5" fmla="*/ 30218 h 74073"/>
              <a:gd name="connsiteX6" fmla="*/ 28428 w 35631"/>
              <a:gd name="connsiteY6" fmla="*/ 2599 h 74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31" h="74073">
                <a:moveTo>
                  <a:pt x="12074" y="0"/>
                </a:moveTo>
                <a:cubicBezTo>
                  <a:pt x="-1627" y="29838"/>
                  <a:pt x="-4388" y="56807"/>
                  <a:pt x="7525" y="67367"/>
                </a:cubicBezTo>
                <a:cubicBezTo>
                  <a:pt x="11370" y="70833"/>
                  <a:pt x="21443" y="76681"/>
                  <a:pt x="28753" y="72782"/>
                </a:cubicBezTo>
                <a:cubicBezTo>
                  <a:pt x="32652" y="70724"/>
                  <a:pt x="35685" y="65905"/>
                  <a:pt x="35631" y="61193"/>
                </a:cubicBezTo>
                <a:cubicBezTo>
                  <a:pt x="35523" y="54532"/>
                  <a:pt x="29241" y="52691"/>
                  <a:pt x="24800" y="42402"/>
                </a:cubicBezTo>
                <a:cubicBezTo>
                  <a:pt x="22580" y="37312"/>
                  <a:pt x="22092" y="33088"/>
                  <a:pt x="21768" y="30218"/>
                </a:cubicBezTo>
                <a:cubicBezTo>
                  <a:pt x="21768" y="30218"/>
                  <a:pt x="19981" y="14296"/>
                  <a:pt x="28428" y="2599"/>
                </a:cubicBezTo>
              </a:path>
            </a:pathLst>
          </a:custGeom>
          <a:gradFill>
            <a:gsLst>
              <a:gs pos="0">
                <a:srgbClr val="F06A45">
                  <a:alpha val="0"/>
                </a:srgbClr>
              </a:gs>
              <a:gs pos="100000">
                <a:srgbClr val="F06A45"/>
              </a:gs>
            </a:gsLst>
            <a:lin ang="5400000" scaled="0"/>
          </a:gra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54" name="任意多边形: 形状 153"/>
          <p:cNvSpPr/>
          <p:nvPr userDrawn="1">
            <p:custDataLst>
              <p:tags r:id="rId52"/>
            </p:custDataLst>
          </p:nvPr>
        </p:nvSpPr>
        <p:spPr>
          <a:xfrm flipH="1">
            <a:off x="10072107" y="1742929"/>
            <a:ext cx="63545" cy="12542"/>
          </a:xfrm>
          <a:custGeom>
            <a:avLst/>
            <a:gdLst>
              <a:gd name="connsiteX0" fmla="*/ 63190 w 63545"/>
              <a:gd name="connsiteY0" fmla="*/ 10428 h 12542"/>
              <a:gd name="connsiteX1" fmla="*/ 62161 w 63545"/>
              <a:gd name="connsiteY1" fmla="*/ 12486 h 12542"/>
              <a:gd name="connsiteX2" fmla="*/ 38821 w 63545"/>
              <a:gd name="connsiteY2" fmla="*/ 7721 h 12542"/>
              <a:gd name="connsiteX3" fmla="*/ 1184 w 63545"/>
              <a:gd name="connsiteY3" fmla="*/ 11241 h 12542"/>
              <a:gd name="connsiteX4" fmla="*/ 33839 w 63545"/>
              <a:gd name="connsiteY4" fmla="*/ 31 h 12542"/>
              <a:gd name="connsiteX5" fmla="*/ 63190 w 63545"/>
              <a:gd name="connsiteY5" fmla="*/ 10428 h 12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545" h="12542">
                <a:moveTo>
                  <a:pt x="63190" y="10428"/>
                </a:moveTo>
                <a:cubicBezTo>
                  <a:pt x="64057" y="11241"/>
                  <a:pt x="63190" y="12865"/>
                  <a:pt x="62161" y="12486"/>
                </a:cubicBezTo>
                <a:cubicBezTo>
                  <a:pt x="56313" y="10212"/>
                  <a:pt x="46619" y="7071"/>
                  <a:pt x="38821" y="7721"/>
                </a:cubicBezTo>
                <a:cubicBezTo>
                  <a:pt x="26745" y="8695"/>
                  <a:pt x="3784" y="14977"/>
                  <a:pt x="1184" y="11241"/>
                </a:cubicBezTo>
                <a:cubicBezTo>
                  <a:pt x="-4068" y="3659"/>
                  <a:pt x="8387" y="85"/>
                  <a:pt x="33839" y="31"/>
                </a:cubicBezTo>
                <a:cubicBezTo>
                  <a:pt x="39742" y="31"/>
                  <a:pt x="50735" y="-1106"/>
                  <a:pt x="63190" y="10428"/>
                </a:cubicBezTo>
                <a:close/>
              </a:path>
            </a:pathLst>
          </a:custGeom>
          <a:solidFill>
            <a:srgbClr val="000000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55" name="任意多边形: 形状 154"/>
          <p:cNvSpPr/>
          <p:nvPr userDrawn="1">
            <p:custDataLst>
              <p:tags r:id="rId53"/>
            </p:custDataLst>
          </p:nvPr>
        </p:nvSpPr>
        <p:spPr>
          <a:xfrm flipH="1">
            <a:off x="10084160" y="1768926"/>
            <a:ext cx="32329" cy="12103"/>
          </a:xfrm>
          <a:custGeom>
            <a:avLst/>
            <a:gdLst>
              <a:gd name="connsiteX0" fmla="*/ 32167 w 32329"/>
              <a:gd name="connsiteY0" fmla="*/ 3440 h 12103"/>
              <a:gd name="connsiteX1" fmla="*/ 379 w 32329"/>
              <a:gd name="connsiteY1" fmla="*/ 12104 h 12103"/>
              <a:gd name="connsiteX2" fmla="*/ 0 w 32329"/>
              <a:gd name="connsiteY2" fmla="*/ 11833 h 12103"/>
              <a:gd name="connsiteX3" fmla="*/ 14297 w 32329"/>
              <a:gd name="connsiteY3" fmla="*/ 515 h 12103"/>
              <a:gd name="connsiteX4" fmla="*/ 32330 w 32329"/>
              <a:gd name="connsiteY4" fmla="*/ 3006 h 12103"/>
              <a:gd name="connsiteX5" fmla="*/ 32167 w 32329"/>
              <a:gd name="connsiteY5" fmla="*/ 3440 h 12103"/>
              <a:gd name="connsiteX6" fmla="*/ 32167 w 32329"/>
              <a:gd name="connsiteY6" fmla="*/ 3440 h 12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329" h="12103">
                <a:moveTo>
                  <a:pt x="32167" y="3440"/>
                </a:moveTo>
                <a:cubicBezTo>
                  <a:pt x="19983" y="-135"/>
                  <a:pt x="10452" y="6364"/>
                  <a:pt x="379" y="12104"/>
                </a:cubicBezTo>
                <a:cubicBezTo>
                  <a:pt x="379" y="12104"/>
                  <a:pt x="0" y="11833"/>
                  <a:pt x="0" y="11833"/>
                </a:cubicBezTo>
                <a:cubicBezTo>
                  <a:pt x="1895" y="5497"/>
                  <a:pt x="7906" y="1273"/>
                  <a:pt x="14297" y="515"/>
                </a:cubicBezTo>
                <a:cubicBezTo>
                  <a:pt x="20578" y="-730"/>
                  <a:pt x="26914" y="353"/>
                  <a:pt x="32330" y="3006"/>
                </a:cubicBezTo>
                <a:lnTo>
                  <a:pt x="32167" y="3440"/>
                </a:lnTo>
                <a:lnTo>
                  <a:pt x="32167" y="3440"/>
                </a:lnTo>
                <a:close/>
              </a:path>
            </a:pathLst>
          </a:custGeom>
          <a:solidFill>
            <a:srgbClr val="000000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56" name="任意多边形: 形状 155"/>
          <p:cNvSpPr/>
          <p:nvPr userDrawn="1">
            <p:custDataLst>
              <p:tags r:id="rId54"/>
            </p:custDataLst>
          </p:nvPr>
        </p:nvSpPr>
        <p:spPr>
          <a:xfrm flipH="1">
            <a:off x="10189027" y="1715139"/>
            <a:ext cx="73315" cy="29581"/>
          </a:xfrm>
          <a:custGeom>
            <a:avLst/>
            <a:gdLst>
              <a:gd name="connsiteX0" fmla="*/ 885 w 73315"/>
              <a:gd name="connsiteY0" fmla="*/ 2856 h 29581"/>
              <a:gd name="connsiteX1" fmla="*/ 1210 w 73315"/>
              <a:gd name="connsiteY1" fmla="*/ 5293 h 29581"/>
              <a:gd name="connsiteX2" fmla="*/ 29478 w 73315"/>
              <a:gd name="connsiteY2" fmla="*/ 10221 h 29581"/>
              <a:gd name="connsiteX3" fmla="*/ 70418 w 73315"/>
              <a:gd name="connsiteY3" fmla="*/ 29283 h 29581"/>
              <a:gd name="connsiteX4" fmla="*/ 38197 w 73315"/>
              <a:gd name="connsiteY4" fmla="*/ 4697 h 29581"/>
              <a:gd name="connsiteX5" fmla="*/ 831 w 73315"/>
              <a:gd name="connsiteY5" fmla="*/ 2856 h 29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315" h="29581">
                <a:moveTo>
                  <a:pt x="885" y="2856"/>
                </a:moveTo>
                <a:cubicBezTo>
                  <a:pt x="-469" y="3289"/>
                  <a:pt x="-198" y="5293"/>
                  <a:pt x="1210" y="5293"/>
                </a:cubicBezTo>
                <a:cubicBezTo>
                  <a:pt x="8737" y="5455"/>
                  <a:pt x="20922" y="6376"/>
                  <a:pt x="29478" y="10221"/>
                </a:cubicBezTo>
                <a:cubicBezTo>
                  <a:pt x="42692" y="16178"/>
                  <a:pt x="65977" y="31936"/>
                  <a:pt x="70418" y="29283"/>
                </a:cubicBezTo>
                <a:cubicBezTo>
                  <a:pt x="79462" y="23922"/>
                  <a:pt x="66952" y="15257"/>
                  <a:pt x="38197" y="4697"/>
                </a:cubicBezTo>
                <a:cubicBezTo>
                  <a:pt x="31590" y="2260"/>
                  <a:pt x="19622" y="-3426"/>
                  <a:pt x="831" y="2856"/>
                </a:cubicBezTo>
                <a:close/>
              </a:path>
            </a:pathLst>
          </a:custGeom>
          <a:solidFill>
            <a:srgbClr val="000000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57" name="任意多边形: 形状 156"/>
          <p:cNvSpPr/>
          <p:nvPr userDrawn="1">
            <p:custDataLst>
              <p:tags r:id="rId55"/>
            </p:custDataLst>
          </p:nvPr>
        </p:nvSpPr>
        <p:spPr>
          <a:xfrm flipH="1">
            <a:off x="10222473" y="1745565"/>
            <a:ext cx="25554" cy="19327"/>
          </a:xfrm>
          <a:custGeom>
            <a:avLst/>
            <a:gdLst>
              <a:gd name="connsiteX0" fmla="*/ 54 w 25554"/>
              <a:gd name="connsiteY0" fmla="*/ 157 h 19327"/>
              <a:gd name="connsiteX1" fmla="*/ 25290 w 25554"/>
              <a:gd name="connsiteY1" fmla="*/ 19328 h 19327"/>
              <a:gd name="connsiteX2" fmla="*/ 14838 w 25554"/>
              <a:gd name="connsiteY2" fmla="*/ 7035 h 19327"/>
              <a:gd name="connsiteX3" fmla="*/ 0 w 25554"/>
              <a:gd name="connsiteY3" fmla="*/ 591 h 19327"/>
              <a:gd name="connsiteX4" fmla="*/ 0 w 25554"/>
              <a:gd name="connsiteY4" fmla="*/ 157 h 19327"/>
              <a:gd name="connsiteX5" fmla="*/ 0 w 25554"/>
              <a:gd name="connsiteY5" fmla="*/ 157 h 19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554" h="19327">
                <a:moveTo>
                  <a:pt x="54" y="157"/>
                </a:moveTo>
                <a:cubicBezTo>
                  <a:pt x="10777" y="-1251"/>
                  <a:pt x="27889" y="6926"/>
                  <a:pt x="25290" y="19328"/>
                </a:cubicBezTo>
                <a:cubicBezTo>
                  <a:pt x="21391" y="15049"/>
                  <a:pt x="18900" y="10934"/>
                  <a:pt x="14838" y="7035"/>
                </a:cubicBezTo>
                <a:cubicBezTo>
                  <a:pt x="10831" y="3623"/>
                  <a:pt x="5578" y="1349"/>
                  <a:pt x="0" y="591"/>
                </a:cubicBezTo>
                <a:lnTo>
                  <a:pt x="0" y="157"/>
                </a:lnTo>
                <a:lnTo>
                  <a:pt x="0" y="157"/>
                </a:lnTo>
                <a:close/>
              </a:path>
            </a:pathLst>
          </a:custGeom>
          <a:solidFill>
            <a:srgbClr val="000000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58" name="任意多边形: 形状 157"/>
          <p:cNvSpPr/>
          <p:nvPr userDrawn="1">
            <p:custDataLst>
              <p:tags r:id="rId56"/>
            </p:custDataLst>
          </p:nvPr>
        </p:nvSpPr>
        <p:spPr>
          <a:xfrm flipH="1">
            <a:off x="10166310" y="1864913"/>
            <a:ext cx="64659" cy="13755"/>
          </a:xfrm>
          <a:custGeom>
            <a:avLst/>
            <a:gdLst>
              <a:gd name="connsiteX0" fmla="*/ 0 w 64659"/>
              <a:gd name="connsiteY0" fmla="*/ 0 h 13755"/>
              <a:gd name="connsiteX1" fmla="*/ 33250 w 64659"/>
              <a:gd name="connsiteY1" fmla="*/ 12564 h 13755"/>
              <a:gd name="connsiteX2" fmla="*/ 64659 w 64659"/>
              <a:gd name="connsiteY2" fmla="*/ 12184 h 13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659" h="13755">
                <a:moveTo>
                  <a:pt x="0" y="0"/>
                </a:moveTo>
                <a:cubicBezTo>
                  <a:pt x="6553" y="4116"/>
                  <a:pt x="17925" y="10073"/>
                  <a:pt x="33250" y="12564"/>
                </a:cubicBezTo>
                <a:cubicBezTo>
                  <a:pt x="46464" y="14730"/>
                  <a:pt x="57511" y="13538"/>
                  <a:pt x="64659" y="12184"/>
                </a:cubicBezTo>
              </a:path>
            </a:pathLst>
          </a:custGeom>
          <a:noFill/>
          <a:ln w="335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61" name="任意多边形: 形状 160"/>
          <p:cNvSpPr/>
          <p:nvPr userDrawn="1">
            <p:custDataLst>
              <p:tags r:id="rId57"/>
            </p:custDataLst>
          </p:nvPr>
        </p:nvSpPr>
        <p:spPr>
          <a:xfrm flipH="1">
            <a:off x="10376500" y="1745843"/>
            <a:ext cx="46752" cy="40911"/>
          </a:xfrm>
          <a:custGeom>
            <a:avLst/>
            <a:gdLst>
              <a:gd name="connsiteX0" fmla="*/ 93 w 46752"/>
              <a:gd name="connsiteY0" fmla="*/ 8489 h 40911"/>
              <a:gd name="connsiteX1" fmla="*/ 46719 w 46752"/>
              <a:gd name="connsiteY1" fmla="*/ 40548 h 40911"/>
              <a:gd name="connsiteX2" fmla="*/ 46123 w 46752"/>
              <a:gd name="connsiteY2" fmla="*/ 40710 h 40911"/>
              <a:gd name="connsiteX3" fmla="*/ 29065 w 46752"/>
              <a:gd name="connsiteY3" fmla="*/ 13146 h 40911"/>
              <a:gd name="connsiteX4" fmla="*/ 15689 w 46752"/>
              <a:gd name="connsiteY4" fmla="*/ 5023 h 40911"/>
              <a:gd name="connsiteX5" fmla="*/ 472 w 46752"/>
              <a:gd name="connsiteY5" fmla="*/ 8977 h 40911"/>
              <a:gd name="connsiteX6" fmla="*/ 93 w 46752"/>
              <a:gd name="connsiteY6" fmla="*/ 8489 h 40911"/>
              <a:gd name="connsiteX7" fmla="*/ 93 w 46752"/>
              <a:gd name="connsiteY7" fmla="*/ 8489 h 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752" h="40911">
                <a:moveTo>
                  <a:pt x="93" y="8489"/>
                </a:moveTo>
                <a:cubicBezTo>
                  <a:pt x="19859" y="-16096"/>
                  <a:pt x="47856" y="18345"/>
                  <a:pt x="46719" y="40548"/>
                </a:cubicBezTo>
                <a:cubicBezTo>
                  <a:pt x="46719" y="40873"/>
                  <a:pt x="46286" y="41089"/>
                  <a:pt x="46123" y="40710"/>
                </a:cubicBezTo>
                <a:cubicBezTo>
                  <a:pt x="42495" y="30475"/>
                  <a:pt x="36213" y="21269"/>
                  <a:pt x="29065" y="13146"/>
                </a:cubicBezTo>
                <a:cubicBezTo>
                  <a:pt x="25653" y="8977"/>
                  <a:pt x="20996" y="5782"/>
                  <a:pt x="15689" y="5023"/>
                </a:cubicBezTo>
                <a:cubicBezTo>
                  <a:pt x="10382" y="4211"/>
                  <a:pt x="4859" y="5998"/>
                  <a:pt x="472" y="8977"/>
                </a:cubicBezTo>
                <a:cubicBezTo>
                  <a:pt x="202" y="9193"/>
                  <a:pt x="-178" y="8760"/>
                  <a:pt x="93" y="8489"/>
                </a:cubicBezTo>
                <a:lnTo>
                  <a:pt x="93" y="8489"/>
                </a:lnTo>
                <a:close/>
              </a:path>
            </a:pathLst>
          </a:custGeom>
          <a:solidFill>
            <a:srgbClr val="F06A45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62" name="任意多边形: 形状 161"/>
          <p:cNvSpPr/>
          <p:nvPr userDrawn="1">
            <p:custDataLst>
              <p:tags r:id="rId58"/>
            </p:custDataLst>
          </p:nvPr>
        </p:nvSpPr>
        <p:spPr>
          <a:xfrm flipH="1">
            <a:off x="10131598" y="2083584"/>
            <a:ext cx="323024" cy="1219153"/>
          </a:xfrm>
          <a:custGeom>
            <a:avLst/>
            <a:gdLst>
              <a:gd name="connsiteX0" fmla="*/ 103216 w 323024"/>
              <a:gd name="connsiteY0" fmla="*/ 0 h 1219153"/>
              <a:gd name="connsiteX1" fmla="*/ 0 w 323024"/>
              <a:gd name="connsiteY1" fmla="*/ 1207293 h 1219153"/>
              <a:gd name="connsiteX2" fmla="*/ 323024 w 323024"/>
              <a:gd name="connsiteY2" fmla="*/ 1219153 h 1219153"/>
              <a:gd name="connsiteX3" fmla="*/ 181901 w 323024"/>
              <a:gd name="connsiteY3" fmla="*/ 7690 h 1219153"/>
              <a:gd name="connsiteX4" fmla="*/ 103270 w 323024"/>
              <a:gd name="connsiteY4" fmla="*/ 0 h 1219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024" h="1219153">
                <a:moveTo>
                  <a:pt x="103216" y="0"/>
                </a:moveTo>
                <a:cubicBezTo>
                  <a:pt x="103216" y="0"/>
                  <a:pt x="129372" y="971997"/>
                  <a:pt x="0" y="1207293"/>
                </a:cubicBezTo>
                <a:lnTo>
                  <a:pt x="323024" y="1219153"/>
                </a:lnTo>
                <a:cubicBezTo>
                  <a:pt x="323024" y="1219153"/>
                  <a:pt x="239358" y="145293"/>
                  <a:pt x="181901" y="7690"/>
                </a:cubicBezTo>
                <a:lnTo>
                  <a:pt x="10327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63" name="任意多边形: 形状 162"/>
          <p:cNvSpPr/>
          <p:nvPr userDrawn="1">
            <p:custDataLst>
              <p:tags r:id="rId59"/>
            </p:custDataLst>
          </p:nvPr>
        </p:nvSpPr>
        <p:spPr>
          <a:xfrm flipH="1">
            <a:off x="10020909" y="1968130"/>
            <a:ext cx="511856" cy="210872"/>
          </a:xfrm>
          <a:custGeom>
            <a:avLst/>
            <a:gdLst>
              <a:gd name="connsiteX0" fmla="*/ 385571 w 511856"/>
              <a:gd name="connsiteY0" fmla="*/ 57727 h 210872"/>
              <a:gd name="connsiteX1" fmla="*/ 423695 w 511856"/>
              <a:gd name="connsiteY1" fmla="*/ 64117 h 210872"/>
              <a:gd name="connsiteX2" fmla="*/ 511857 w 511856"/>
              <a:gd name="connsiteY2" fmla="*/ 92981 h 210872"/>
              <a:gd name="connsiteX3" fmla="*/ 335101 w 511856"/>
              <a:gd name="connsiteY3" fmla="*/ 186612 h 210872"/>
              <a:gd name="connsiteX4" fmla="*/ 232859 w 511856"/>
              <a:gd name="connsiteY4" fmla="*/ 118542 h 210872"/>
              <a:gd name="connsiteX5" fmla="*/ 89949 w 511856"/>
              <a:gd name="connsiteY5" fmla="*/ 210873 h 210872"/>
              <a:gd name="connsiteX6" fmla="*/ 0 w 511856"/>
              <a:gd name="connsiteY6" fmla="*/ 3033 h 210872"/>
              <a:gd name="connsiteX7" fmla="*/ 4278 w 511856"/>
              <a:gd name="connsiteY7" fmla="*/ 0 h 210872"/>
              <a:gd name="connsiteX8" fmla="*/ 106465 w 511856"/>
              <a:gd name="connsiteY8" fmla="*/ 16084 h 210872"/>
              <a:gd name="connsiteX9" fmla="*/ 232859 w 511856"/>
              <a:gd name="connsiteY9" fmla="*/ 118542 h 210872"/>
              <a:gd name="connsiteX10" fmla="*/ 284467 w 511856"/>
              <a:gd name="connsiteY10" fmla="*/ 79930 h 210872"/>
              <a:gd name="connsiteX11" fmla="*/ 385571 w 511856"/>
              <a:gd name="connsiteY11" fmla="*/ 57727 h 210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11856" h="210872">
                <a:moveTo>
                  <a:pt x="385571" y="57727"/>
                </a:moveTo>
                <a:lnTo>
                  <a:pt x="423695" y="64117"/>
                </a:lnTo>
                <a:lnTo>
                  <a:pt x="511857" y="92981"/>
                </a:lnTo>
                <a:lnTo>
                  <a:pt x="335101" y="186612"/>
                </a:lnTo>
                <a:lnTo>
                  <a:pt x="232859" y="118542"/>
                </a:lnTo>
                <a:lnTo>
                  <a:pt x="89949" y="210873"/>
                </a:lnTo>
                <a:lnTo>
                  <a:pt x="0" y="3033"/>
                </a:lnTo>
                <a:lnTo>
                  <a:pt x="4278" y="0"/>
                </a:lnTo>
                <a:lnTo>
                  <a:pt x="106465" y="16084"/>
                </a:lnTo>
                <a:lnTo>
                  <a:pt x="232859" y="118542"/>
                </a:lnTo>
                <a:lnTo>
                  <a:pt x="284467" y="79930"/>
                </a:lnTo>
                <a:lnTo>
                  <a:pt x="385571" y="57727"/>
                </a:lnTo>
                <a:close/>
              </a:path>
            </a:pathLst>
          </a:custGeom>
          <a:solidFill>
            <a:schemeClr val="accent1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64" name="任意多边形: 形状 163"/>
          <p:cNvSpPr/>
          <p:nvPr userDrawn="1">
            <p:custDataLst>
              <p:tags r:id="rId60"/>
            </p:custDataLst>
          </p:nvPr>
        </p:nvSpPr>
        <p:spPr>
          <a:xfrm flipH="1">
            <a:off x="10134549" y="2015460"/>
            <a:ext cx="165411" cy="159357"/>
          </a:xfrm>
          <a:custGeom>
            <a:avLst/>
            <a:gdLst>
              <a:gd name="connsiteX0" fmla="*/ 73107 w 165411"/>
              <a:gd name="connsiteY0" fmla="*/ 0 h 159357"/>
              <a:gd name="connsiteX1" fmla="*/ 0 w 165411"/>
              <a:gd name="connsiteY1" fmla="*/ 71212 h 159357"/>
              <a:gd name="connsiteX2" fmla="*/ 52691 w 165411"/>
              <a:gd name="connsiteY2" fmla="*/ 154391 h 159357"/>
              <a:gd name="connsiteX3" fmla="*/ 70345 w 165411"/>
              <a:gd name="connsiteY3" fmla="*/ 154933 h 159357"/>
              <a:gd name="connsiteX4" fmla="*/ 162731 w 165411"/>
              <a:gd name="connsiteY4" fmla="*/ 26752 h 159357"/>
              <a:gd name="connsiteX5" fmla="*/ 152171 w 165411"/>
              <a:gd name="connsiteY5" fmla="*/ 4549 h 159357"/>
              <a:gd name="connsiteX6" fmla="*/ 73107 w 165411"/>
              <a:gd name="connsiteY6" fmla="*/ 0 h 159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411" h="159357">
                <a:moveTo>
                  <a:pt x="73107" y="0"/>
                </a:moveTo>
                <a:lnTo>
                  <a:pt x="0" y="71212"/>
                </a:lnTo>
                <a:lnTo>
                  <a:pt x="52691" y="154391"/>
                </a:lnTo>
                <a:cubicBezTo>
                  <a:pt x="56699" y="160781"/>
                  <a:pt x="65905" y="161052"/>
                  <a:pt x="70345" y="154933"/>
                </a:cubicBezTo>
                <a:lnTo>
                  <a:pt x="162731" y="26752"/>
                </a:lnTo>
                <a:cubicBezTo>
                  <a:pt x="169229" y="17762"/>
                  <a:pt x="163218" y="5145"/>
                  <a:pt x="152171" y="4549"/>
                </a:cubicBezTo>
                <a:lnTo>
                  <a:pt x="73107" y="0"/>
                </a:lnTo>
                <a:close/>
              </a:path>
            </a:pathLst>
          </a:custGeom>
          <a:solidFill>
            <a:srgbClr val="FFFFFF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65" name="任意多边形: 形状 164"/>
          <p:cNvSpPr/>
          <p:nvPr userDrawn="1">
            <p:custDataLst>
              <p:tags r:id="rId61"/>
            </p:custDataLst>
          </p:nvPr>
        </p:nvSpPr>
        <p:spPr>
          <a:xfrm flipH="1">
            <a:off x="10299906" y="1969497"/>
            <a:ext cx="204462" cy="195980"/>
          </a:xfrm>
          <a:custGeom>
            <a:avLst/>
            <a:gdLst>
              <a:gd name="connsiteX0" fmla="*/ 91715 w 204462"/>
              <a:gd name="connsiteY0" fmla="*/ 6214 h 195980"/>
              <a:gd name="connsiteX1" fmla="*/ 204462 w 204462"/>
              <a:gd name="connsiteY1" fmla="*/ 117174 h 195980"/>
              <a:gd name="connsiteX2" fmla="*/ 146843 w 204462"/>
              <a:gd name="connsiteY2" fmla="*/ 189956 h 195980"/>
              <a:gd name="connsiteX3" fmla="*/ 121391 w 204462"/>
              <a:gd name="connsiteY3" fmla="*/ 189198 h 195980"/>
              <a:gd name="connsiteX4" fmla="*/ 2254 w 204462"/>
              <a:gd name="connsiteY4" fmla="*/ 19319 h 195980"/>
              <a:gd name="connsiteX5" fmla="*/ 13247 w 204462"/>
              <a:gd name="connsiteY5" fmla="*/ 40 h 195980"/>
              <a:gd name="connsiteX6" fmla="*/ 91715 w 204462"/>
              <a:gd name="connsiteY6" fmla="*/ 6214 h 19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4462" h="195980">
                <a:moveTo>
                  <a:pt x="91715" y="6214"/>
                </a:moveTo>
                <a:lnTo>
                  <a:pt x="204462" y="117174"/>
                </a:lnTo>
                <a:lnTo>
                  <a:pt x="146843" y="189956"/>
                </a:lnTo>
                <a:cubicBezTo>
                  <a:pt x="140236" y="198296"/>
                  <a:pt x="127456" y="197917"/>
                  <a:pt x="121391" y="189198"/>
                </a:cubicBezTo>
                <a:lnTo>
                  <a:pt x="2254" y="19319"/>
                </a:lnTo>
                <a:cubicBezTo>
                  <a:pt x="-3703" y="10817"/>
                  <a:pt x="2903" y="-772"/>
                  <a:pt x="13247" y="40"/>
                </a:cubicBezTo>
                <a:lnTo>
                  <a:pt x="91715" y="6214"/>
                </a:lnTo>
                <a:close/>
              </a:path>
            </a:pathLst>
          </a:custGeom>
          <a:solidFill>
            <a:srgbClr val="FFFFFF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67" name="任意多边形: 形状 166"/>
          <p:cNvSpPr/>
          <p:nvPr userDrawn="1">
            <p:custDataLst>
              <p:tags r:id="rId62"/>
            </p:custDataLst>
          </p:nvPr>
        </p:nvSpPr>
        <p:spPr>
          <a:xfrm rot="11093400" flipH="1">
            <a:off x="10121482" y="2493074"/>
            <a:ext cx="191161" cy="256307"/>
          </a:xfrm>
          <a:custGeom>
            <a:avLst/>
            <a:gdLst>
              <a:gd name="connsiteX0" fmla="*/ 174319 w 191161"/>
              <a:gd name="connsiteY0" fmla="*/ 0 h 256307"/>
              <a:gd name="connsiteX1" fmla="*/ 191161 w 191161"/>
              <a:gd name="connsiteY1" fmla="*/ 16842 h 256307"/>
              <a:gd name="connsiteX2" fmla="*/ 191161 w 191161"/>
              <a:gd name="connsiteY2" fmla="*/ 239466 h 256307"/>
              <a:gd name="connsiteX3" fmla="*/ 174319 w 191161"/>
              <a:gd name="connsiteY3" fmla="*/ 256307 h 256307"/>
              <a:gd name="connsiteX4" fmla="*/ 16842 w 191161"/>
              <a:gd name="connsiteY4" fmla="*/ 256307 h 256307"/>
              <a:gd name="connsiteX5" fmla="*/ 0 w 191161"/>
              <a:gd name="connsiteY5" fmla="*/ 239466 h 256307"/>
              <a:gd name="connsiteX6" fmla="*/ 0 w 191161"/>
              <a:gd name="connsiteY6" fmla="*/ 16842 h 256307"/>
              <a:gd name="connsiteX7" fmla="*/ 16842 w 191161"/>
              <a:gd name="connsiteY7" fmla="*/ 0 h 256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1161" h="256307">
                <a:moveTo>
                  <a:pt x="174319" y="0"/>
                </a:moveTo>
                <a:cubicBezTo>
                  <a:pt x="183621" y="0"/>
                  <a:pt x="191161" y="7540"/>
                  <a:pt x="191161" y="16842"/>
                </a:cubicBezTo>
                <a:lnTo>
                  <a:pt x="191161" y="239466"/>
                </a:lnTo>
                <a:cubicBezTo>
                  <a:pt x="191161" y="248767"/>
                  <a:pt x="183621" y="256307"/>
                  <a:pt x="174319" y="256307"/>
                </a:cubicBezTo>
                <a:lnTo>
                  <a:pt x="16842" y="256307"/>
                </a:lnTo>
                <a:cubicBezTo>
                  <a:pt x="7540" y="256307"/>
                  <a:pt x="0" y="248767"/>
                  <a:pt x="0" y="239466"/>
                </a:cubicBezTo>
                <a:lnTo>
                  <a:pt x="0" y="16842"/>
                </a:lnTo>
                <a:cubicBezTo>
                  <a:pt x="0" y="7540"/>
                  <a:pt x="7540" y="0"/>
                  <a:pt x="16842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68" name="任意多边形: 形状 167"/>
          <p:cNvSpPr/>
          <p:nvPr userDrawn="1">
            <p:custDataLst>
              <p:tags r:id="rId63"/>
            </p:custDataLst>
          </p:nvPr>
        </p:nvSpPr>
        <p:spPr>
          <a:xfrm rot="16493400" flipH="1">
            <a:off x="10110669" y="2554500"/>
            <a:ext cx="211522" cy="142098"/>
          </a:xfrm>
          <a:custGeom>
            <a:avLst/>
            <a:gdLst>
              <a:gd name="connsiteX0" fmla="*/ 0 w 211522"/>
              <a:gd name="connsiteY0" fmla="*/ 0 h 142098"/>
              <a:gd name="connsiteX1" fmla="*/ 211523 w 211522"/>
              <a:gd name="connsiteY1" fmla="*/ 0 h 142098"/>
              <a:gd name="connsiteX2" fmla="*/ 211523 w 211522"/>
              <a:gd name="connsiteY2" fmla="*/ 142098 h 142098"/>
              <a:gd name="connsiteX3" fmla="*/ 0 w 211522"/>
              <a:gd name="connsiteY3" fmla="*/ 142098 h 142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1522" h="142098">
                <a:moveTo>
                  <a:pt x="0" y="0"/>
                </a:moveTo>
                <a:lnTo>
                  <a:pt x="211523" y="0"/>
                </a:lnTo>
                <a:lnTo>
                  <a:pt x="211523" y="142098"/>
                </a:lnTo>
                <a:lnTo>
                  <a:pt x="0" y="142098"/>
                </a:lnTo>
                <a:close/>
              </a:path>
            </a:pathLst>
          </a:custGeom>
          <a:solidFill>
            <a:srgbClr val="FFFFFF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69" name="任意多边形: 形状 168"/>
          <p:cNvSpPr/>
          <p:nvPr userDrawn="1">
            <p:custDataLst>
              <p:tags r:id="rId64"/>
            </p:custDataLst>
          </p:nvPr>
        </p:nvSpPr>
        <p:spPr>
          <a:xfrm rot="11093400" flipH="1">
            <a:off x="10183878" y="2553321"/>
            <a:ext cx="70128" cy="90219"/>
          </a:xfrm>
          <a:custGeom>
            <a:avLst/>
            <a:gdLst>
              <a:gd name="connsiteX0" fmla="*/ 0 w 70128"/>
              <a:gd name="connsiteY0" fmla="*/ 0 h 90219"/>
              <a:gd name="connsiteX1" fmla="*/ 70129 w 70128"/>
              <a:gd name="connsiteY1" fmla="*/ 0 h 90219"/>
              <a:gd name="connsiteX2" fmla="*/ 70129 w 70128"/>
              <a:gd name="connsiteY2" fmla="*/ 90219 h 90219"/>
              <a:gd name="connsiteX3" fmla="*/ 0 w 70128"/>
              <a:gd name="connsiteY3" fmla="*/ 90219 h 9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28" h="90219">
                <a:moveTo>
                  <a:pt x="0" y="0"/>
                </a:moveTo>
                <a:lnTo>
                  <a:pt x="70129" y="0"/>
                </a:lnTo>
                <a:lnTo>
                  <a:pt x="70129" y="90219"/>
                </a:lnTo>
                <a:lnTo>
                  <a:pt x="0" y="90219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70" name="任意多边形: 形状 169"/>
          <p:cNvSpPr/>
          <p:nvPr userDrawn="1">
            <p:custDataLst>
              <p:tags r:id="rId65"/>
            </p:custDataLst>
          </p:nvPr>
        </p:nvSpPr>
        <p:spPr>
          <a:xfrm rot="11093400" flipH="1">
            <a:off x="10177151" y="2662185"/>
            <a:ext cx="71049" cy="4927"/>
          </a:xfrm>
          <a:custGeom>
            <a:avLst/>
            <a:gdLst>
              <a:gd name="connsiteX0" fmla="*/ 0 w 71049"/>
              <a:gd name="connsiteY0" fmla="*/ 0 h 4927"/>
              <a:gd name="connsiteX1" fmla="*/ 71049 w 71049"/>
              <a:gd name="connsiteY1" fmla="*/ 0 h 4927"/>
              <a:gd name="connsiteX2" fmla="*/ 71049 w 71049"/>
              <a:gd name="connsiteY2" fmla="*/ 4928 h 4927"/>
              <a:gd name="connsiteX3" fmla="*/ 0 w 71049"/>
              <a:gd name="connsiteY3" fmla="*/ 4928 h 4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049" h="4927">
                <a:moveTo>
                  <a:pt x="0" y="0"/>
                </a:moveTo>
                <a:lnTo>
                  <a:pt x="71049" y="0"/>
                </a:lnTo>
                <a:lnTo>
                  <a:pt x="71049" y="4928"/>
                </a:lnTo>
                <a:lnTo>
                  <a:pt x="0" y="4928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71" name="任意多边形: 形状 170"/>
          <p:cNvSpPr/>
          <p:nvPr userDrawn="1">
            <p:custDataLst>
              <p:tags r:id="rId66"/>
            </p:custDataLst>
          </p:nvPr>
        </p:nvSpPr>
        <p:spPr>
          <a:xfrm rot="11093400" flipH="1">
            <a:off x="10176185" y="2680146"/>
            <a:ext cx="71049" cy="4927"/>
          </a:xfrm>
          <a:custGeom>
            <a:avLst/>
            <a:gdLst>
              <a:gd name="connsiteX0" fmla="*/ 0 w 71049"/>
              <a:gd name="connsiteY0" fmla="*/ 0 h 4927"/>
              <a:gd name="connsiteX1" fmla="*/ 71049 w 71049"/>
              <a:gd name="connsiteY1" fmla="*/ 0 h 4927"/>
              <a:gd name="connsiteX2" fmla="*/ 71049 w 71049"/>
              <a:gd name="connsiteY2" fmla="*/ 4928 h 4927"/>
              <a:gd name="connsiteX3" fmla="*/ 0 w 71049"/>
              <a:gd name="connsiteY3" fmla="*/ 4928 h 4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049" h="4927">
                <a:moveTo>
                  <a:pt x="0" y="0"/>
                </a:moveTo>
                <a:lnTo>
                  <a:pt x="71049" y="0"/>
                </a:lnTo>
                <a:lnTo>
                  <a:pt x="71049" y="4928"/>
                </a:lnTo>
                <a:lnTo>
                  <a:pt x="0" y="4928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72" name="任意多边形: 形状 171"/>
          <p:cNvSpPr/>
          <p:nvPr userDrawn="1">
            <p:custDataLst>
              <p:tags r:id="rId67"/>
            </p:custDataLst>
          </p:nvPr>
        </p:nvSpPr>
        <p:spPr>
          <a:xfrm rot="11093400" flipH="1">
            <a:off x="10199785" y="2503096"/>
            <a:ext cx="53882" cy="9422"/>
          </a:xfrm>
          <a:custGeom>
            <a:avLst/>
            <a:gdLst>
              <a:gd name="connsiteX0" fmla="*/ 49171 w 53882"/>
              <a:gd name="connsiteY0" fmla="*/ 0 h 9422"/>
              <a:gd name="connsiteX1" fmla="*/ 53882 w 53882"/>
              <a:gd name="connsiteY1" fmla="*/ 4711 h 9422"/>
              <a:gd name="connsiteX2" fmla="*/ 53882 w 53882"/>
              <a:gd name="connsiteY2" fmla="*/ 4711 h 9422"/>
              <a:gd name="connsiteX3" fmla="*/ 49171 w 53882"/>
              <a:gd name="connsiteY3" fmla="*/ 9423 h 9422"/>
              <a:gd name="connsiteX4" fmla="*/ 4711 w 53882"/>
              <a:gd name="connsiteY4" fmla="*/ 9423 h 9422"/>
              <a:gd name="connsiteX5" fmla="*/ 0 w 53882"/>
              <a:gd name="connsiteY5" fmla="*/ 4711 h 9422"/>
              <a:gd name="connsiteX6" fmla="*/ 0 w 53882"/>
              <a:gd name="connsiteY6" fmla="*/ 4711 h 9422"/>
              <a:gd name="connsiteX7" fmla="*/ 4711 w 53882"/>
              <a:gd name="connsiteY7" fmla="*/ 0 h 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882" h="9422">
                <a:moveTo>
                  <a:pt x="49171" y="0"/>
                </a:moveTo>
                <a:cubicBezTo>
                  <a:pt x="51773" y="0"/>
                  <a:pt x="53882" y="2109"/>
                  <a:pt x="53882" y="4711"/>
                </a:cubicBezTo>
                <a:lnTo>
                  <a:pt x="53882" y="4711"/>
                </a:lnTo>
                <a:cubicBezTo>
                  <a:pt x="53882" y="7313"/>
                  <a:pt x="51773" y="9423"/>
                  <a:pt x="49171" y="9423"/>
                </a:cubicBezTo>
                <a:lnTo>
                  <a:pt x="4711" y="9423"/>
                </a:lnTo>
                <a:cubicBezTo>
                  <a:pt x="2109" y="9423"/>
                  <a:pt x="0" y="7313"/>
                  <a:pt x="0" y="4711"/>
                </a:cubicBezTo>
                <a:lnTo>
                  <a:pt x="0" y="4711"/>
                </a:lnTo>
                <a:cubicBezTo>
                  <a:pt x="0" y="2109"/>
                  <a:pt x="2109" y="0"/>
                  <a:pt x="4711" y="0"/>
                </a:cubicBezTo>
                <a:close/>
              </a:path>
            </a:pathLst>
          </a:custGeom>
          <a:solidFill>
            <a:schemeClr val="lt1">
              <a:lumMod val="10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73" name="任意多边形: 形状 172"/>
          <p:cNvSpPr/>
          <p:nvPr userDrawn="1">
            <p:custDataLst>
              <p:tags r:id="rId68"/>
            </p:custDataLst>
          </p:nvPr>
        </p:nvSpPr>
        <p:spPr>
          <a:xfrm flipH="1">
            <a:off x="10212233" y="2476683"/>
            <a:ext cx="32058" cy="32058"/>
          </a:xfrm>
          <a:custGeom>
            <a:avLst/>
            <a:gdLst>
              <a:gd name="connsiteX0" fmla="*/ 32059 w 32058"/>
              <a:gd name="connsiteY0" fmla="*/ 16029 h 32058"/>
              <a:gd name="connsiteX1" fmla="*/ 16029 w 32058"/>
              <a:gd name="connsiteY1" fmla="*/ 32059 h 32058"/>
              <a:gd name="connsiteX2" fmla="*/ 0 w 32058"/>
              <a:gd name="connsiteY2" fmla="*/ 16029 h 32058"/>
              <a:gd name="connsiteX3" fmla="*/ 16029 w 32058"/>
              <a:gd name="connsiteY3" fmla="*/ 0 h 32058"/>
              <a:gd name="connsiteX4" fmla="*/ 32059 w 32058"/>
              <a:gd name="connsiteY4" fmla="*/ 16029 h 32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58" h="32058">
                <a:moveTo>
                  <a:pt x="32059" y="16029"/>
                </a:moveTo>
                <a:cubicBezTo>
                  <a:pt x="32059" y="24882"/>
                  <a:pt x="24882" y="32059"/>
                  <a:pt x="16029" y="32059"/>
                </a:cubicBezTo>
                <a:cubicBezTo>
                  <a:pt x="7177" y="32059"/>
                  <a:pt x="0" y="24882"/>
                  <a:pt x="0" y="16029"/>
                </a:cubicBezTo>
                <a:cubicBezTo>
                  <a:pt x="0" y="7177"/>
                  <a:pt x="7177" y="0"/>
                  <a:pt x="16029" y="0"/>
                </a:cubicBezTo>
                <a:cubicBezTo>
                  <a:pt x="24882" y="0"/>
                  <a:pt x="32059" y="7177"/>
                  <a:pt x="32059" y="16029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74" name="任意多边形: 形状 173"/>
          <p:cNvSpPr/>
          <p:nvPr userDrawn="1">
            <p:custDataLst>
              <p:tags r:id="rId69"/>
            </p:custDataLst>
          </p:nvPr>
        </p:nvSpPr>
        <p:spPr>
          <a:xfrm rot="11093400" flipH="1">
            <a:off x="10186653" y="2457600"/>
            <a:ext cx="87349" cy="25560"/>
          </a:xfrm>
          <a:custGeom>
            <a:avLst/>
            <a:gdLst>
              <a:gd name="connsiteX0" fmla="*/ 74569 w 87349"/>
              <a:gd name="connsiteY0" fmla="*/ 0 h 25560"/>
              <a:gd name="connsiteX1" fmla="*/ 87349 w 87349"/>
              <a:gd name="connsiteY1" fmla="*/ 12780 h 25560"/>
              <a:gd name="connsiteX2" fmla="*/ 87349 w 87349"/>
              <a:gd name="connsiteY2" fmla="*/ 12780 h 25560"/>
              <a:gd name="connsiteX3" fmla="*/ 74569 w 87349"/>
              <a:gd name="connsiteY3" fmla="*/ 25560 h 25560"/>
              <a:gd name="connsiteX4" fmla="*/ 12780 w 87349"/>
              <a:gd name="connsiteY4" fmla="*/ 25560 h 25560"/>
              <a:gd name="connsiteX5" fmla="*/ 0 w 87349"/>
              <a:gd name="connsiteY5" fmla="*/ 12780 h 25560"/>
              <a:gd name="connsiteX6" fmla="*/ 0 w 87349"/>
              <a:gd name="connsiteY6" fmla="*/ 12780 h 25560"/>
              <a:gd name="connsiteX7" fmla="*/ 12780 w 87349"/>
              <a:gd name="connsiteY7" fmla="*/ 0 h 25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349" h="25560">
                <a:moveTo>
                  <a:pt x="74569" y="0"/>
                </a:moveTo>
                <a:cubicBezTo>
                  <a:pt x="81627" y="0"/>
                  <a:pt x="87349" y="5722"/>
                  <a:pt x="87349" y="12780"/>
                </a:cubicBezTo>
                <a:lnTo>
                  <a:pt x="87349" y="12780"/>
                </a:lnTo>
                <a:cubicBezTo>
                  <a:pt x="87349" y="19838"/>
                  <a:pt x="81627" y="25560"/>
                  <a:pt x="74569" y="25560"/>
                </a:cubicBezTo>
                <a:lnTo>
                  <a:pt x="12780" y="25560"/>
                </a:lnTo>
                <a:cubicBezTo>
                  <a:pt x="5722" y="25560"/>
                  <a:pt x="0" y="19838"/>
                  <a:pt x="0" y="12780"/>
                </a:cubicBezTo>
                <a:lnTo>
                  <a:pt x="0" y="12780"/>
                </a:lnTo>
                <a:cubicBezTo>
                  <a:pt x="0" y="5722"/>
                  <a:pt x="5722" y="0"/>
                  <a:pt x="12780" y="0"/>
                </a:cubicBezTo>
                <a:close/>
              </a:path>
            </a:pathLst>
          </a:custGeom>
          <a:noFill/>
          <a:ln w="9420" cap="flat">
            <a:solidFill>
              <a:schemeClr val="accent2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75" name="任意多边形: 形状 174"/>
          <p:cNvSpPr/>
          <p:nvPr userDrawn="1">
            <p:custDataLst>
              <p:tags r:id="rId70"/>
            </p:custDataLst>
          </p:nvPr>
        </p:nvSpPr>
        <p:spPr>
          <a:xfrm flipH="1">
            <a:off x="10177831" y="2006795"/>
            <a:ext cx="64348" cy="463227"/>
          </a:xfrm>
          <a:custGeom>
            <a:avLst/>
            <a:gdLst>
              <a:gd name="connsiteX0" fmla="*/ 10235 w 64348"/>
              <a:gd name="connsiteY0" fmla="*/ 463227 h 463227"/>
              <a:gd name="connsiteX1" fmla="*/ 0 w 64348"/>
              <a:gd name="connsiteY1" fmla="*/ 424183 h 463227"/>
              <a:gd name="connsiteX2" fmla="*/ 40073 w 64348"/>
              <a:gd name="connsiteY2" fmla="*/ 0 h 463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348" h="463227">
                <a:moveTo>
                  <a:pt x="10235" y="463227"/>
                </a:moveTo>
                <a:lnTo>
                  <a:pt x="0" y="424183"/>
                </a:lnTo>
                <a:cubicBezTo>
                  <a:pt x="0" y="424183"/>
                  <a:pt x="112422" y="191269"/>
                  <a:pt x="40073" y="0"/>
                </a:cubicBezTo>
              </a:path>
            </a:pathLst>
          </a:custGeom>
          <a:noFill/>
          <a:ln w="12614" cap="rnd">
            <a:solidFill>
              <a:schemeClr val="accent5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76" name="任意多边形: 形状 175"/>
          <p:cNvSpPr/>
          <p:nvPr userDrawn="1">
            <p:custDataLst>
              <p:tags r:id="rId71"/>
            </p:custDataLst>
          </p:nvPr>
        </p:nvSpPr>
        <p:spPr>
          <a:xfrm flipH="1">
            <a:off x="10242125" y="1976686"/>
            <a:ext cx="200204" cy="454346"/>
          </a:xfrm>
          <a:custGeom>
            <a:avLst/>
            <a:gdLst>
              <a:gd name="connsiteX0" fmla="*/ 0 w 200204"/>
              <a:gd name="connsiteY0" fmla="*/ 0 h 454346"/>
              <a:gd name="connsiteX1" fmla="*/ 200205 w 200204"/>
              <a:gd name="connsiteY1" fmla="*/ 454346 h 454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204" h="454346">
                <a:moveTo>
                  <a:pt x="0" y="0"/>
                </a:moveTo>
                <a:cubicBezTo>
                  <a:pt x="0" y="0"/>
                  <a:pt x="6065" y="333855"/>
                  <a:pt x="200205" y="454346"/>
                </a:cubicBezTo>
              </a:path>
            </a:pathLst>
          </a:custGeom>
          <a:noFill/>
          <a:ln w="12614" cap="rnd">
            <a:solidFill>
              <a:schemeClr val="accent5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77" name="任意多边形: 形状 176"/>
          <p:cNvSpPr/>
          <p:nvPr userDrawn="1">
            <p:custDataLst>
              <p:tags r:id="rId72"/>
            </p:custDataLst>
          </p:nvPr>
        </p:nvSpPr>
        <p:spPr>
          <a:xfrm flipH="1">
            <a:off x="10098438" y="1581313"/>
            <a:ext cx="33484" cy="126122"/>
          </a:xfrm>
          <a:custGeom>
            <a:avLst/>
            <a:gdLst>
              <a:gd name="connsiteX0" fmla="*/ 0 w 33484"/>
              <a:gd name="connsiteY0" fmla="*/ 0 h 126122"/>
              <a:gd name="connsiteX1" fmla="*/ 24369 w 33484"/>
              <a:gd name="connsiteY1" fmla="*/ 126123 h 126122"/>
              <a:gd name="connsiteX2" fmla="*/ 0 w 33484"/>
              <a:gd name="connsiteY2" fmla="*/ 0 h 126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484" h="126122">
                <a:moveTo>
                  <a:pt x="0" y="0"/>
                </a:moveTo>
                <a:cubicBezTo>
                  <a:pt x="0" y="0"/>
                  <a:pt x="54587" y="43918"/>
                  <a:pt x="24369" y="126123"/>
                </a:cubicBezTo>
                <a:cubicBezTo>
                  <a:pt x="24369" y="126123"/>
                  <a:pt x="40723" y="51500"/>
                  <a:pt x="0" y="0"/>
                </a:cubicBezTo>
                <a:close/>
              </a:path>
            </a:pathLst>
          </a:custGeom>
          <a:solidFill>
            <a:schemeClr val="tx2">
              <a:alpha val="6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80" name="任意多边形: 形状 179"/>
          <p:cNvSpPr/>
          <p:nvPr userDrawn="1">
            <p:custDataLst>
              <p:tags r:id="rId73"/>
            </p:custDataLst>
          </p:nvPr>
        </p:nvSpPr>
        <p:spPr>
          <a:xfrm flipH="1">
            <a:off x="10504733" y="1047732"/>
            <a:ext cx="1339562" cy="1367480"/>
          </a:xfrm>
          <a:custGeom>
            <a:avLst/>
            <a:gdLst>
              <a:gd name="connsiteX0" fmla="*/ 41689 w 1339562"/>
              <a:gd name="connsiteY0" fmla="*/ 59144 h 1367480"/>
              <a:gd name="connsiteX1" fmla="*/ 173552 w 1339562"/>
              <a:gd name="connsiteY1" fmla="*/ 5045 h 1367480"/>
              <a:gd name="connsiteX2" fmla="*/ 258248 w 1339562"/>
              <a:gd name="connsiteY2" fmla="*/ 35587 h 1367480"/>
              <a:gd name="connsiteX3" fmla="*/ 599576 w 1339562"/>
              <a:gd name="connsiteY3" fmla="*/ 676979 h 1367480"/>
              <a:gd name="connsiteX4" fmla="*/ 1336332 w 1339562"/>
              <a:gd name="connsiteY4" fmla="*/ 925434 h 1367480"/>
              <a:gd name="connsiteX5" fmla="*/ 1189197 w 1339562"/>
              <a:gd name="connsiteY5" fmla="*/ 1347180 h 1367480"/>
              <a:gd name="connsiteX6" fmla="*/ 366338 w 1339562"/>
              <a:gd name="connsiteY6" fmla="*/ 993125 h 1367480"/>
              <a:gd name="connsiteX7" fmla="*/ 3619 w 1339562"/>
              <a:gd name="connsiteY7" fmla="*/ 142919 h 1367480"/>
              <a:gd name="connsiteX8" fmla="*/ 41689 w 1339562"/>
              <a:gd name="connsiteY8" fmla="*/ 59144 h 1367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9562" h="1367480">
                <a:moveTo>
                  <a:pt x="41689" y="59144"/>
                </a:moveTo>
                <a:lnTo>
                  <a:pt x="173552" y="5045"/>
                </a:lnTo>
                <a:cubicBezTo>
                  <a:pt x="205448" y="-8061"/>
                  <a:pt x="242056" y="5153"/>
                  <a:pt x="258248" y="35587"/>
                </a:cubicBezTo>
                <a:lnTo>
                  <a:pt x="599576" y="676979"/>
                </a:lnTo>
                <a:lnTo>
                  <a:pt x="1336332" y="925434"/>
                </a:lnTo>
                <a:cubicBezTo>
                  <a:pt x="1336332" y="925434"/>
                  <a:pt x="1374401" y="1162679"/>
                  <a:pt x="1189197" y="1347180"/>
                </a:cubicBezTo>
                <a:cubicBezTo>
                  <a:pt x="1091938" y="1444060"/>
                  <a:pt x="500638" y="1172373"/>
                  <a:pt x="366338" y="993125"/>
                </a:cubicBezTo>
                <a:cubicBezTo>
                  <a:pt x="244385" y="830341"/>
                  <a:pt x="63675" y="318538"/>
                  <a:pt x="3619" y="142919"/>
                </a:cubicBezTo>
                <a:cubicBezTo>
                  <a:pt x="-7862" y="109344"/>
                  <a:pt x="8818" y="72628"/>
                  <a:pt x="41689" y="59144"/>
                </a:cubicBezTo>
                <a:close/>
              </a:path>
            </a:pathLst>
          </a:custGeom>
          <a:solidFill>
            <a:schemeClr val="accent1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81" name="任意多边形: 形状 180"/>
          <p:cNvSpPr/>
          <p:nvPr userDrawn="1">
            <p:custDataLst>
              <p:tags r:id="rId74"/>
            </p:custDataLst>
          </p:nvPr>
        </p:nvSpPr>
        <p:spPr>
          <a:xfrm flipH="1">
            <a:off x="11319682" y="1778836"/>
            <a:ext cx="289651" cy="371849"/>
          </a:xfrm>
          <a:custGeom>
            <a:avLst/>
            <a:gdLst>
              <a:gd name="connsiteX0" fmla="*/ 286796 w 289651"/>
              <a:gd name="connsiteY0" fmla="*/ 279193 h 371849"/>
              <a:gd name="connsiteX1" fmla="*/ 84208 w 289651"/>
              <a:gd name="connsiteY1" fmla="*/ 2849 h 371849"/>
              <a:gd name="connsiteX2" fmla="*/ 0 w 289651"/>
              <a:gd name="connsiteY2" fmla="*/ 4636 h 371849"/>
              <a:gd name="connsiteX3" fmla="*/ 138903 w 289651"/>
              <a:gd name="connsiteY3" fmla="*/ 267442 h 371849"/>
              <a:gd name="connsiteX4" fmla="*/ 252138 w 289651"/>
              <a:gd name="connsiteY4" fmla="*/ 371850 h 371849"/>
              <a:gd name="connsiteX5" fmla="*/ 286796 w 289651"/>
              <a:gd name="connsiteY5" fmla="*/ 279248 h 371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9651" h="371849">
                <a:moveTo>
                  <a:pt x="286796" y="279193"/>
                </a:moveTo>
                <a:cubicBezTo>
                  <a:pt x="307158" y="146951"/>
                  <a:pt x="216451" y="23211"/>
                  <a:pt x="84208" y="2849"/>
                </a:cubicBezTo>
                <a:cubicBezTo>
                  <a:pt x="55399" y="-1591"/>
                  <a:pt x="27022" y="-725"/>
                  <a:pt x="0" y="4636"/>
                </a:cubicBezTo>
                <a:cubicBezTo>
                  <a:pt x="48359" y="114838"/>
                  <a:pt x="97097" y="211610"/>
                  <a:pt x="138903" y="267442"/>
                </a:cubicBezTo>
                <a:cubicBezTo>
                  <a:pt x="163381" y="300097"/>
                  <a:pt x="203075" y="335838"/>
                  <a:pt x="252138" y="371850"/>
                </a:cubicBezTo>
                <a:cubicBezTo>
                  <a:pt x="269467" y="344502"/>
                  <a:pt x="281597" y="313256"/>
                  <a:pt x="286796" y="279248"/>
                </a:cubicBez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82" name="任意多边形: 形状 181"/>
          <p:cNvSpPr/>
          <p:nvPr userDrawn="1">
            <p:custDataLst>
              <p:tags r:id="rId75"/>
            </p:custDataLst>
          </p:nvPr>
        </p:nvSpPr>
        <p:spPr>
          <a:xfrm flipH="1">
            <a:off x="10244886" y="1778810"/>
            <a:ext cx="96826" cy="96826"/>
          </a:xfrm>
          <a:custGeom>
            <a:avLst/>
            <a:gdLst>
              <a:gd name="connsiteX0" fmla="*/ 96826 w 96826"/>
              <a:gd name="connsiteY0" fmla="*/ 48413 h 96826"/>
              <a:gd name="connsiteX1" fmla="*/ 48413 w 96826"/>
              <a:gd name="connsiteY1" fmla="*/ 96826 h 96826"/>
              <a:gd name="connsiteX2" fmla="*/ 0 w 96826"/>
              <a:gd name="connsiteY2" fmla="*/ 48413 h 96826"/>
              <a:gd name="connsiteX3" fmla="*/ 48413 w 96826"/>
              <a:gd name="connsiteY3" fmla="*/ 0 h 96826"/>
              <a:gd name="connsiteX4" fmla="*/ 96826 w 96826"/>
              <a:gd name="connsiteY4" fmla="*/ 48413 h 96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826" h="96826">
                <a:moveTo>
                  <a:pt x="96826" y="48413"/>
                </a:moveTo>
                <a:cubicBezTo>
                  <a:pt x="96826" y="75151"/>
                  <a:pt x="75151" y="96826"/>
                  <a:pt x="48413" y="96826"/>
                </a:cubicBezTo>
                <a:cubicBezTo>
                  <a:pt x="21675" y="96826"/>
                  <a:pt x="0" y="75151"/>
                  <a:pt x="0" y="48413"/>
                </a:cubicBezTo>
                <a:cubicBezTo>
                  <a:pt x="0" y="21675"/>
                  <a:pt x="21675" y="0"/>
                  <a:pt x="48413" y="0"/>
                </a:cubicBezTo>
                <a:cubicBezTo>
                  <a:pt x="75151" y="0"/>
                  <a:pt x="96826" y="21675"/>
                  <a:pt x="96826" y="48413"/>
                </a:cubicBezTo>
                <a:close/>
              </a:path>
            </a:pathLst>
          </a:custGeom>
          <a:solidFill>
            <a:srgbClr val="F06A45"/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83" name="图形 152"/>
          <p:cNvSpPr/>
          <p:nvPr userDrawn="1">
            <p:custDataLst>
              <p:tags r:id="rId76"/>
            </p:custDataLst>
          </p:nvPr>
        </p:nvSpPr>
        <p:spPr>
          <a:xfrm flipH="1">
            <a:off x="10156809" y="1874710"/>
            <a:ext cx="87739" cy="18665"/>
          </a:xfrm>
          <a:custGeom>
            <a:avLst/>
            <a:gdLst>
              <a:gd name="connsiteX0" fmla="*/ 0 w 87739"/>
              <a:gd name="connsiteY0" fmla="*/ 0 h 18665"/>
              <a:gd name="connsiteX1" fmla="*/ 45119 w 87739"/>
              <a:gd name="connsiteY1" fmla="*/ 17048 h 18665"/>
              <a:gd name="connsiteX2" fmla="*/ 87739 w 87739"/>
              <a:gd name="connsiteY2" fmla="*/ 16534 h 18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39" h="18665">
                <a:moveTo>
                  <a:pt x="0" y="0"/>
                </a:moveTo>
                <a:cubicBezTo>
                  <a:pt x="8891" y="5585"/>
                  <a:pt x="24323" y="13668"/>
                  <a:pt x="45119" y="17048"/>
                </a:cubicBezTo>
                <a:cubicBezTo>
                  <a:pt x="63049" y="19987"/>
                  <a:pt x="78039" y="18371"/>
                  <a:pt x="87739" y="16534"/>
                </a:cubicBezTo>
              </a:path>
            </a:pathLst>
          </a:custGeom>
          <a:noFill/>
          <a:ln w="4429" cap="flat">
            <a:solidFill>
              <a:srgbClr val="F06A45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3" name="任意多边形: 形状 62"/>
          <p:cNvSpPr/>
          <p:nvPr userDrawn="1">
            <p:custDataLst>
              <p:tags r:id="rId77"/>
            </p:custDataLst>
          </p:nvPr>
        </p:nvSpPr>
        <p:spPr>
          <a:xfrm>
            <a:off x="8602885" y="4025860"/>
            <a:ext cx="75206" cy="75206"/>
          </a:xfrm>
          <a:custGeom>
            <a:avLst/>
            <a:gdLst>
              <a:gd name="connsiteX0" fmla="*/ 75206 w 75206"/>
              <a:gd name="connsiteY0" fmla="*/ 37603 h 75206"/>
              <a:gd name="connsiteX1" fmla="*/ 37603 w 75206"/>
              <a:gd name="connsiteY1" fmla="*/ 75206 h 75206"/>
              <a:gd name="connsiteX2" fmla="*/ 0 w 75206"/>
              <a:gd name="connsiteY2" fmla="*/ 37603 h 75206"/>
              <a:gd name="connsiteX3" fmla="*/ 37603 w 75206"/>
              <a:gd name="connsiteY3" fmla="*/ 0 h 75206"/>
              <a:gd name="connsiteX4" fmla="*/ 75206 w 75206"/>
              <a:gd name="connsiteY4" fmla="*/ 37603 h 75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206" h="75206">
                <a:moveTo>
                  <a:pt x="75206" y="37603"/>
                </a:moveTo>
                <a:cubicBezTo>
                  <a:pt x="75206" y="58371"/>
                  <a:pt x="58371" y="75206"/>
                  <a:pt x="37603" y="75206"/>
                </a:cubicBezTo>
                <a:cubicBezTo>
                  <a:pt x="16835" y="75206"/>
                  <a:pt x="0" y="58371"/>
                  <a:pt x="0" y="37603"/>
                </a:cubicBezTo>
                <a:cubicBezTo>
                  <a:pt x="0" y="16835"/>
                  <a:pt x="16835" y="0"/>
                  <a:pt x="37603" y="0"/>
                </a:cubicBezTo>
                <a:cubicBezTo>
                  <a:pt x="58371" y="0"/>
                  <a:pt x="75206" y="16835"/>
                  <a:pt x="75206" y="37603"/>
                </a:cubicBezTo>
                <a:close/>
              </a:path>
            </a:pathLst>
          </a:custGeom>
          <a:solidFill>
            <a:schemeClr val="accent4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8" name="任意多边形: 形状 67"/>
          <p:cNvSpPr/>
          <p:nvPr userDrawn="1">
            <p:custDataLst>
              <p:tags r:id="rId78"/>
            </p:custDataLst>
          </p:nvPr>
        </p:nvSpPr>
        <p:spPr>
          <a:xfrm>
            <a:off x="8983304" y="4341742"/>
            <a:ext cx="69162" cy="69162"/>
          </a:xfrm>
          <a:custGeom>
            <a:avLst/>
            <a:gdLst>
              <a:gd name="connsiteX0" fmla="*/ 69163 w 69162"/>
              <a:gd name="connsiteY0" fmla="*/ 34581 h 69162"/>
              <a:gd name="connsiteX1" fmla="*/ 34581 w 69162"/>
              <a:gd name="connsiteY1" fmla="*/ 69163 h 69162"/>
              <a:gd name="connsiteX2" fmla="*/ 0 w 69162"/>
              <a:gd name="connsiteY2" fmla="*/ 34581 h 69162"/>
              <a:gd name="connsiteX3" fmla="*/ 34581 w 69162"/>
              <a:gd name="connsiteY3" fmla="*/ 0 h 69162"/>
              <a:gd name="connsiteX4" fmla="*/ 69163 w 69162"/>
              <a:gd name="connsiteY4" fmla="*/ 34581 h 6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162" h="69162">
                <a:moveTo>
                  <a:pt x="69163" y="34581"/>
                </a:moveTo>
                <a:cubicBezTo>
                  <a:pt x="69163" y="53680"/>
                  <a:pt x="53680" y="69163"/>
                  <a:pt x="34581" y="69163"/>
                </a:cubicBezTo>
                <a:cubicBezTo>
                  <a:pt x="15483" y="69163"/>
                  <a:pt x="0" y="53680"/>
                  <a:pt x="0" y="34581"/>
                </a:cubicBezTo>
                <a:cubicBezTo>
                  <a:pt x="0" y="15483"/>
                  <a:pt x="15483" y="0"/>
                  <a:pt x="34581" y="0"/>
                </a:cubicBezTo>
                <a:cubicBezTo>
                  <a:pt x="53680" y="0"/>
                  <a:pt x="69163" y="15483"/>
                  <a:pt x="69163" y="34581"/>
                </a:cubicBezTo>
                <a:close/>
              </a:path>
            </a:pathLst>
          </a:custGeom>
          <a:solidFill>
            <a:schemeClr val="accent1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cxnSp>
        <p:nvCxnSpPr>
          <p:cNvPr id="10" name="直接连接符 9"/>
          <p:cNvCxnSpPr/>
          <p:nvPr userDrawn="1">
            <p:custDataLst>
              <p:tags r:id="rId79"/>
            </p:custDataLst>
          </p:nvPr>
        </p:nvCxnSpPr>
        <p:spPr>
          <a:xfrm>
            <a:off x="856856" y="679915"/>
            <a:ext cx="211136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>
            <p:custDataLst>
              <p:tags r:id="rId80"/>
            </p:custDataLst>
          </p:nvPr>
        </p:nvCxnSpPr>
        <p:spPr>
          <a:xfrm>
            <a:off x="856856" y="746947"/>
            <a:ext cx="211136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>
            <p:custDataLst>
              <p:tags r:id="rId81"/>
            </p:custDataLst>
          </p:nvPr>
        </p:nvCxnSpPr>
        <p:spPr>
          <a:xfrm>
            <a:off x="856856" y="813979"/>
            <a:ext cx="211136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5"/>
            </p:custDataLst>
          </p:nvPr>
        </p:nvSpPr>
        <p:spPr>
          <a:xfrm>
            <a:off x="7856097" y="2092849"/>
            <a:ext cx="1011562" cy="2166597"/>
          </a:xfrm>
        </p:spPr>
        <p:txBody>
          <a:bodyPr vert="eaVert" wrap="square" anchor="ctr" anchorCtr="0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5" name="箭头: V 形 123"/>
          <p:cNvSpPr/>
          <p:nvPr userDrawn="1">
            <p:custDataLst>
              <p:tags r:id="rId86"/>
            </p:custDataLst>
          </p:nvPr>
        </p:nvSpPr>
        <p:spPr>
          <a:xfrm>
            <a:off x="10309578" y="6264569"/>
            <a:ext cx="221258" cy="347830"/>
          </a:xfrm>
          <a:prstGeom prst="chevron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箭头: V 形 124"/>
          <p:cNvSpPr/>
          <p:nvPr userDrawn="1">
            <p:custDataLst>
              <p:tags r:id="rId87"/>
            </p:custDataLst>
          </p:nvPr>
        </p:nvSpPr>
        <p:spPr>
          <a:xfrm>
            <a:off x="10558363" y="6264569"/>
            <a:ext cx="221258" cy="347830"/>
          </a:xfrm>
          <a:prstGeom prst="chevron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3" name="箭头: V 形 125"/>
          <p:cNvSpPr/>
          <p:nvPr userDrawn="1">
            <p:custDataLst>
              <p:tags r:id="rId88"/>
            </p:custDataLst>
          </p:nvPr>
        </p:nvSpPr>
        <p:spPr>
          <a:xfrm>
            <a:off x="10807148" y="6264569"/>
            <a:ext cx="221258" cy="347830"/>
          </a:xfrm>
          <a:prstGeom prst="chevron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4" name="箭头: V 形 126"/>
          <p:cNvSpPr/>
          <p:nvPr userDrawn="1">
            <p:custDataLst>
              <p:tags r:id="rId89"/>
            </p:custDataLst>
          </p:nvPr>
        </p:nvSpPr>
        <p:spPr>
          <a:xfrm>
            <a:off x="11055933" y="6264569"/>
            <a:ext cx="221258" cy="34783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5" name="直角三角形 14"/>
          <p:cNvSpPr/>
          <p:nvPr userDrawn="1">
            <p:custDataLst>
              <p:tags r:id="rId90"/>
            </p:custDataLst>
          </p:nvPr>
        </p:nvSpPr>
        <p:spPr>
          <a:xfrm rot="2700000">
            <a:off x="788819" y="6381960"/>
            <a:ext cx="113050" cy="113049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6" name="直角三角形 15"/>
          <p:cNvSpPr/>
          <p:nvPr userDrawn="1">
            <p:custDataLst>
              <p:tags r:id="rId91"/>
            </p:custDataLst>
          </p:nvPr>
        </p:nvSpPr>
        <p:spPr>
          <a:xfrm rot="18900000" flipH="1">
            <a:off x="889796" y="6381959"/>
            <a:ext cx="113050" cy="113049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3200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1" name="矩形 20"/>
          <p:cNvSpPr/>
          <p:nvPr userDrawn="1">
            <p:custDataLst>
              <p:tags r:id="rId3"/>
            </p:custDataLst>
          </p:nvPr>
        </p:nvSpPr>
        <p:spPr>
          <a:xfrm>
            <a:off x="0" y="6018969"/>
            <a:ext cx="12192000" cy="8390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42" name="直接连接符 41"/>
          <p:cNvCxnSpPr/>
          <p:nvPr userDrawn="1">
            <p:custDataLst>
              <p:tags r:id="rId4"/>
            </p:custDataLst>
          </p:nvPr>
        </p:nvCxnSpPr>
        <p:spPr>
          <a:xfrm>
            <a:off x="1600200" y="6438484"/>
            <a:ext cx="8080206" cy="0"/>
          </a:xfrm>
          <a:prstGeom prst="line">
            <a:avLst/>
          </a:prstGeom>
          <a:ln>
            <a:solidFill>
              <a:schemeClr val="lt2">
                <a:lumMod val="20000"/>
                <a:lumOff val="8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: 形状 8"/>
          <p:cNvSpPr/>
          <p:nvPr userDrawn="1">
            <p:custDataLst>
              <p:tags r:id="rId5"/>
            </p:custDataLst>
          </p:nvPr>
        </p:nvSpPr>
        <p:spPr>
          <a:xfrm flipH="1">
            <a:off x="362842" y="4582428"/>
            <a:ext cx="1431970" cy="1359734"/>
          </a:xfrm>
          <a:custGeom>
            <a:avLst/>
            <a:gdLst>
              <a:gd name="connsiteX0" fmla="*/ 768117 w 1431970"/>
              <a:gd name="connsiteY0" fmla="*/ 1085695 h 1359734"/>
              <a:gd name="connsiteX1" fmla="*/ 949189 w 1431970"/>
              <a:gd name="connsiteY1" fmla="*/ 1198568 h 1359734"/>
              <a:gd name="connsiteX2" fmla="*/ 913901 w 1431970"/>
              <a:gd name="connsiteY2" fmla="*/ 1314454 h 1359734"/>
              <a:gd name="connsiteX3" fmla="*/ 628417 w 1431970"/>
              <a:gd name="connsiteY3" fmla="*/ 1331083 h 1359734"/>
              <a:gd name="connsiteX4" fmla="*/ 443406 w 1431970"/>
              <a:gd name="connsiteY4" fmla="*/ 1226786 h 1359734"/>
              <a:gd name="connsiteX5" fmla="*/ 554888 w 1431970"/>
              <a:gd name="connsiteY5" fmla="*/ 1166815 h 1359734"/>
              <a:gd name="connsiteX6" fmla="*/ 768117 w 1431970"/>
              <a:gd name="connsiteY6" fmla="*/ 1085695 h 1359734"/>
              <a:gd name="connsiteX7" fmla="*/ 921144 w 1431970"/>
              <a:gd name="connsiteY7" fmla="*/ 794302 h 1359734"/>
              <a:gd name="connsiteX8" fmla="*/ 1061482 w 1431970"/>
              <a:gd name="connsiteY8" fmla="*/ 895354 h 1359734"/>
              <a:gd name="connsiteX9" fmla="*/ 1026716 w 1431970"/>
              <a:gd name="connsiteY9" fmla="*/ 987135 h 1359734"/>
              <a:gd name="connsiteX10" fmla="*/ 794945 w 1431970"/>
              <a:gd name="connsiteY10" fmla="*/ 985165 h 1359734"/>
              <a:gd name="connsiteX11" fmla="*/ 650957 w 1431970"/>
              <a:gd name="connsiteY11" fmla="*/ 890834 h 1359734"/>
              <a:gd name="connsiteX12" fmla="*/ 744361 w 1431970"/>
              <a:gd name="connsiteY12" fmla="*/ 848362 h 1359734"/>
              <a:gd name="connsiteX13" fmla="*/ 921144 w 1431970"/>
              <a:gd name="connsiteY13" fmla="*/ 794302 h 1359734"/>
              <a:gd name="connsiteX14" fmla="*/ 108670 w 1431970"/>
              <a:gd name="connsiteY14" fmla="*/ 711733 h 1359734"/>
              <a:gd name="connsiteX15" fmla="*/ 266912 w 1431970"/>
              <a:gd name="connsiteY15" fmla="*/ 841351 h 1359734"/>
              <a:gd name="connsiteX16" fmla="*/ 258916 w 1431970"/>
              <a:gd name="connsiteY16" fmla="*/ 1059911 h 1359734"/>
              <a:gd name="connsiteX17" fmla="*/ 238810 w 1431970"/>
              <a:gd name="connsiteY17" fmla="*/ 1179621 h 1359734"/>
              <a:gd name="connsiteX18" fmla="*/ 238810 w 1431970"/>
              <a:gd name="connsiteY18" fmla="*/ 1179563 h 1359734"/>
              <a:gd name="connsiteX19" fmla="*/ 87174 w 1431970"/>
              <a:gd name="connsiteY19" fmla="*/ 1043687 h 1359734"/>
              <a:gd name="connsiteX20" fmla="*/ 14339 w 1431970"/>
              <a:gd name="connsiteY20" fmla="*/ 779410 h 1359734"/>
              <a:gd name="connsiteX21" fmla="*/ 108670 w 1431970"/>
              <a:gd name="connsiteY21" fmla="*/ 711733 h 1359734"/>
              <a:gd name="connsiteX22" fmla="*/ 1049650 w 1431970"/>
              <a:gd name="connsiteY22" fmla="*/ 554422 h 1359734"/>
              <a:gd name="connsiteX23" fmla="*/ 1080081 w 1431970"/>
              <a:gd name="connsiteY23" fmla="*/ 555634 h 1359734"/>
              <a:gd name="connsiteX24" fmla="*/ 1207207 w 1431970"/>
              <a:gd name="connsiteY24" fmla="*/ 664683 h 1359734"/>
              <a:gd name="connsiteX25" fmla="*/ 1166126 w 1431970"/>
              <a:gd name="connsiteY25" fmla="*/ 750438 h 1359734"/>
              <a:gd name="connsiteX26" fmla="*/ 942641 w 1431970"/>
              <a:gd name="connsiteY26" fmla="*/ 729521 h 1359734"/>
              <a:gd name="connsiteX27" fmla="*/ 811458 w 1431970"/>
              <a:gd name="connsiteY27" fmla="*/ 626672 h 1359734"/>
              <a:gd name="connsiteX28" fmla="*/ 811400 w 1431970"/>
              <a:gd name="connsiteY28" fmla="*/ 626614 h 1359734"/>
              <a:gd name="connsiteX29" fmla="*/ 905036 w 1431970"/>
              <a:gd name="connsiteY29" fmla="*/ 593297 h 1359734"/>
              <a:gd name="connsiteX30" fmla="*/ 1049650 w 1431970"/>
              <a:gd name="connsiteY30" fmla="*/ 554422 h 1359734"/>
              <a:gd name="connsiteX31" fmla="*/ 338471 w 1431970"/>
              <a:gd name="connsiteY31" fmla="*/ 356659 h 1359734"/>
              <a:gd name="connsiteX32" fmla="*/ 472203 w 1431970"/>
              <a:gd name="connsiteY32" fmla="*/ 488073 h 1359734"/>
              <a:gd name="connsiteX33" fmla="*/ 446824 w 1431970"/>
              <a:gd name="connsiteY33" fmla="*/ 686933 h 1359734"/>
              <a:gd name="connsiteX34" fmla="*/ 418548 w 1431970"/>
              <a:gd name="connsiteY34" fmla="*/ 794533 h 1359734"/>
              <a:gd name="connsiteX35" fmla="*/ 418548 w 1431970"/>
              <a:gd name="connsiteY35" fmla="*/ 794475 h 1359734"/>
              <a:gd name="connsiteX36" fmla="*/ 291363 w 1431970"/>
              <a:gd name="connsiteY36" fmla="*/ 657904 h 1359734"/>
              <a:gd name="connsiteX37" fmla="*/ 246747 w 1431970"/>
              <a:gd name="connsiteY37" fmla="*/ 410661 h 1359734"/>
              <a:gd name="connsiteX38" fmla="*/ 338471 w 1431970"/>
              <a:gd name="connsiteY38" fmla="*/ 356659 h 1359734"/>
              <a:gd name="connsiteX39" fmla="*/ 1142901 w 1431970"/>
              <a:gd name="connsiteY39" fmla="*/ 347876 h 1359734"/>
              <a:gd name="connsiteX40" fmla="*/ 1166126 w 1431970"/>
              <a:gd name="connsiteY40" fmla="*/ 348779 h 1359734"/>
              <a:gd name="connsiteX41" fmla="*/ 1263181 w 1431970"/>
              <a:gd name="connsiteY41" fmla="*/ 432043 h 1359734"/>
              <a:gd name="connsiteX42" fmla="*/ 1231776 w 1431970"/>
              <a:gd name="connsiteY42" fmla="*/ 497518 h 1359734"/>
              <a:gd name="connsiteX43" fmla="*/ 1061134 w 1431970"/>
              <a:gd name="connsiteY43" fmla="*/ 481526 h 1359734"/>
              <a:gd name="connsiteX44" fmla="*/ 960951 w 1431970"/>
              <a:gd name="connsiteY44" fmla="*/ 403013 h 1359734"/>
              <a:gd name="connsiteX45" fmla="*/ 1032453 w 1431970"/>
              <a:gd name="connsiteY45" fmla="*/ 377576 h 1359734"/>
              <a:gd name="connsiteX46" fmla="*/ 1142901 w 1431970"/>
              <a:gd name="connsiteY46" fmla="*/ 347876 h 1359734"/>
              <a:gd name="connsiteX47" fmla="*/ 599561 w 1431970"/>
              <a:gd name="connsiteY47" fmla="*/ 142154 h 1359734"/>
              <a:gd name="connsiteX48" fmla="*/ 706002 w 1431970"/>
              <a:gd name="connsiteY48" fmla="*/ 254506 h 1359734"/>
              <a:gd name="connsiteX49" fmla="*/ 679232 w 1431970"/>
              <a:gd name="connsiteY49" fmla="*/ 417789 h 1359734"/>
              <a:gd name="connsiteX50" fmla="*/ 652752 w 1431970"/>
              <a:gd name="connsiteY50" fmla="*/ 505688 h 1359734"/>
              <a:gd name="connsiteX51" fmla="*/ 551874 w 1431970"/>
              <a:gd name="connsiteY51" fmla="*/ 389281 h 1359734"/>
              <a:gd name="connsiteX52" fmla="*/ 522323 w 1431970"/>
              <a:gd name="connsiteY52" fmla="*/ 183989 h 1359734"/>
              <a:gd name="connsiteX53" fmla="*/ 599561 w 1431970"/>
              <a:gd name="connsiteY53" fmla="*/ 142154 h 1359734"/>
              <a:gd name="connsiteX54" fmla="*/ 1331737 w 1431970"/>
              <a:gd name="connsiteY54" fmla="*/ 51401 h 1359734"/>
              <a:gd name="connsiteX55" fmla="*/ 1384338 w 1431970"/>
              <a:gd name="connsiteY55" fmla="*/ 60687 h 1359734"/>
              <a:gd name="connsiteX56" fmla="*/ 1431620 w 1431970"/>
              <a:gd name="connsiteY56" fmla="*/ 125988 h 1359734"/>
              <a:gd name="connsiteX57" fmla="*/ 1342098 w 1431970"/>
              <a:gd name="connsiteY57" fmla="*/ 236253 h 1359734"/>
              <a:gd name="connsiteX58" fmla="*/ 1190288 w 1431970"/>
              <a:gd name="connsiteY58" fmla="*/ 231328 h 1359734"/>
              <a:gd name="connsiteX59" fmla="*/ 1107140 w 1431970"/>
              <a:gd name="connsiteY59" fmla="*/ 217712 h 1359734"/>
              <a:gd name="connsiteX60" fmla="*/ 1107082 w 1431970"/>
              <a:gd name="connsiteY60" fmla="*/ 217712 h 1359734"/>
              <a:gd name="connsiteX61" fmla="*/ 1201007 w 1431970"/>
              <a:gd name="connsiteY61" fmla="*/ 112024 h 1359734"/>
              <a:gd name="connsiteX62" fmla="*/ 1331737 w 1431970"/>
              <a:gd name="connsiteY62" fmla="*/ 51401 h 1359734"/>
              <a:gd name="connsiteX63" fmla="*/ 865518 w 1431970"/>
              <a:gd name="connsiteY63" fmla="*/ 21 h 1359734"/>
              <a:gd name="connsiteX64" fmla="*/ 953939 w 1431970"/>
              <a:gd name="connsiteY64" fmla="*/ 93309 h 1359734"/>
              <a:gd name="connsiteX65" fmla="*/ 931689 w 1431970"/>
              <a:gd name="connsiteY65" fmla="*/ 228895 h 1359734"/>
              <a:gd name="connsiteX66" fmla="*/ 909671 w 1431970"/>
              <a:gd name="connsiteY66" fmla="*/ 301903 h 1359734"/>
              <a:gd name="connsiteX67" fmla="*/ 825886 w 1431970"/>
              <a:gd name="connsiteY67" fmla="*/ 205255 h 1359734"/>
              <a:gd name="connsiteX68" fmla="*/ 801376 w 1431970"/>
              <a:gd name="connsiteY68" fmla="*/ 34787 h 1359734"/>
              <a:gd name="connsiteX69" fmla="*/ 865518 w 1431970"/>
              <a:gd name="connsiteY69" fmla="*/ 21 h 1359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31970" h="1359734">
                <a:moveTo>
                  <a:pt x="768117" y="1085695"/>
                </a:moveTo>
                <a:cubicBezTo>
                  <a:pt x="837359" y="1087665"/>
                  <a:pt x="932269" y="1125908"/>
                  <a:pt x="949189" y="1198568"/>
                </a:cubicBezTo>
                <a:cubicBezTo>
                  <a:pt x="958865" y="1240287"/>
                  <a:pt x="941135" y="1285772"/>
                  <a:pt x="913901" y="1314454"/>
                </a:cubicBezTo>
                <a:cubicBezTo>
                  <a:pt x="837069" y="1395458"/>
                  <a:pt x="677147" y="1346090"/>
                  <a:pt x="628417" y="1331083"/>
                </a:cubicBezTo>
                <a:cubicBezTo>
                  <a:pt x="583106" y="1317061"/>
                  <a:pt x="514386" y="1288611"/>
                  <a:pt x="443406" y="1226786"/>
                </a:cubicBezTo>
                <a:cubicBezTo>
                  <a:pt x="470233" y="1211431"/>
                  <a:pt x="508302" y="1190340"/>
                  <a:pt x="554888" y="1166815"/>
                </a:cubicBezTo>
                <a:cubicBezTo>
                  <a:pt x="663878" y="1111770"/>
                  <a:pt x="719387" y="1084305"/>
                  <a:pt x="768117" y="1085695"/>
                </a:cubicBezTo>
                <a:close/>
                <a:moveTo>
                  <a:pt x="921144" y="794302"/>
                </a:moveTo>
                <a:cubicBezTo>
                  <a:pt x="977001" y="799632"/>
                  <a:pt x="1051747" y="835673"/>
                  <a:pt x="1061482" y="895354"/>
                </a:cubicBezTo>
                <a:cubicBezTo>
                  <a:pt x="1067044" y="929598"/>
                  <a:pt x="1050241" y="965465"/>
                  <a:pt x="1026716" y="987135"/>
                </a:cubicBezTo>
                <a:cubicBezTo>
                  <a:pt x="960198" y="1048497"/>
                  <a:pt x="833593" y="999941"/>
                  <a:pt x="794945" y="985165"/>
                </a:cubicBezTo>
                <a:cubicBezTo>
                  <a:pt x="759020" y="971375"/>
                  <a:pt x="705018" y="944663"/>
                  <a:pt x="650957" y="890834"/>
                </a:cubicBezTo>
                <a:cubicBezTo>
                  <a:pt x="673439" y="879883"/>
                  <a:pt x="705423" y="864876"/>
                  <a:pt x="744361" y="848362"/>
                </a:cubicBezTo>
                <a:cubicBezTo>
                  <a:pt x="835505" y="809772"/>
                  <a:pt x="881859" y="790535"/>
                  <a:pt x="921144" y="794302"/>
                </a:cubicBezTo>
                <a:close/>
                <a:moveTo>
                  <a:pt x="108670" y="711733"/>
                </a:moveTo>
                <a:cubicBezTo>
                  <a:pt x="179882" y="704664"/>
                  <a:pt x="243793" y="779120"/>
                  <a:pt x="266912" y="841351"/>
                </a:cubicBezTo>
                <a:cubicBezTo>
                  <a:pt x="283194" y="885156"/>
                  <a:pt x="275314" y="944026"/>
                  <a:pt x="258916" y="1059911"/>
                </a:cubicBezTo>
                <a:cubicBezTo>
                  <a:pt x="251963" y="1109452"/>
                  <a:pt x="244488" y="1150592"/>
                  <a:pt x="238810" y="1179621"/>
                </a:cubicBezTo>
                <a:lnTo>
                  <a:pt x="238810" y="1179563"/>
                </a:lnTo>
                <a:cubicBezTo>
                  <a:pt x="160819" y="1134194"/>
                  <a:pt x="113827" y="1080539"/>
                  <a:pt x="87174" y="1043687"/>
                </a:cubicBezTo>
                <a:cubicBezTo>
                  <a:pt x="58492" y="1004112"/>
                  <a:pt x="-35549" y="874146"/>
                  <a:pt x="14339" y="779410"/>
                </a:cubicBezTo>
                <a:cubicBezTo>
                  <a:pt x="31954" y="745919"/>
                  <a:pt x="67821" y="715789"/>
                  <a:pt x="108670" y="711733"/>
                </a:cubicBezTo>
                <a:close/>
                <a:moveTo>
                  <a:pt x="1049650" y="554422"/>
                </a:moveTo>
                <a:cubicBezTo>
                  <a:pt x="1060710" y="553541"/>
                  <a:pt x="1070665" y="553910"/>
                  <a:pt x="1080081" y="555634"/>
                </a:cubicBezTo>
                <a:cubicBezTo>
                  <a:pt x="1133562" y="565369"/>
                  <a:pt x="1202688" y="606276"/>
                  <a:pt x="1207207" y="664683"/>
                </a:cubicBezTo>
                <a:cubicBezTo>
                  <a:pt x="1209815" y="698174"/>
                  <a:pt x="1190636" y="731375"/>
                  <a:pt x="1166126" y="750438"/>
                </a:cubicBezTo>
                <a:cubicBezTo>
                  <a:pt x="1096884" y="804209"/>
                  <a:pt x="978681" y="746962"/>
                  <a:pt x="942641" y="729521"/>
                </a:cubicBezTo>
                <a:cubicBezTo>
                  <a:pt x="909149" y="713297"/>
                  <a:pt x="859203" y="683051"/>
                  <a:pt x="811458" y="626672"/>
                </a:cubicBezTo>
                <a:lnTo>
                  <a:pt x="811400" y="626614"/>
                </a:lnTo>
                <a:cubicBezTo>
                  <a:pt x="833998" y="617865"/>
                  <a:pt x="866098" y="605987"/>
                  <a:pt x="905036" y="593297"/>
                </a:cubicBezTo>
                <a:cubicBezTo>
                  <a:pt x="973351" y="570961"/>
                  <a:pt x="1016471" y="557065"/>
                  <a:pt x="1049650" y="554422"/>
                </a:cubicBezTo>
                <a:close/>
                <a:moveTo>
                  <a:pt x="338471" y="356659"/>
                </a:moveTo>
                <a:cubicBezTo>
                  <a:pt x="404062" y="356137"/>
                  <a:pt x="456269" y="429377"/>
                  <a:pt x="472203" y="488073"/>
                </a:cubicBezTo>
                <a:cubicBezTo>
                  <a:pt x="483386" y="529444"/>
                  <a:pt x="471392" y="582520"/>
                  <a:pt x="446824" y="686933"/>
                </a:cubicBezTo>
                <a:cubicBezTo>
                  <a:pt x="436336" y="731607"/>
                  <a:pt x="426138" y="768459"/>
                  <a:pt x="418548" y="794533"/>
                </a:cubicBezTo>
                <a:lnTo>
                  <a:pt x="418548" y="794475"/>
                </a:lnTo>
                <a:cubicBezTo>
                  <a:pt x="351102" y="746556"/>
                  <a:pt x="312628" y="693712"/>
                  <a:pt x="291363" y="657904"/>
                </a:cubicBezTo>
                <a:cubicBezTo>
                  <a:pt x="268476" y="619372"/>
                  <a:pt x="193382" y="492998"/>
                  <a:pt x="246747" y="410661"/>
                </a:cubicBezTo>
                <a:cubicBezTo>
                  <a:pt x="265637" y="381516"/>
                  <a:pt x="300866" y="356948"/>
                  <a:pt x="338471" y="356659"/>
                </a:cubicBezTo>
                <a:close/>
                <a:moveTo>
                  <a:pt x="1142901" y="347876"/>
                </a:moveTo>
                <a:cubicBezTo>
                  <a:pt x="1151344" y="347200"/>
                  <a:pt x="1158941" y="347475"/>
                  <a:pt x="1166126" y="348779"/>
                </a:cubicBezTo>
                <a:cubicBezTo>
                  <a:pt x="1206976" y="356195"/>
                  <a:pt x="1259762" y="387427"/>
                  <a:pt x="1263181" y="432043"/>
                </a:cubicBezTo>
                <a:cubicBezTo>
                  <a:pt x="1265151" y="457653"/>
                  <a:pt x="1250491" y="482974"/>
                  <a:pt x="1231776" y="497518"/>
                </a:cubicBezTo>
                <a:cubicBezTo>
                  <a:pt x="1178932" y="538600"/>
                  <a:pt x="1088657" y="494853"/>
                  <a:pt x="1061134" y="481526"/>
                </a:cubicBezTo>
                <a:cubicBezTo>
                  <a:pt x="1035524" y="469126"/>
                  <a:pt x="997397" y="446065"/>
                  <a:pt x="960951" y="403013"/>
                </a:cubicBezTo>
                <a:cubicBezTo>
                  <a:pt x="978218" y="396350"/>
                  <a:pt x="1002728" y="387253"/>
                  <a:pt x="1032453" y="377576"/>
                </a:cubicBezTo>
                <a:cubicBezTo>
                  <a:pt x="1084645" y="360498"/>
                  <a:pt x="1117574" y="349905"/>
                  <a:pt x="1142901" y="347876"/>
                </a:cubicBezTo>
                <a:close/>
                <a:moveTo>
                  <a:pt x="599561" y="142154"/>
                </a:moveTo>
                <a:cubicBezTo>
                  <a:pt x="653680" y="143661"/>
                  <a:pt x="694587" y="205602"/>
                  <a:pt x="706002" y="254506"/>
                </a:cubicBezTo>
                <a:cubicBezTo>
                  <a:pt x="714056" y="288924"/>
                  <a:pt x="702583" y="332381"/>
                  <a:pt x="679232" y="417789"/>
                </a:cubicBezTo>
                <a:cubicBezTo>
                  <a:pt x="669266" y="454293"/>
                  <a:pt x="659764" y="484423"/>
                  <a:pt x="652752" y="505688"/>
                </a:cubicBezTo>
                <a:cubicBezTo>
                  <a:pt x="598576" y="464201"/>
                  <a:pt x="568388" y="419469"/>
                  <a:pt x="551874" y="389281"/>
                </a:cubicBezTo>
                <a:cubicBezTo>
                  <a:pt x="534086" y="356833"/>
                  <a:pt x="475853" y="250334"/>
                  <a:pt x="522323" y="183989"/>
                </a:cubicBezTo>
                <a:cubicBezTo>
                  <a:pt x="538721" y="160522"/>
                  <a:pt x="568504" y="141285"/>
                  <a:pt x="599561" y="142154"/>
                </a:cubicBezTo>
                <a:close/>
                <a:moveTo>
                  <a:pt x="1331737" y="51401"/>
                </a:moveTo>
                <a:cubicBezTo>
                  <a:pt x="1349869" y="49761"/>
                  <a:pt x="1367853" y="52097"/>
                  <a:pt x="1384338" y="60687"/>
                </a:cubicBezTo>
                <a:cubicBezTo>
                  <a:pt x="1407631" y="72855"/>
                  <a:pt x="1428723" y="97654"/>
                  <a:pt x="1431620" y="125988"/>
                </a:cubicBezTo>
                <a:cubicBezTo>
                  <a:pt x="1436719" y="175413"/>
                  <a:pt x="1385265" y="220029"/>
                  <a:pt x="1342098" y="236253"/>
                </a:cubicBezTo>
                <a:cubicBezTo>
                  <a:pt x="1311678" y="247668"/>
                  <a:pt x="1270828" y="242395"/>
                  <a:pt x="1190288" y="231328"/>
                </a:cubicBezTo>
                <a:cubicBezTo>
                  <a:pt x="1155870" y="226635"/>
                  <a:pt x="1127304" y="221594"/>
                  <a:pt x="1107140" y="217712"/>
                </a:cubicBezTo>
                <a:lnTo>
                  <a:pt x="1107082" y="217712"/>
                </a:lnTo>
                <a:cubicBezTo>
                  <a:pt x="1138429" y="163419"/>
                  <a:pt x="1175512" y="130624"/>
                  <a:pt x="1201007" y="112024"/>
                </a:cubicBezTo>
                <a:cubicBezTo>
                  <a:pt x="1221606" y="97031"/>
                  <a:pt x="1277339" y="56322"/>
                  <a:pt x="1331737" y="51401"/>
                </a:cubicBezTo>
                <a:close/>
                <a:moveTo>
                  <a:pt x="865518" y="21"/>
                </a:moveTo>
                <a:cubicBezTo>
                  <a:pt x="910482" y="1238"/>
                  <a:pt x="944437" y="52691"/>
                  <a:pt x="953939" y="93309"/>
                </a:cubicBezTo>
                <a:cubicBezTo>
                  <a:pt x="960603" y="121875"/>
                  <a:pt x="951042" y="157973"/>
                  <a:pt x="931689" y="228895"/>
                </a:cubicBezTo>
                <a:cubicBezTo>
                  <a:pt x="923403" y="259199"/>
                  <a:pt x="915523" y="284231"/>
                  <a:pt x="909671" y="301903"/>
                </a:cubicBezTo>
                <a:cubicBezTo>
                  <a:pt x="864649" y="267485"/>
                  <a:pt x="839618" y="230344"/>
                  <a:pt x="825886" y="205255"/>
                </a:cubicBezTo>
                <a:cubicBezTo>
                  <a:pt x="811168" y="178311"/>
                  <a:pt x="762786" y="89890"/>
                  <a:pt x="801376" y="34787"/>
                </a:cubicBezTo>
                <a:cubicBezTo>
                  <a:pt x="814992" y="15260"/>
                  <a:pt x="839734" y="-674"/>
                  <a:pt x="865518" y="2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578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0" name="任意多边形: 形状 9"/>
          <p:cNvSpPr/>
          <p:nvPr userDrawn="1">
            <p:custDataLst>
              <p:tags r:id="rId6"/>
            </p:custDataLst>
          </p:nvPr>
        </p:nvSpPr>
        <p:spPr>
          <a:xfrm flipH="1">
            <a:off x="437359" y="4694336"/>
            <a:ext cx="1224680" cy="1320576"/>
          </a:xfrm>
          <a:custGeom>
            <a:avLst/>
            <a:gdLst>
              <a:gd name="connsiteX0" fmla="*/ 740335 w 1224680"/>
              <a:gd name="connsiteY0" fmla="*/ 0 h 1320576"/>
              <a:gd name="connsiteX1" fmla="*/ 791490 w 1224680"/>
              <a:gd name="connsiteY1" fmla="*/ 218747 h 1320576"/>
              <a:gd name="connsiteX2" fmla="*/ 795525 w 1224680"/>
              <a:gd name="connsiteY2" fmla="*/ 226777 h 1320576"/>
              <a:gd name="connsiteX3" fmla="*/ 813981 w 1224680"/>
              <a:gd name="connsiteY3" fmla="*/ 213056 h 1320576"/>
              <a:gd name="connsiteX4" fmla="*/ 1223753 w 1224680"/>
              <a:gd name="connsiteY4" fmla="*/ 19469 h 1320576"/>
              <a:gd name="connsiteX5" fmla="*/ 1224680 w 1224680"/>
              <a:gd name="connsiteY5" fmla="*/ 25321 h 1320576"/>
              <a:gd name="connsiteX6" fmla="*/ 822383 w 1224680"/>
              <a:gd name="connsiteY6" fmla="*/ 225108 h 1320576"/>
              <a:gd name="connsiteX7" fmla="*/ 806584 w 1224680"/>
              <a:gd name="connsiteY7" fmla="*/ 236489 h 1320576"/>
              <a:gd name="connsiteX8" fmla="*/ 779724 w 1224680"/>
              <a:gd name="connsiteY8" fmla="*/ 258952 h 1320576"/>
              <a:gd name="connsiteX9" fmla="*/ 781860 w 1224680"/>
              <a:gd name="connsiteY9" fmla="*/ 260337 h 1320576"/>
              <a:gd name="connsiteX10" fmla="*/ 1011682 w 1224680"/>
              <a:gd name="connsiteY10" fmla="*/ 321235 h 1320576"/>
              <a:gd name="connsiteX11" fmla="*/ 1011682 w 1224680"/>
              <a:gd name="connsiteY11" fmla="*/ 330042 h 1320576"/>
              <a:gd name="connsiteX12" fmla="*/ 820007 w 1224680"/>
              <a:gd name="connsiteY12" fmla="*/ 290120 h 1320576"/>
              <a:gd name="connsiteX13" fmla="*/ 784901 w 1224680"/>
              <a:gd name="connsiteY13" fmla="*/ 272390 h 1320576"/>
              <a:gd name="connsiteX14" fmla="*/ 772692 w 1224680"/>
              <a:gd name="connsiteY14" fmla="*/ 264833 h 1320576"/>
              <a:gd name="connsiteX15" fmla="*/ 762825 w 1224680"/>
              <a:gd name="connsiteY15" fmla="*/ 273085 h 1320576"/>
              <a:gd name="connsiteX16" fmla="*/ 605967 w 1224680"/>
              <a:gd name="connsiteY16" fmla="*/ 441872 h 1320576"/>
              <a:gd name="connsiteX17" fmla="*/ 587632 w 1224680"/>
              <a:gd name="connsiteY17" fmla="*/ 467359 h 1320576"/>
              <a:gd name="connsiteX18" fmla="*/ 593001 w 1224680"/>
              <a:gd name="connsiteY18" fmla="*/ 470096 h 1320576"/>
              <a:gd name="connsiteX19" fmla="*/ 953044 w 1224680"/>
              <a:gd name="connsiteY19" fmla="*/ 562162 h 1320576"/>
              <a:gd name="connsiteX20" fmla="*/ 953044 w 1224680"/>
              <a:gd name="connsiteY20" fmla="*/ 571433 h 1320576"/>
              <a:gd name="connsiteX21" fmla="*/ 619119 w 1224680"/>
              <a:gd name="connsiteY21" fmla="*/ 492514 h 1320576"/>
              <a:gd name="connsiteX22" fmla="*/ 619061 w 1224680"/>
              <a:gd name="connsiteY22" fmla="*/ 492514 h 1320576"/>
              <a:gd name="connsiteX23" fmla="*/ 590495 w 1224680"/>
              <a:gd name="connsiteY23" fmla="*/ 479181 h 1320576"/>
              <a:gd name="connsiteX24" fmla="*/ 582156 w 1224680"/>
              <a:gd name="connsiteY24" fmla="*/ 474971 h 1320576"/>
              <a:gd name="connsiteX25" fmla="*/ 450598 w 1224680"/>
              <a:gd name="connsiteY25" fmla="*/ 657849 h 1320576"/>
              <a:gd name="connsiteX26" fmla="*/ 402583 w 1224680"/>
              <a:gd name="connsiteY26" fmla="*/ 736987 h 1320576"/>
              <a:gd name="connsiteX27" fmla="*/ 425856 w 1224680"/>
              <a:gd name="connsiteY27" fmla="*/ 745677 h 1320576"/>
              <a:gd name="connsiteX28" fmla="*/ 786226 w 1224680"/>
              <a:gd name="connsiteY28" fmla="*/ 800539 h 1320576"/>
              <a:gd name="connsiteX29" fmla="*/ 787096 w 1224680"/>
              <a:gd name="connsiteY29" fmla="*/ 810273 h 1320576"/>
              <a:gd name="connsiteX30" fmla="*/ 422358 w 1224680"/>
              <a:gd name="connsiteY30" fmla="*/ 754751 h 1320576"/>
              <a:gd name="connsiteX31" fmla="*/ 397449 w 1224680"/>
              <a:gd name="connsiteY31" fmla="*/ 745448 h 1320576"/>
              <a:gd name="connsiteX32" fmla="*/ 345973 w 1224680"/>
              <a:gd name="connsiteY32" fmla="*/ 830289 h 1320576"/>
              <a:gd name="connsiteX33" fmla="*/ 211805 w 1224680"/>
              <a:gd name="connsiteY33" fmla="*/ 1084960 h 1320576"/>
              <a:gd name="connsiteX34" fmla="*/ 213463 w 1224680"/>
              <a:gd name="connsiteY34" fmla="*/ 1085423 h 1320576"/>
              <a:gd name="connsiteX35" fmla="*/ 661591 w 1224680"/>
              <a:gd name="connsiteY35" fmla="*/ 1109954 h 1320576"/>
              <a:gd name="connsiteX36" fmla="*/ 663735 w 1224680"/>
              <a:gd name="connsiteY36" fmla="*/ 1119920 h 1320576"/>
              <a:gd name="connsiteX37" fmla="*/ 210678 w 1224680"/>
              <a:gd name="connsiteY37" fmla="*/ 1095227 h 1320576"/>
              <a:gd name="connsiteX38" fmla="*/ 207255 w 1224680"/>
              <a:gd name="connsiteY38" fmla="*/ 1094278 h 1320576"/>
              <a:gd name="connsiteX39" fmla="*/ 153107 w 1224680"/>
              <a:gd name="connsiteY39" fmla="*/ 1208731 h 1320576"/>
              <a:gd name="connsiteX40" fmla="*/ 103313 w 1224680"/>
              <a:gd name="connsiteY40" fmla="*/ 1320576 h 1320576"/>
              <a:gd name="connsiteX41" fmla="*/ 89870 w 1224680"/>
              <a:gd name="connsiteY41" fmla="*/ 1314782 h 1320576"/>
              <a:gd name="connsiteX42" fmla="*/ 89870 w 1224680"/>
              <a:gd name="connsiteY42" fmla="*/ 1314724 h 1320576"/>
              <a:gd name="connsiteX43" fmla="*/ 139912 w 1224680"/>
              <a:gd name="connsiteY43" fmla="*/ 1202316 h 1320576"/>
              <a:gd name="connsiteX44" fmla="*/ 161430 w 1224680"/>
              <a:gd name="connsiteY44" fmla="*/ 1156843 h 1320576"/>
              <a:gd name="connsiteX45" fmla="*/ 158647 w 1224680"/>
              <a:gd name="connsiteY45" fmla="*/ 1158799 h 1320576"/>
              <a:gd name="connsiteX46" fmla="*/ 158705 w 1224680"/>
              <a:gd name="connsiteY46" fmla="*/ 1158741 h 1320576"/>
              <a:gd name="connsiteX47" fmla="*/ 0 w 1224680"/>
              <a:gd name="connsiteY47" fmla="*/ 756502 h 1320576"/>
              <a:gd name="connsiteX48" fmla="*/ 9677 w 1224680"/>
              <a:gd name="connsiteY48" fmla="*/ 755401 h 1320576"/>
              <a:gd name="connsiteX49" fmla="*/ 160512 w 1224680"/>
              <a:gd name="connsiteY49" fmla="*/ 1144011 h 1320576"/>
              <a:gd name="connsiteX50" fmla="*/ 164606 w 1224680"/>
              <a:gd name="connsiteY50" fmla="*/ 1150132 h 1320576"/>
              <a:gd name="connsiteX51" fmla="*/ 197517 w 1224680"/>
              <a:gd name="connsiteY51" fmla="*/ 1080585 h 1320576"/>
              <a:gd name="connsiteX52" fmla="*/ 333830 w 1224680"/>
              <a:gd name="connsiteY52" fmla="*/ 821990 h 1320576"/>
              <a:gd name="connsiteX53" fmla="*/ 346180 w 1224680"/>
              <a:gd name="connsiteY53" fmla="*/ 801651 h 1320576"/>
              <a:gd name="connsiteX54" fmla="*/ 340670 w 1224680"/>
              <a:gd name="connsiteY54" fmla="*/ 792793 h 1320576"/>
              <a:gd name="connsiteX55" fmla="*/ 210275 w 1224680"/>
              <a:gd name="connsiteY55" fmla="*/ 418695 h 1320576"/>
              <a:gd name="connsiteX56" fmla="*/ 220009 w 1224680"/>
              <a:gd name="connsiteY56" fmla="*/ 417884 h 1320576"/>
              <a:gd name="connsiteX57" fmla="*/ 348900 w 1224680"/>
              <a:gd name="connsiteY57" fmla="*/ 787518 h 1320576"/>
              <a:gd name="connsiteX58" fmla="*/ 351869 w 1224680"/>
              <a:gd name="connsiteY58" fmla="*/ 792282 h 1320576"/>
              <a:gd name="connsiteX59" fmla="*/ 439061 w 1224680"/>
              <a:gd name="connsiteY59" fmla="*/ 648689 h 1320576"/>
              <a:gd name="connsiteX60" fmla="*/ 562419 w 1224680"/>
              <a:gd name="connsiteY60" fmla="*/ 477370 h 1320576"/>
              <a:gd name="connsiteX61" fmla="*/ 560720 w 1224680"/>
              <a:gd name="connsiteY61" fmla="*/ 474407 h 1320576"/>
              <a:gd name="connsiteX62" fmla="*/ 458154 w 1224680"/>
              <a:gd name="connsiteY62" fmla="*/ 142366 h 1320576"/>
              <a:gd name="connsiteX63" fmla="*/ 466730 w 1224680"/>
              <a:gd name="connsiteY63" fmla="*/ 141960 h 1320576"/>
              <a:gd name="connsiteX64" fmla="*/ 556759 w 1224680"/>
              <a:gd name="connsiteY64" fmla="*/ 448822 h 1320576"/>
              <a:gd name="connsiteX65" fmla="*/ 567936 w 1224680"/>
              <a:gd name="connsiteY65" fmla="*/ 469708 h 1320576"/>
              <a:gd name="connsiteX66" fmla="*/ 595363 w 1224680"/>
              <a:gd name="connsiteY66" fmla="*/ 431617 h 1320576"/>
              <a:gd name="connsiteX67" fmla="*/ 749585 w 1224680"/>
              <a:gd name="connsiteY67" fmla="*/ 265429 h 1320576"/>
              <a:gd name="connsiteX68" fmla="*/ 788479 w 1224680"/>
              <a:gd name="connsiteY68" fmla="*/ 232613 h 1320576"/>
              <a:gd name="connsiteX69" fmla="*/ 783693 w 1224680"/>
              <a:gd name="connsiteY69" fmla="*/ 222828 h 1320576"/>
              <a:gd name="connsiteX70" fmla="*/ 731528 w 1224680"/>
              <a:gd name="connsiteY70" fmla="*/ 406 h 1320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1224680" h="1320576">
                <a:moveTo>
                  <a:pt x="740335" y="0"/>
                </a:moveTo>
                <a:cubicBezTo>
                  <a:pt x="745115" y="106470"/>
                  <a:pt x="776068" y="185497"/>
                  <a:pt x="791490" y="218747"/>
                </a:cubicBezTo>
                <a:lnTo>
                  <a:pt x="795525" y="226777"/>
                </a:lnTo>
                <a:lnTo>
                  <a:pt x="813981" y="213056"/>
                </a:lnTo>
                <a:cubicBezTo>
                  <a:pt x="825570" y="204133"/>
                  <a:pt x="998761" y="54988"/>
                  <a:pt x="1223753" y="19469"/>
                </a:cubicBezTo>
                <a:lnTo>
                  <a:pt x="1224680" y="25321"/>
                </a:lnTo>
                <a:cubicBezTo>
                  <a:pt x="1008495" y="65649"/>
                  <a:pt x="911383" y="156794"/>
                  <a:pt x="822383" y="225108"/>
                </a:cubicBezTo>
                <a:cubicBezTo>
                  <a:pt x="822180" y="225253"/>
                  <a:pt x="816712" y="228770"/>
                  <a:pt x="806584" y="236489"/>
                </a:cubicBezTo>
                <a:lnTo>
                  <a:pt x="779724" y="258952"/>
                </a:lnTo>
                <a:lnTo>
                  <a:pt x="781860" y="260337"/>
                </a:lnTo>
                <a:cubicBezTo>
                  <a:pt x="802120" y="272988"/>
                  <a:pt x="888380" y="321843"/>
                  <a:pt x="1011682" y="321235"/>
                </a:cubicBezTo>
                <a:lnTo>
                  <a:pt x="1011682" y="330042"/>
                </a:lnTo>
                <a:cubicBezTo>
                  <a:pt x="928476" y="330448"/>
                  <a:pt x="861726" y="308661"/>
                  <a:pt x="820007" y="290120"/>
                </a:cubicBezTo>
                <a:cubicBezTo>
                  <a:pt x="804826" y="283370"/>
                  <a:pt x="792991" y="277054"/>
                  <a:pt x="784901" y="272390"/>
                </a:cubicBezTo>
                <a:lnTo>
                  <a:pt x="772692" y="264833"/>
                </a:lnTo>
                <a:lnTo>
                  <a:pt x="762825" y="273085"/>
                </a:lnTo>
                <a:cubicBezTo>
                  <a:pt x="725141" y="306996"/>
                  <a:pt x="671240" y="361042"/>
                  <a:pt x="605967" y="441872"/>
                </a:cubicBezTo>
                <a:lnTo>
                  <a:pt x="587632" y="467359"/>
                </a:lnTo>
                <a:lnTo>
                  <a:pt x="593001" y="470096"/>
                </a:lnTo>
                <a:cubicBezTo>
                  <a:pt x="631517" y="489198"/>
                  <a:pt x="790905" y="562923"/>
                  <a:pt x="953044" y="562162"/>
                </a:cubicBezTo>
                <a:lnTo>
                  <a:pt x="953044" y="571433"/>
                </a:lnTo>
                <a:cubicBezTo>
                  <a:pt x="817110" y="572070"/>
                  <a:pt x="683262" y="521080"/>
                  <a:pt x="619119" y="492514"/>
                </a:cubicBezTo>
                <a:lnTo>
                  <a:pt x="619061" y="492514"/>
                </a:lnTo>
                <a:cubicBezTo>
                  <a:pt x="606864" y="487097"/>
                  <a:pt x="597188" y="482476"/>
                  <a:pt x="590495" y="479181"/>
                </a:cubicBezTo>
                <a:lnTo>
                  <a:pt x="582156" y="474971"/>
                </a:lnTo>
                <a:lnTo>
                  <a:pt x="450598" y="657849"/>
                </a:lnTo>
                <a:lnTo>
                  <a:pt x="402583" y="736987"/>
                </a:lnTo>
                <a:lnTo>
                  <a:pt x="425856" y="745677"/>
                </a:lnTo>
                <a:cubicBezTo>
                  <a:pt x="491859" y="769130"/>
                  <a:pt x="640428" y="813663"/>
                  <a:pt x="786226" y="800539"/>
                </a:cubicBezTo>
                <a:lnTo>
                  <a:pt x="787096" y="810273"/>
                </a:lnTo>
                <a:cubicBezTo>
                  <a:pt x="639385" y="823528"/>
                  <a:pt x="489099" y="778473"/>
                  <a:pt x="422358" y="754751"/>
                </a:cubicBezTo>
                <a:lnTo>
                  <a:pt x="397449" y="745448"/>
                </a:lnTo>
                <a:lnTo>
                  <a:pt x="345973" y="830289"/>
                </a:lnTo>
                <a:lnTo>
                  <a:pt x="211805" y="1084960"/>
                </a:lnTo>
                <a:lnTo>
                  <a:pt x="213463" y="1085423"/>
                </a:lnTo>
                <a:cubicBezTo>
                  <a:pt x="264972" y="1099212"/>
                  <a:pt x="476080" y="1149855"/>
                  <a:pt x="661591" y="1109954"/>
                </a:cubicBezTo>
                <a:lnTo>
                  <a:pt x="663735" y="1119920"/>
                </a:lnTo>
                <a:cubicBezTo>
                  <a:pt x="475993" y="1160277"/>
                  <a:pt x="262698" y="1109115"/>
                  <a:pt x="210678" y="1095227"/>
                </a:cubicBezTo>
                <a:lnTo>
                  <a:pt x="207255" y="1094278"/>
                </a:lnTo>
                <a:lnTo>
                  <a:pt x="153107" y="1208731"/>
                </a:lnTo>
                <a:cubicBezTo>
                  <a:pt x="135235" y="1247737"/>
                  <a:pt x="118615" y="1285197"/>
                  <a:pt x="103313" y="1320576"/>
                </a:cubicBezTo>
                <a:lnTo>
                  <a:pt x="89870" y="1314782"/>
                </a:lnTo>
                <a:lnTo>
                  <a:pt x="89870" y="1314724"/>
                </a:lnTo>
                <a:cubicBezTo>
                  <a:pt x="105246" y="1279166"/>
                  <a:pt x="121948" y="1241518"/>
                  <a:pt x="139912" y="1202316"/>
                </a:cubicBezTo>
                <a:lnTo>
                  <a:pt x="161430" y="1156843"/>
                </a:lnTo>
                <a:lnTo>
                  <a:pt x="158647" y="1158799"/>
                </a:lnTo>
                <a:lnTo>
                  <a:pt x="158705" y="1158741"/>
                </a:lnTo>
                <a:cubicBezTo>
                  <a:pt x="157373" y="1156829"/>
                  <a:pt x="24162" y="965502"/>
                  <a:pt x="0" y="756502"/>
                </a:cubicBezTo>
                <a:lnTo>
                  <a:pt x="9677" y="755401"/>
                </a:lnTo>
                <a:cubicBezTo>
                  <a:pt x="30565" y="936146"/>
                  <a:pt x="134101" y="1103672"/>
                  <a:pt x="160512" y="1144011"/>
                </a:cubicBezTo>
                <a:lnTo>
                  <a:pt x="164606" y="1150132"/>
                </a:lnTo>
                <a:lnTo>
                  <a:pt x="197517" y="1080585"/>
                </a:lnTo>
                <a:cubicBezTo>
                  <a:pt x="238354" y="997036"/>
                  <a:pt x="283968" y="909411"/>
                  <a:pt x="333830" y="821990"/>
                </a:cubicBezTo>
                <a:lnTo>
                  <a:pt x="346180" y="801651"/>
                </a:lnTo>
                <a:lnTo>
                  <a:pt x="340670" y="792793"/>
                </a:lnTo>
                <a:cubicBezTo>
                  <a:pt x="316891" y="753632"/>
                  <a:pt x="224167" y="591177"/>
                  <a:pt x="210275" y="418695"/>
                </a:cubicBezTo>
                <a:lnTo>
                  <a:pt x="220009" y="417884"/>
                </a:lnTo>
                <a:cubicBezTo>
                  <a:pt x="233749" y="588236"/>
                  <a:pt x="325389" y="748829"/>
                  <a:pt x="348900" y="787518"/>
                </a:cubicBezTo>
                <a:lnTo>
                  <a:pt x="351869" y="792282"/>
                </a:lnTo>
                <a:lnTo>
                  <a:pt x="439061" y="648689"/>
                </a:lnTo>
                <a:lnTo>
                  <a:pt x="562419" y="477370"/>
                </a:lnTo>
                <a:lnTo>
                  <a:pt x="560720" y="474407"/>
                </a:lnTo>
                <a:cubicBezTo>
                  <a:pt x="541112" y="439354"/>
                  <a:pt x="464897" y="294010"/>
                  <a:pt x="458154" y="142366"/>
                </a:cubicBezTo>
                <a:lnTo>
                  <a:pt x="466730" y="141960"/>
                </a:lnTo>
                <a:cubicBezTo>
                  <a:pt x="472466" y="270289"/>
                  <a:pt x="528623" y="394185"/>
                  <a:pt x="556759" y="448822"/>
                </a:cubicBezTo>
                <a:lnTo>
                  <a:pt x="567936" y="469708"/>
                </a:lnTo>
                <a:lnTo>
                  <a:pt x="595363" y="431617"/>
                </a:lnTo>
                <a:cubicBezTo>
                  <a:pt x="659187" y="352699"/>
                  <a:pt x="711872" y="299580"/>
                  <a:pt x="749585" y="265429"/>
                </a:cubicBezTo>
                <a:lnTo>
                  <a:pt x="788479" y="232613"/>
                </a:lnTo>
                <a:lnTo>
                  <a:pt x="783693" y="222828"/>
                </a:lnTo>
                <a:cubicBezTo>
                  <a:pt x="767967" y="188956"/>
                  <a:pt x="736352" y="108484"/>
                  <a:pt x="731528" y="406"/>
                </a:cubicBezTo>
                <a:close/>
              </a:path>
            </a:pathLst>
          </a:custGeom>
          <a:solidFill>
            <a:schemeClr val="accent2"/>
          </a:solidFill>
          <a:ln w="578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1" name="任意多边形: 形状 10"/>
          <p:cNvSpPr/>
          <p:nvPr userDrawn="1">
            <p:custDataLst>
              <p:tags r:id="rId7"/>
            </p:custDataLst>
          </p:nvPr>
        </p:nvSpPr>
        <p:spPr>
          <a:xfrm flipH="1">
            <a:off x="1100211" y="5098697"/>
            <a:ext cx="1423254" cy="953645"/>
          </a:xfrm>
          <a:custGeom>
            <a:avLst/>
            <a:gdLst>
              <a:gd name="connsiteX0" fmla="*/ 1387374 w 1423254"/>
              <a:gd name="connsiteY0" fmla="*/ 784047 h 953645"/>
              <a:gd name="connsiteX1" fmla="*/ 1417157 w 1423254"/>
              <a:gd name="connsiteY1" fmla="*/ 914592 h 953645"/>
              <a:gd name="connsiteX2" fmla="*/ 1397225 w 1423254"/>
              <a:gd name="connsiteY2" fmla="*/ 953645 h 953645"/>
              <a:gd name="connsiteX3" fmla="*/ 151281 w 1423254"/>
              <a:gd name="connsiteY3" fmla="*/ 953645 h 953645"/>
              <a:gd name="connsiteX4" fmla="*/ 126713 w 1423254"/>
              <a:gd name="connsiteY4" fmla="*/ 936900 h 953645"/>
              <a:gd name="connsiteX5" fmla="*/ 28616 w 1423254"/>
              <a:gd name="connsiteY5" fmla="*/ 837702 h 953645"/>
              <a:gd name="connsiteX6" fmla="*/ 10016 w 1423254"/>
              <a:gd name="connsiteY6" fmla="*/ 712487 h 953645"/>
              <a:gd name="connsiteX7" fmla="*/ 111126 w 1423254"/>
              <a:gd name="connsiteY7" fmla="*/ 663931 h 953645"/>
              <a:gd name="connsiteX8" fmla="*/ 208528 w 1423254"/>
              <a:gd name="connsiteY8" fmla="*/ 701594 h 953645"/>
              <a:gd name="connsiteX9" fmla="*/ 116978 w 1423254"/>
              <a:gd name="connsiteY9" fmla="*/ 526607 h 953645"/>
              <a:gd name="connsiteX10" fmla="*/ 88413 w 1423254"/>
              <a:gd name="connsiteY10" fmla="*/ 424337 h 953645"/>
              <a:gd name="connsiteX11" fmla="*/ 85863 w 1423254"/>
              <a:gd name="connsiteY11" fmla="*/ 342348 h 953645"/>
              <a:gd name="connsiteX12" fmla="*/ 122889 w 1423254"/>
              <a:gd name="connsiteY12" fmla="*/ 278611 h 953645"/>
              <a:gd name="connsiteX13" fmla="*/ 211251 w 1423254"/>
              <a:gd name="connsiteY13" fmla="*/ 274439 h 953645"/>
              <a:gd name="connsiteX14" fmla="*/ 294457 w 1423254"/>
              <a:gd name="connsiteY14" fmla="*/ 330586 h 953645"/>
              <a:gd name="connsiteX15" fmla="*/ 367871 w 1423254"/>
              <a:gd name="connsiteY15" fmla="*/ 404347 h 953645"/>
              <a:gd name="connsiteX16" fmla="*/ 453105 w 1423254"/>
              <a:gd name="connsiteY16" fmla="*/ 528403 h 953645"/>
              <a:gd name="connsiteX17" fmla="*/ 481439 w 1423254"/>
              <a:gd name="connsiteY17" fmla="*/ 151311 h 953645"/>
              <a:gd name="connsiteX18" fmla="*/ 529879 w 1423254"/>
              <a:gd name="connsiteY18" fmla="*/ 51359 h 953645"/>
              <a:gd name="connsiteX19" fmla="*/ 612737 w 1423254"/>
              <a:gd name="connsiteY19" fmla="*/ 312 h 953645"/>
              <a:gd name="connsiteX20" fmla="*/ 709675 w 1423254"/>
              <a:gd name="connsiteY20" fmla="*/ 45971 h 953645"/>
              <a:gd name="connsiteX21" fmla="*/ 759622 w 1423254"/>
              <a:gd name="connsiteY21" fmla="*/ 159307 h 953645"/>
              <a:gd name="connsiteX22" fmla="*/ 790216 w 1423254"/>
              <a:gd name="connsiteY22" fmla="*/ 299586 h 953645"/>
              <a:gd name="connsiteX23" fmla="*/ 821273 w 1423254"/>
              <a:gd name="connsiteY23" fmla="*/ 548451 h 953645"/>
              <a:gd name="connsiteX24" fmla="*/ 928004 w 1423254"/>
              <a:gd name="connsiteY24" fmla="*/ 372189 h 953645"/>
              <a:gd name="connsiteX25" fmla="*/ 1010804 w 1423254"/>
              <a:gd name="connsiteY25" fmla="*/ 300861 h 953645"/>
              <a:gd name="connsiteX26" fmla="*/ 1116897 w 1423254"/>
              <a:gd name="connsiteY26" fmla="*/ 251030 h 953645"/>
              <a:gd name="connsiteX27" fmla="*/ 1221020 w 1423254"/>
              <a:gd name="connsiteY27" fmla="*/ 266733 h 953645"/>
              <a:gd name="connsiteX28" fmla="*/ 1270156 w 1423254"/>
              <a:gd name="connsiteY28" fmla="*/ 353473 h 953645"/>
              <a:gd name="connsiteX29" fmla="*/ 1249644 w 1423254"/>
              <a:gd name="connsiteY29" fmla="*/ 461826 h 953645"/>
              <a:gd name="connsiteX30" fmla="*/ 1201088 w 1423254"/>
              <a:gd name="connsiteY30" fmla="*/ 567804 h 953645"/>
              <a:gd name="connsiteX31" fmla="*/ 1073498 w 1423254"/>
              <a:gd name="connsiteY31" fmla="*/ 734853 h 953645"/>
              <a:gd name="connsiteX32" fmla="*/ 1258162 w 1423254"/>
              <a:gd name="connsiteY32" fmla="*/ 715095 h 953645"/>
              <a:gd name="connsiteX33" fmla="*/ 1387374 w 1423254"/>
              <a:gd name="connsiteY33" fmla="*/ 783931 h 953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423254" h="953645">
                <a:moveTo>
                  <a:pt x="1387374" y="784047"/>
                </a:moveTo>
                <a:cubicBezTo>
                  <a:pt x="1417968" y="820319"/>
                  <a:pt x="1432338" y="868469"/>
                  <a:pt x="1417157" y="914592"/>
                </a:cubicBezTo>
                <a:cubicBezTo>
                  <a:pt x="1412522" y="928672"/>
                  <a:pt x="1405742" y="941709"/>
                  <a:pt x="1397225" y="953645"/>
                </a:cubicBezTo>
                <a:lnTo>
                  <a:pt x="151281" y="953645"/>
                </a:lnTo>
                <a:cubicBezTo>
                  <a:pt x="142879" y="948315"/>
                  <a:pt x="134651" y="942810"/>
                  <a:pt x="126713" y="936900"/>
                </a:cubicBezTo>
                <a:cubicBezTo>
                  <a:pt x="89398" y="909667"/>
                  <a:pt x="53937" y="876524"/>
                  <a:pt x="28616" y="837702"/>
                </a:cubicBezTo>
                <a:cubicBezTo>
                  <a:pt x="5091" y="801545"/>
                  <a:pt x="-11597" y="753337"/>
                  <a:pt x="10016" y="712487"/>
                </a:cubicBezTo>
                <a:cubicBezTo>
                  <a:pt x="29079" y="676621"/>
                  <a:pt x="72363" y="661382"/>
                  <a:pt x="111126" y="663931"/>
                </a:cubicBezTo>
                <a:cubicBezTo>
                  <a:pt x="146703" y="666249"/>
                  <a:pt x="178746" y="682357"/>
                  <a:pt x="208528" y="701594"/>
                </a:cubicBezTo>
                <a:cubicBezTo>
                  <a:pt x="170402" y="647649"/>
                  <a:pt x="139460" y="588895"/>
                  <a:pt x="116978" y="526607"/>
                </a:cubicBezTo>
                <a:cubicBezTo>
                  <a:pt x="105042" y="493347"/>
                  <a:pt x="95192" y="459103"/>
                  <a:pt x="88413" y="424337"/>
                </a:cubicBezTo>
                <a:cubicBezTo>
                  <a:pt x="83082" y="397510"/>
                  <a:pt x="81170" y="369466"/>
                  <a:pt x="85863" y="342348"/>
                </a:cubicBezTo>
                <a:cubicBezTo>
                  <a:pt x="90209" y="317317"/>
                  <a:pt x="101624" y="293387"/>
                  <a:pt x="122889" y="278611"/>
                </a:cubicBezTo>
                <a:cubicBezTo>
                  <a:pt x="149311" y="260301"/>
                  <a:pt x="182686" y="262735"/>
                  <a:pt x="211251" y="274439"/>
                </a:cubicBezTo>
                <a:cubicBezTo>
                  <a:pt x="242483" y="287187"/>
                  <a:pt x="269194" y="308741"/>
                  <a:pt x="294457" y="330586"/>
                </a:cubicBezTo>
                <a:cubicBezTo>
                  <a:pt x="320763" y="353242"/>
                  <a:pt x="345273" y="377983"/>
                  <a:pt x="367871" y="404347"/>
                </a:cubicBezTo>
                <a:cubicBezTo>
                  <a:pt x="400666" y="442532"/>
                  <a:pt x="429232" y="484192"/>
                  <a:pt x="453105" y="528403"/>
                </a:cubicBezTo>
                <a:cubicBezTo>
                  <a:pt x="439082" y="447573"/>
                  <a:pt x="455017" y="268993"/>
                  <a:pt x="481439" y="151311"/>
                </a:cubicBezTo>
                <a:cubicBezTo>
                  <a:pt x="489609" y="115096"/>
                  <a:pt x="507223" y="81026"/>
                  <a:pt x="529879" y="51359"/>
                </a:cubicBezTo>
                <a:cubicBezTo>
                  <a:pt x="550333" y="24590"/>
                  <a:pt x="578261" y="3209"/>
                  <a:pt x="612737" y="312"/>
                </a:cubicBezTo>
                <a:cubicBezTo>
                  <a:pt x="650168" y="-2817"/>
                  <a:pt x="686093" y="17984"/>
                  <a:pt x="709675" y="45971"/>
                </a:cubicBezTo>
                <a:cubicBezTo>
                  <a:pt x="736735" y="78071"/>
                  <a:pt x="749424" y="119268"/>
                  <a:pt x="759622" y="159307"/>
                </a:cubicBezTo>
                <a:cubicBezTo>
                  <a:pt x="771442" y="205719"/>
                  <a:pt x="781524" y="252479"/>
                  <a:pt x="790216" y="299586"/>
                </a:cubicBezTo>
                <a:cubicBezTo>
                  <a:pt x="805339" y="381865"/>
                  <a:pt x="815711" y="465071"/>
                  <a:pt x="821273" y="548451"/>
                </a:cubicBezTo>
                <a:cubicBezTo>
                  <a:pt x="844218" y="483207"/>
                  <a:pt x="880780" y="422889"/>
                  <a:pt x="928004" y="372189"/>
                </a:cubicBezTo>
                <a:cubicBezTo>
                  <a:pt x="952861" y="345477"/>
                  <a:pt x="980674" y="321489"/>
                  <a:pt x="1010804" y="300861"/>
                </a:cubicBezTo>
                <a:cubicBezTo>
                  <a:pt x="1042904" y="278843"/>
                  <a:pt x="1078423" y="258969"/>
                  <a:pt x="1116897" y="251030"/>
                </a:cubicBezTo>
                <a:cubicBezTo>
                  <a:pt x="1152069" y="243730"/>
                  <a:pt x="1190137" y="247264"/>
                  <a:pt x="1221020" y="266733"/>
                </a:cubicBezTo>
                <a:cubicBezTo>
                  <a:pt x="1251440" y="285854"/>
                  <a:pt x="1267607" y="318186"/>
                  <a:pt x="1270156" y="353473"/>
                </a:cubicBezTo>
                <a:cubicBezTo>
                  <a:pt x="1272763" y="390499"/>
                  <a:pt x="1262218" y="427408"/>
                  <a:pt x="1249644" y="461826"/>
                </a:cubicBezTo>
                <a:cubicBezTo>
                  <a:pt x="1236259" y="498388"/>
                  <a:pt x="1220036" y="533850"/>
                  <a:pt x="1201088" y="567804"/>
                </a:cubicBezTo>
                <a:cubicBezTo>
                  <a:pt x="1166844" y="629223"/>
                  <a:pt x="1123677" y="685602"/>
                  <a:pt x="1073498" y="734853"/>
                </a:cubicBezTo>
                <a:cubicBezTo>
                  <a:pt x="1133817" y="719440"/>
                  <a:pt x="1195931" y="706519"/>
                  <a:pt x="1258162" y="715095"/>
                </a:cubicBezTo>
                <a:cubicBezTo>
                  <a:pt x="1307703" y="721990"/>
                  <a:pt x="1354810" y="745399"/>
                  <a:pt x="1387374" y="783931"/>
                </a:cubicBezTo>
              </a:path>
            </a:pathLst>
          </a:custGeom>
          <a:solidFill>
            <a:schemeClr val="accent4"/>
          </a:solidFill>
          <a:ln w="578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2" name="任意多边形: 形状 11"/>
          <p:cNvSpPr/>
          <p:nvPr userDrawn="1">
            <p:custDataLst>
              <p:tags r:id="rId8"/>
            </p:custDataLst>
          </p:nvPr>
        </p:nvSpPr>
        <p:spPr>
          <a:xfrm flipH="1">
            <a:off x="1885524" y="5203132"/>
            <a:ext cx="459312" cy="831885"/>
          </a:xfrm>
          <a:custGeom>
            <a:avLst/>
            <a:gdLst>
              <a:gd name="connsiteX0" fmla="*/ 0 w 459312"/>
              <a:gd name="connsiteY0" fmla="*/ 274591 h 831885"/>
              <a:gd name="connsiteX1" fmla="*/ 459313 w 459312"/>
              <a:gd name="connsiteY1" fmla="*/ 831886 h 831885"/>
              <a:gd name="connsiteX2" fmla="*/ 450969 w 459312"/>
              <a:gd name="connsiteY2" fmla="*/ 0 h 831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9312" h="831885">
                <a:moveTo>
                  <a:pt x="0" y="274591"/>
                </a:moveTo>
                <a:lnTo>
                  <a:pt x="459313" y="831886"/>
                </a:lnTo>
                <a:lnTo>
                  <a:pt x="450969" y="0"/>
                </a:lnTo>
              </a:path>
            </a:pathLst>
          </a:custGeom>
          <a:noFill/>
          <a:ln w="578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3" name="任意多边形: 形状 12"/>
          <p:cNvSpPr/>
          <p:nvPr userDrawn="1">
            <p:custDataLst>
              <p:tags r:id="rId9"/>
            </p:custDataLst>
          </p:nvPr>
        </p:nvSpPr>
        <p:spPr>
          <a:xfrm flipH="1">
            <a:off x="1208462" y="5441973"/>
            <a:ext cx="618481" cy="606429"/>
          </a:xfrm>
          <a:custGeom>
            <a:avLst/>
            <a:gdLst>
              <a:gd name="connsiteX0" fmla="*/ 618481 w 618481"/>
              <a:gd name="connsiteY0" fmla="*/ 504624 h 606429"/>
              <a:gd name="connsiteX1" fmla="*/ 0 w 618481"/>
              <a:gd name="connsiteY1" fmla="*/ 606430 h 606429"/>
              <a:gd name="connsiteX2" fmla="*/ 448825 w 618481"/>
              <a:gd name="connsiteY2" fmla="*/ 0 h 60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8481" h="606429">
                <a:moveTo>
                  <a:pt x="618481" y="504624"/>
                </a:moveTo>
                <a:lnTo>
                  <a:pt x="0" y="606430"/>
                </a:lnTo>
                <a:lnTo>
                  <a:pt x="448825" y="0"/>
                </a:lnTo>
              </a:path>
            </a:pathLst>
          </a:custGeom>
          <a:noFill/>
          <a:ln w="578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" name="任意多边形: 形状 13"/>
          <p:cNvSpPr/>
          <p:nvPr userDrawn="1">
            <p:custDataLst>
              <p:tags r:id="rId10"/>
            </p:custDataLst>
          </p:nvPr>
        </p:nvSpPr>
        <p:spPr>
          <a:xfrm flipH="1">
            <a:off x="1715693" y="5587743"/>
            <a:ext cx="1511495" cy="464715"/>
          </a:xfrm>
          <a:custGeom>
            <a:avLst/>
            <a:gdLst>
              <a:gd name="connsiteX0" fmla="*/ 0 w 1511495"/>
              <a:gd name="connsiteY0" fmla="*/ 464715 h 464715"/>
              <a:gd name="connsiteX1" fmla="*/ 263118 w 1511495"/>
              <a:gd name="connsiteY1" fmla="*/ 98459 h 464715"/>
              <a:gd name="connsiteX2" fmla="*/ 737728 w 1511495"/>
              <a:gd name="connsiteY2" fmla="*/ 129400 h 464715"/>
              <a:gd name="connsiteX3" fmla="*/ 1511496 w 1511495"/>
              <a:gd name="connsiteY3" fmla="*/ 464715 h 464715"/>
              <a:gd name="connsiteX4" fmla="*/ 0 w 1511495"/>
              <a:gd name="connsiteY4" fmla="*/ 464715 h 464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1495" h="464715">
                <a:moveTo>
                  <a:pt x="0" y="464715"/>
                </a:moveTo>
                <a:cubicBezTo>
                  <a:pt x="0" y="464715"/>
                  <a:pt x="36098" y="88145"/>
                  <a:pt x="263118" y="98459"/>
                </a:cubicBezTo>
                <a:cubicBezTo>
                  <a:pt x="490080" y="108772"/>
                  <a:pt x="433354" y="361577"/>
                  <a:pt x="737728" y="129400"/>
                </a:cubicBezTo>
                <a:cubicBezTo>
                  <a:pt x="1042101" y="-102719"/>
                  <a:pt x="1470241" y="-40836"/>
                  <a:pt x="1511496" y="464715"/>
                </a:cubicBezTo>
                <a:lnTo>
                  <a:pt x="0" y="464715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578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5" name="任意多边形: 形状 14"/>
          <p:cNvSpPr/>
          <p:nvPr userDrawn="1">
            <p:custDataLst>
              <p:tags r:id="rId11"/>
            </p:custDataLst>
          </p:nvPr>
        </p:nvSpPr>
        <p:spPr>
          <a:xfrm flipH="1">
            <a:off x="1894126" y="5668072"/>
            <a:ext cx="313580" cy="381485"/>
          </a:xfrm>
          <a:custGeom>
            <a:avLst/>
            <a:gdLst>
              <a:gd name="connsiteX0" fmla="*/ 1004066 w 1004065"/>
              <a:gd name="connsiteY0" fmla="*/ 0 h 1221493"/>
              <a:gd name="connsiteX1" fmla="*/ 279375 w 1004065"/>
              <a:gd name="connsiteY1" fmla="*/ 542867 h 1221493"/>
              <a:gd name="connsiteX2" fmla="*/ 102766 w 1004065"/>
              <a:gd name="connsiteY2" fmla="*/ 754300 h 1221493"/>
              <a:gd name="connsiteX3" fmla="*/ 2061 w 1004065"/>
              <a:gd name="connsiteY3" fmla="*/ 1221493 h 122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4065" h="1221493">
                <a:moveTo>
                  <a:pt x="1004066" y="0"/>
                </a:moveTo>
                <a:cubicBezTo>
                  <a:pt x="739789" y="147696"/>
                  <a:pt x="495328" y="330796"/>
                  <a:pt x="279375" y="542867"/>
                </a:cubicBezTo>
                <a:cubicBezTo>
                  <a:pt x="213668" y="607357"/>
                  <a:pt x="150047" y="675266"/>
                  <a:pt x="102766" y="754300"/>
                </a:cubicBezTo>
                <a:cubicBezTo>
                  <a:pt x="19734" y="893073"/>
                  <a:pt x="-8311" y="1060065"/>
                  <a:pt x="2061" y="1221493"/>
                </a:cubicBezTo>
              </a:path>
            </a:pathLst>
          </a:custGeom>
          <a:noFill/>
          <a:ln w="5784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6" name="任意多边形: 形状 15"/>
          <p:cNvSpPr/>
          <p:nvPr userDrawn="1">
            <p:custDataLst>
              <p:tags r:id="rId12"/>
            </p:custDataLst>
          </p:nvPr>
        </p:nvSpPr>
        <p:spPr>
          <a:xfrm flipH="1">
            <a:off x="2089435" y="5591456"/>
            <a:ext cx="255401" cy="457287"/>
          </a:xfrm>
          <a:custGeom>
            <a:avLst/>
            <a:gdLst>
              <a:gd name="connsiteX0" fmla="*/ 725618 w 725617"/>
              <a:gd name="connsiteY0" fmla="*/ 0 h 1299194"/>
              <a:gd name="connsiteX1" fmla="*/ 179854 w 725617"/>
              <a:gd name="connsiteY1" fmla="*/ 540201 h 1299194"/>
              <a:gd name="connsiteX2" fmla="*/ 0 w 725617"/>
              <a:gd name="connsiteY2" fmla="*/ 1299195 h 129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5617" h="1299194">
                <a:moveTo>
                  <a:pt x="725618" y="0"/>
                </a:moveTo>
                <a:cubicBezTo>
                  <a:pt x="483591" y="99488"/>
                  <a:pt x="295103" y="305301"/>
                  <a:pt x="179854" y="540201"/>
                </a:cubicBezTo>
                <a:cubicBezTo>
                  <a:pt x="64548" y="775102"/>
                  <a:pt x="16977" y="1038046"/>
                  <a:pt x="0" y="1299195"/>
                </a:cubicBezTo>
              </a:path>
            </a:pathLst>
          </a:custGeom>
          <a:noFill/>
          <a:ln w="5784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7" name="任意多边形: 形状 16"/>
          <p:cNvSpPr/>
          <p:nvPr userDrawn="1">
            <p:custDataLst>
              <p:tags r:id="rId13"/>
            </p:custDataLst>
          </p:nvPr>
        </p:nvSpPr>
        <p:spPr>
          <a:xfrm flipH="1">
            <a:off x="2520583" y="5757287"/>
            <a:ext cx="45719" cy="295049"/>
          </a:xfrm>
          <a:custGeom>
            <a:avLst/>
            <a:gdLst>
              <a:gd name="connsiteX0" fmla="*/ 142230 w 142229"/>
              <a:gd name="connsiteY0" fmla="*/ 0 h 1045868"/>
              <a:gd name="connsiteX1" fmla="*/ 105436 w 142229"/>
              <a:gd name="connsiteY1" fmla="*/ 1045869 h 1045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2229" h="1045868">
                <a:moveTo>
                  <a:pt x="142230" y="0"/>
                </a:moveTo>
                <a:cubicBezTo>
                  <a:pt x="-33221" y="316716"/>
                  <a:pt x="-47359" y="717622"/>
                  <a:pt x="105436" y="1045869"/>
                </a:cubicBezTo>
              </a:path>
            </a:pathLst>
          </a:custGeom>
          <a:noFill/>
          <a:ln w="5784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8" name="任意多边形: 形状 17"/>
          <p:cNvSpPr/>
          <p:nvPr userDrawn="1">
            <p:custDataLst>
              <p:tags r:id="rId14"/>
            </p:custDataLst>
          </p:nvPr>
        </p:nvSpPr>
        <p:spPr>
          <a:xfrm flipH="1">
            <a:off x="3009543" y="5776477"/>
            <a:ext cx="131359" cy="276998"/>
          </a:xfrm>
          <a:custGeom>
            <a:avLst/>
            <a:gdLst>
              <a:gd name="connsiteX0" fmla="*/ 73252 w 655403"/>
              <a:gd name="connsiteY0" fmla="*/ 0 h 1382052"/>
              <a:gd name="connsiteX1" fmla="*/ 6039 w 655403"/>
              <a:gd name="connsiteY1" fmla="*/ 343891 h 1382052"/>
              <a:gd name="connsiteX2" fmla="*/ 14614 w 655403"/>
              <a:gd name="connsiteY2" fmla="*/ 592350 h 1382052"/>
              <a:gd name="connsiteX3" fmla="*/ 184618 w 655403"/>
              <a:gd name="connsiteY3" fmla="*/ 903735 h 1382052"/>
              <a:gd name="connsiteX4" fmla="*/ 655404 w 655403"/>
              <a:gd name="connsiteY4" fmla="*/ 1382053 h 1382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403" h="1382052">
                <a:moveTo>
                  <a:pt x="73252" y="0"/>
                </a:moveTo>
                <a:cubicBezTo>
                  <a:pt x="39993" y="112119"/>
                  <a:pt x="17453" y="227484"/>
                  <a:pt x="6039" y="343891"/>
                </a:cubicBezTo>
                <a:cubicBezTo>
                  <a:pt x="-2073" y="426749"/>
                  <a:pt x="-4449" y="511288"/>
                  <a:pt x="14614" y="592350"/>
                </a:cubicBezTo>
                <a:cubicBezTo>
                  <a:pt x="41905" y="708409"/>
                  <a:pt x="111147" y="809867"/>
                  <a:pt x="184618" y="903735"/>
                </a:cubicBezTo>
                <a:cubicBezTo>
                  <a:pt x="322812" y="1080287"/>
                  <a:pt x="481112" y="1241078"/>
                  <a:pt x="655404" y="1382053"/>
                </a:cubicBezTo>
              </a:path>
            </a:pathLst>
          </a:custGeom>
          <a:noFill/>
          <a:ln w="5784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9" name="任意多边形: 形状 18"/>
          <p:cNvSpPr/>
          <p:nvPr userDrawn="1">
            <p:custDataLst>
              <p:tags r:id="rId15"/>
            </p:custDataLst>
          </p:nvPr>
        </p:nvSpPr>
        <p:spPr>
          <a:xfrm flipH="1">
            <a:off x="2879669" y="5697973"/>
            <a:ext cx="55356" cy="350429"/>
          </a:xfrm>
          <a:custGeom>
            <a:avLst/>
            <a:gdLst>
              <a:gd name="connsiteX0" fmla="*/ 10359 w 390521"/>
              <a:gd name="connsiteY0" fmla="*/ 0 h 1215525"/>
              <a:gd name="connsiteX1" fmla="*/ 390521 w 390521"/>
              <a:gd name="connsiteY1" fmla="*/ 1215525 h 1215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0521" h="1215525">
                <a:moveTo>
                  <a:pt x="10359" y="0"/>
                </a:moveTo>
                <a:cubicBezTo>
                  <a:pt x="-41037" y="434282"/>
                  <a:pt x="100865" y="887858"/>
                  <a:pt x="390521" y="1215525"/>
                </a:cubicBezTo>
              </a:path>
            </a:pathLst>
          </a:custGeom>
          <a:noFill/>
          <a:ln w="5784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0" name="椭圆 19"/>
          <p:cNvSpPr/>
          <p:nvPr userDrawn="1">
            <p:custDataLst>
              <p:tags r:id="rId16"/>
            </p:custDataLst>
          </p:nvPr>
        </p:nvSpPr>
        <p:spPr>
          <a:xfrm>
            <a:off x="1286652" y="823457"/>
            <a:ext cx="3976289" cy="397628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25" name="任意多边形: 形状 24"/>
          <p:cNvSpPr/>
          <p:nvPr userDrawn="1">
            <p:custDataLst>
              <p:tags r:id="rId17"/>
            </p:custDataLst>
          </p:nvPr>
        </p:nvSpPr>
        <p:spPr>
          <a:xfrm flipH="1">
            <a:off x="4570975" y="2030296"/>
            <a:ext cx="292259" cy="436250"/>
          </a:xfrm>
          <a:custGeom>
            <a:avLst/>
            <a:gdLst>
              <a:gd name="connsiteX0" fmla="*/ 237974 w 346661"/>
              <a:gd name="connsiteY0" fmla="*/ 33896 h 517455"/>
              <a:gd name="connsiteX1" fmla="*/ 297151 w 346661"/>
              <a:gd name="connsiteY1" fmla="*/ 160997 h 517455"/>
              <a:gd name="connsiteX2" fmla="*/ 263079 w 346661"/>
              <a:gd name="connsiteY2" fmla="*/ 282936 h 517455"/>
              <a:gd name="connsiteX3" fmla="*/ 346661 w 346661"/>
              <a:gd name="connsiteY3" fmla="*/ 438203 h 517455"/>
              <a:gd name="connsiteX4" fmla="*/ 201366 w 346661"/>
              <a:gd name="connsiteY4" fmla="*/ 517455 h 517455"/>
              <a:gd name="connsiteX5" fmla="*/ 154830 w 346661"/>
              <a:gd name="connsiteY5" fmla="*/ 419834 h 517455"/>
              <a:gd name="connsiteX6" fmla="*/ 0 w 346661"/>
              <a:gd name="connsiteY6" fmla="*/ 268459 h 517455"/>
              <a:gd name="connsiteX7" fmla="*/ 14040 w 346661"/>
              <a:gd name="connsiteY7" fmla="*/ 98015 h 517455"/>
              <a:gd name="connsiteX8" fmla="*/ 57383 w 346661"/>
              <a:gd name="connsiteY8" fmla="*/ 0 h 517455"/>
              <a:gd name="connsiteX9" fmla="*/ 238018 w 346661"/>
              <a:gd name="connsiteY9" fmla="*/ 33853 h 517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6661" h="517455">
                <a:moveTo>
                  <a:pt x="237974" y="33896"/>
                </a:moveTo>
                <a:cubicBezTo>
                  <a:pt x="237974" y="33896"/>
                  <a:pt x="294876" y="113148"/>
                  <a:pt x="297151" y="160997"/>
                </a:cubicBezTo>
                <a:cubicBezTo>
                  <a:pt x="299425" y="208889"/>
                  <a:pt x="263079" y="282936"/>
                  <a:pt x="263079" y="282936"/>
                </a:cubicBezTo>
                <a:lnTo>
                  <a:pt x="346661" y="438203"/>
                </a:lnTo>
                <a:lnTo>
                  <a:pt x="201366" y="517455"/>
                </a:lnTo>
                <a:lnTo>
                  <a:pt x="154830" y="419834"/>
                </a:lnTo>
                <a:lnTo>
                  <a:pt x="0" y="268459"/>
                </a:lnTo>
                <a:lnTo>
                  <a:pt x="14040" y="98015"/>
                </a:lnTo>
                <a:lnTo>
                  <a:pt x="57383" y="0"/>
                </a:lnTo>
                <a:lnTo>
                  <a:pt x="238018" y="33853"/>
                </a:lnTo>
                <a:close/>
              </a:path>
            </a:pathLst>
          </a:custGeom>
          <a:solidFill>
            <a:srgbClr val="F9C3B5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6" name="任意多边形: 形状 25"/>
          <p:cNvSpPr/>
          <p:nvPr userDrawn="1">
            <p:custDataLst>
              <p:tags r:id="rId18"/>
            </p:custDataLst>
          </p:nvPr>
        </p:nvSpPr>
        <p:spPr>
          <a:xfrm flipH="1">
            <a:off x="2016531" y="1076639"/>
            <a:ext cx="269620" cy="470585"/>
          </a:xfrm>
          <a:custGeom>
            <a:avLst/>
            <a:gdLst>
              <a:gd name="connsiteX0" fmla="*/ 159866 w 319808"/>
              <a:gd name="connsiteY0" fmla="*/ 177527 h 558182"/>
              <a:gd name="connsiteX1" fmla="*/ 159866 w 319808"/>
              <a:gd name="connsiteY1" fmla="*/ 177527 h 558182"/>
              <a:gd name="connsiteX2" fmla="*/ 159866 w 319808"/>
              <a:gd name="connsiteY2" fmla="*/ 177527 h 558182"/>
              <a:gd name="connsiteX3" fmla="*/ 159866 w 319808"/>
              <a:gd name="connsiteY3" fmla="*/ 177527 h 558182"/>
              <a:gd name="connsiteX4" fmla="*/ 275988 w 319808"/>
              <a:gd name="connsiteY4" fmla="*/ 504638 h 558182"/>
              <a:gd name="connsiteX5" fmla="*/ 184577 w 319808"/>
              <a:gd name="connsiteY5" fmla="*/ 557866 h 558182"/>
              <a:gd name="connsiteX6" fmla="*/ 100689 w 319808"/>
              <a:gd name="connsiteY6" fmla="*/ 500046 h 558182"/>
              <a:gd name="connsiteX7" fmla="*/ 102263 w 319808"/>
              <a:gd name="connsiteY7" fmla="*/ 492698 h 558182"/>
              <a:gd name="connsiteX8" fmla="*/ 102263 w 319808"/>
              <a:gd name="connsiteY8" fmla="*/ 492698 h 558182"/>
              <a:gd name="connsiteX9" fmla="*/ 124088 w 319808"/>
              <a:gd name="connsiteY9" fmla="*/ 390221 h 558182"/>
              <a:gd name="connsiteX10" fmla="*/ 106112 w 319808"/>
              <a:gd name="connsiteY10" fmla="*/ 376182 h 558182"/>
              <a:gd name="connsiteX11" fmla="*/ 63294 w 319808"/>
              <a:gd name="connsiteY11" fmla="*/ 297017 h 558182"/>
              <a:gd name="connsiteX12" fmla="*/ 5954 w 319808"/>
              <a:gd name="connsiteY12" fmla="*/ 258354 h 558182"/>
              <a:gd name="connsiteX13" fmla="*/ 6 w 319808"/>
              <a:gd name="connsiteY13" fmla="*/ 246720 h 558182"/>
              <a:gd name="connsiteX14" fmla="*/ 96315 w 319808"/>
              <a:gd name="connsiteY14" fmla="*/ 253455 h 558182"/>
              <a:gd name="connsiteX15" fmla="*/ 110574 w 319808"/>
              <a:gd name="connsiteY15" fmla="*/ 254811 h 558182"/>
              <a:gd name="connsiteX16" fmla="*/ 113242 w 319808"/>
              <a:gd name="connsiteY16" fmla="*/ 227650 h 558182"/>
              <a:gd name="connsiteX17" fmla="*/ 78602 w 319808"/>
              <a:gd name="connsiteY17" fmla="*/ 76188 h 558182"/>
              <a:gd name="connsiteX18" fmla="*/ 94041 w 319808"/>
              <a:gd name="connsiteY18" fmla="*/ 49946 h 558182"/>
              <a:gd name="connsiteX19" fmla="*/ 117528 w 319808"/>
              <a:gd name="connsiteY19" fmla="*/ 71158 h 558182"/>
              <a:gd name="connsiteX20" fmla="*/ 159909 w 319808"/>
              <a:gd name="connsiteY20" fmla="*/ 177571 h 558182"/>
              <a:gd name="connsiteX21" fmla="*/ 146657 w 319808"/>
              <a:gd name="connsiteY21" fmla="*/ 25715 h 558182"/>
              <a:gd name="connsiteX22" fmla="*/ 162927 w 319808"/>
              <a:gd name="connsiteY22" fmla="*/ 304 h 558182"/>
              <a:gd name="connsiteX23" fmla="*/ 187945 w 319808"/>
              <a:gd name="connsiteY23" fmla="*/ 22610 h 558182"/>
              <a:gd name="connsiteX24" fmla="*/ 216811 w 319808"/>
              <a:gd name="connsiteY24" fmla="*/ 178446 h 558182"/>
              <a:gd name="connsiteX25" fmla="*/ 215018 w 319808"/>
              <a:gd name="connsiteY25" fmla="*/ 47671 h 558182"/>
              <a:gd name="connsiteX26" fmla="*/ 230720 w 319808"/>
              <a:gd name="connsiteY26" fmla="*/ 29127 h 558182"/>
              <a:gd name="connsiteX27" fmla="*/ 251408 w 319808"/>
              <a:gd name="connsiteY27" fmla="*/ 47496 h 558182"/>
              <a:gd name="connsiteX28" fmla="*/ 267809 w 319808"/>
              <a:gd name="connsiteY28" fmla="*/ 182644 h 558182"/>
              <a:gd name="connsiteX29" fmla="*/ 268072 w 319808"/>
              <a:gd name="connsiteY29" fmla="*/ 182644 h 558182"/>
              <a:gd name="connsiteX30" fmla="*/ 268072 w 319808"/>
              <a:gd name="connsiteY30" fmla="*/ 182644 h 558182"/>
              <a:gd name="connsiteX31" fmla="*/ 282636 w 319808"/>
              <a:gd name="connsiteY31" fmla="*/ 104092 h 558182"/>
              <a:gd name="connsiteX32" fmla="*/ 302361 w 319808"/>
              <a:gd name="connsiteY32" fmla="*/ 83580 h 558182"/>
              <a:gd name="connsiteX33" fmla="*/ 319638 w 319808"/>
              <a:gd name="connsiteY33" fmla="*/ 105448 h 558182"/>
              <a:gd name="connsiteX34" fmla="*/ 311327 w 319808"/>
              <a:gd name="connsiteY34" fmla="*/ 189336 h 558182"/>
              <a:gd name="connsiteX35" fmla="*/ 287447 w 319808"/>
              <a:gd name="connsiteY35" fmla="*/ 379068 h 558182"/>
              <a:gd name="connsiteX36" fmla="*/ 274763 w 319808"/>
              <a:gd name="connsiteY36" fmla="*/ 429541 h 558182"/>
              <a:gd name="connsiteX37" fmla="*/ 276032 w 319808"/>
              <a:gd name="connsiteY37" fmla="*/ 504594 h 558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19808" h="558182">
                <a:moveTo>
                  <a:pt x="159866" y="177527"/>
                </a:moveTo>
                <a:lnTo>
                  <a:pt x="159866" y="177527"/>
                </a:lnTo>
                <a:cubicBezTo>
                  <a:pt x="159866" y="177527"/>
                  <a:pt x="159866" y="177527"/>
                  <a:pt x="159866" y="177527"/>
                </a:cubicBezTo>
                <a:lnTo>
                  <a:pt x="159866" y="177527"/>
                </a:lnTo>
                <a:close/>
                <a:moveTo>
                  <a:pt x="275988" y="504638"/>
                </a:moveTo>
                <a:cubicBezTo>
                  <a:pt x="275638" y="548594"/>
                  <a:pt x="214668" y="560359"/>
                  <a:pt x="184577" y="557866"/>
                </a:cubicBezTo>
                <a:cubicBezTo>
                  <a:pt x="135897" y="553799"/>
                  <a:pt x="98327" y="527950"/>
                  <a:pt x="100689" y="500046"/>
                </a:cubicBezTo>
                <a:cubicBezTo>
                  <a:pt x="100908" y="497509"/>
                  <a:pt x="101432" y="495103"/>
                  <a:pt x="102263" y="492698"/>
                </a:cubicBezTo>
                <a:lnTo>
                  <a:pt x="102263" y="492698"/>
                </a:lnTo>
                <a:cubicBezTo>
                  <a:pt x="102263" y="492698"/>
                  <a:pt x="124088" y="390221"/>
                  <a:pt x="124088" y="390221"/>
                </a:cubicBezTo>
                <a:lnTo>
                  <a:pt x="106112" y="376182"/>
                </a:lnTo>
                <a:lnTo>
                  <a:pt x="63294" y="297017"/>
                </a:lnTo>
                <a:cubicBezTo>
                  <a:pt x="63294" y="297017"/>
                  <a:pt x="35914" y="278429"/>
                  <a:pt x="5954" y="258354"/>
                </a:cubicBezTo>
                <a:cubicBezTo>
                  <a:pt x="1974" y="255686"/>
                  <a:pt x="-125" y="251574"/>
                  <a:pt x="6" y="246720"/>
                </a:cubicBezTo>
                <a:cubicBezTo>
                  <a:pt x="924" y="216410"/>
                  <a:pt x="72347" y="213523"/>
                  <a:pt x="96315" y="253455"/>
                </a:cubicBezTo>
                <a:cubicBezTo>
                  <a:pt x="96315" y="253455"/>
                  <a:pt x="102570" y="259928"/>
                  <a:pt x="110574" y="254811"/>
                </a:cubicBezTo>
                <a:cubicBezTo>
                  <a:pt x="116303" y="251093"/>
                  <a:pt x="113242" y="227650"/>
                  <a:pt x="113242" y="227650"/>
                </a:cubicBezTo>
                <a:lnTo>
                  <a:pt x="78602" y="76188"/>
                </a:lnTo>
                <a:cubicBezTo>
                  <a:pt x="75496" y="63635"/>
                  <a:pt x="83675" y="51783"/>
                  <a:pt x="94041" y="49946"/>
                </a:cubicBezTo>
                <a:cubicBezTo>
                  <a:pt x="104932" y="48021"/>
                  <a:pt x="113635" y="54713"/>
                  <a:pt x="117528" y="71158"/>
                </a:cubicBezTo>
                <a:lnTo>
                  <a:pt x="159909" y="177571"/>
                </a:lnTo>
                <a:lnTo>
                  <a:pt x="146657" y="25715"/>
                </a:lnTo>
                <a:cubicBezTo>
                  <a:pt x="144907" y="13250"/>
                  <a:pt x="152955" y="2228"/>
                  <a:pt x="162927" y="304"/>
                </a:cubicBezTo>
                <a:cubicBezTo>
                  <a:pt x="174343" y="-1883"/>
                  <a:pt x="187507" y="7958"/>
                  <a:pt x="187945" y="22610"/>
                </a:cubicBezTo>
                <a:lnTo>
                  <a:pt x="216811" y="178446"/>
                </a:lnTo>
                <a:lnTo>
                  <a:pt x="215018" y="47671"/>
                </a:lnTo>
                <a:cubicBezTo>
                  <a:pt x="215237" y="38049"/>
                  <a:pt x="222278" y="30220"/>
                  <a:pt x="230720" y="29127"/>
                </a:cubicBezTo>
                <a:cubicBezTo>
                  <a:pt x="240648" y="27815"/>
                  <a:pt x="250795" y="35993"/>
                  <a:pt x="251408" y="47496"/>
                </a:cubicBezTo>
                <a:lnTo>
                  <a:pt x="267809" y="182644"/>
                </a:lnTo>
                <a:lnTo>
                  <a:pt x="268072" y="182644"/>
                </a:lnTo>
                <a:cubicBezTo>
                  <a:pt x="268072" y="182644"/>
                  <a:pt x="268072" y="182644"/>
                  <a:pt x="268072" y="182644"/>
                </a:cubicBezTo>
                <a:lnTo>
                  <a:pt x="282636" y="104092"/>
                </a:lnTo>
                <a:cubicBezTo>
                  <a:pt x="284342" y="92896"/>
                  <a:pt x="291777" y="82924"/>
                  <a:pt x="302361" y="83580"/>
                </a:cubicBezTo>
                <a:cubicBezTo>
                  <a:pt x="312684" y="84192"/>
                  <a:pt x="321125" y="94164"/>
                  <a:pt x="319638" y="105448"/>
                </a:cubicBezTo>
                <a:lnTo>
                  <a:pt x="311327" y="189336"/>
                </a:lnTo>
                <a:cubicBezTo>
                  <a:pt x="308222" y="261765"/>
                  <a:pt x="303324" y="318886"/>
                  <a:pt x="287447" y="379068"/>
                </a:cubicBezTo>
                <a:lnTo>
                  <a:pt x="274763" y="429541"/>
                </a:lnTo>
                <a:lnTo>
                  <a:pt x="276032" y="504594"/>
                </a:lnTo>
                <a:close/>
              </a:path>
            </a:pathLst>
          </a:custGeom>
          <a:solidFill>
            <a:srgbClr val="F9C3B5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7" name="任意多边形: 形状 26"/>
          <p:cNvSpPr/>
          <p:nvPr userDrawn="1">
            <p:custDataLst>
              <p:tags r:id="rId19"/>
            </p:custDataLst>
          </p:nvPr>
        </p:nvSpPr>
        <p:spPr>
          <a:xfrm flipH="1">
            <a:off x="4458953" y="5686339"/>
            <a:ext cx="388278" cy="413167"/>
          </a:xfrm>
          <a:custGeom>
            <a:avLst/>
            <a:gdLst>
              <a:gd name="connsiteX0" fmla="*/ 44 w 460553"/>
              <a:gd name="connsiteY0" fmla="*/ 346005 h 490075"/>
              <a:gd name="connsiteX1" fmla="*/ 283242 w 460553"/>
              <a:gd name="connsiteY1" fmla="*/ 490076 h 490075"/>
              <a:gd name="connsiteX2" fmla="*/ 460553 w 460553"/>
              <a:gd name="connsiteY2" fmla="*/ 184396 h 490075"/>
              <a:gd name="connsiteX3" fmla="*/ 189645 w 460553"/>
              <a:gd name="connsiteY3" fmla="*/ 0 h 490075"/>
              <a:gd name="connsiteX4" fmla="*/ 0 w 460553"/>
              <a:gd name="connsiteY4" fmla="*/ 346049 h 49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553" h="490075">
                <a:moveTo>
                  <a:pt x="44" y="346005"/>
                </a:moveTo>
                <a:cubicBezTo>
                  <a:pt x="101995" y="438772"/>
                  <a:pt x="214706" y="475555"/>
                  <a:pt x="283242" y="490076"/>
                </a:cubicBezTo>
                <a:lnTo>
                  <a:pt x="460553" y="184396"/>
                </a:lnTo>
                <a:lnTo>
                  <a:pt x="189645" y="0"/>
                </a:lnTo>
                <a:lnTo>
                  <a:pt x="0" y="346049"/>
                </a:lnTo>
                <a:close/>
              </a:path>
            </a:pathLst>
          </a:custGeom>
          <a:solidFill>
            <a:srgbClr val="F9C3B5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8" name="任意多边形: 形状 27"/>
          <p:cNvSpPr/>
          <p:nvPr userDrawn="1">
            <p:custDataLst>
              <p:tags r:id="rId20"/>
            </p:custDataLst>
          </p:nvPr>
        </p:nvSpPr>
        <p:spPr>
          <a:xfrm flipH="1">
            <a:off x="4603674" y="5963720"/>
            <a:ext cx="326404" cy="296130"/>
          </a:xfrm>
          <a:custGeom>
            <a:avLst/>
            <a:gdLst>
              <a:gd name="connsiteX0" fmla="*/ 0 w 387162"/>
              <a:gd name="connsiteY0" fmla="*/ 198917 h 351253"/>
              <a:gd name="connsiteX1" fmla="*/ 268372 w 387162"/>
              <a:gd name="connsiteY1" fmla="*/ 351254 h 351253"/>
              <a:gd name="connsiteX2" fmla="*/ 387162 w 387162"/>
              <a:gd name="connsiteY2" fmla="*/ 144070 h 351253"/>
              <a:gd name="connsiteX3" fmla="*/ 103963 w 387162"/>
              <a:gd name="connsiteY3" fmla="*/ 0 h 351253"/>
              <a:gd name="connsiteX4" fmla="*/ 0 w 387162"/>
              <a:gd name="connsiteY4" fmla="*/ 198873 h 351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162" h="351253">
                <a:moveTo>
                  <a:pt x="0" y="198917"/>
                </a:moveTo>
                <a:lnTo>
                  <a:pt x="268372" y="351254"/>
                </a:lnTo>
                <a:lnTo>
                  <a:pt x="387162" y="144070"/>
                </a:lnTo>
                <a:cubicBezTo>
                  <a:pt x="318626" y="129550"/>
                  <a:pt x="205915" y="92810"/>
                  <a:pt x="103963" y="0"/>
                </a:cubicBezTo>
                <a:lnTo>
                  <a:pt x="0" y="198873"/>
                </a:lnTo>
                <a:close/>
              </a:path>
            </a:pathLst>
          </a:custGeom>
          <a:solidFill>
            <a:srgbClr val="FFFFFF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9" name="任意多边形: 形状 28"/>
          <p:cNvSpPr/>
          <p:nvPr userDrawn="1">
            <p:custDataLst>
              <p:tags r:id="rId21"/>
            </p:custDataLst>
          </p:nvPr>
        </p:nvSpPr>
        <p:spPr>
          <a:xfrm flipH="1">
            <a:off x="4597297" y="6090690"/>
            <a:ext cx="777006" cy="283363"/>
          </a:xfrm>
          <a:custGeom>
            <a:avLst/>
            <a:gdLst>
              <a:gd name="connsiteX0" fmla="*/ 53 w 921640"/>
              <a:gd name="connsiteY0" fmla="*/ 135049 h 336109"/>
              <a:gd name="connsiteX1" fmla="*/ 230811 w 921640"/>
              <a:gd name="connsiteY1" fmla="*/ 336109 h 336109"/>
              <a:gd name="connsiteX2" fmla="*/ 921641 w 921640"/>
              <a:gd name="connsiteY2" fmla="*/ 286424 h 336109"/>
              <a:gd name="connsiteX3" fmla="*/ 899729 w 921640"/>
              <a:gd name="connsiteY3" fmla="*/ 32573 h 336109"/>
              <a:gd name="connsiteX4" fmla="*/ 839765 w 921640"/>
              <a:gd name="connsiteY4" fmla="*/ 80946 h 336109"/>
              <a:gd name="connsiteX5" fmla="*/ 585695 w 921640"/>
              <a:gd name="connsiteY5" fmla="*/ 45257 h 336109"/>
              <a:gd name="connsiteX6" fmla="*/ 519608 w 921640"/>
              <a:gd name="connsiteY6" fmla="*/ 1651 h 336109"/>
              <a:gd name="connsiteX7" fmla="*/ 443593 w 921640"/>
              <a:gd name="connsiteY7" fmla="*/ 41276 h 336109"/>
              <a:gd name="connsiteX8" fmla="*/ 409478 w 921640"/>
              <a:gd name="connsiteY8" fmla="*/ 59122 h 336109"/>
              <a:gd name="connsiteX9" fmla="*/ 383498 w 921640"/>
              <a:gd name="connsiteY9" fmla="*/ 72768 h 336109"/>
              <a:gd name="connsiteX10" fmla="*/ 349514 w 921640"/>
              <a:gd name="connsiteY10" fmla="*/ 90656 h 336109"/>
              <a:gd name="connsiteX11" fmla="*/ 315574 w 921640"/>
              <a:gd name="connsiteY11" fmla="*/ 108544 h 336109"/>
              <a:gd name="connsiteX12" fmla="*/ 281721 w 921640"/>
              <a:gd name="connsiteY12" fmla="*/ 126477 h 336109"/>
              <a:gd name="connsiteX13" fmla="*/ 211392 w 921640"/>
              <a:gd name="connsiteY13" fmla="*/ 153419 h 336109"/>
              <a:gd name="connsiteX14" fmla="*/ 95707 w 921640"/>
              <a:gd name="connsiteY14" fmla="*/ 93893 h 336109"/>
              <a:gd name="connsiteX15" fmla="*/ 10 w 921640"/>
              <a:gd name="connsiteY15" fmla="*/ 135093 h 336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21640" h="336109">
                <a:moveTo>
                  <a:pt x="53" y="135049"/>
                </a:moveTo>
                <a:lnTo>
                  <a:pt x="230811" y="336109"/>
                </a:lnTo>
                <a:lnTo>
                  <a:pt x="921641" y="286424"/>
                </a:lnTo>
                <a:cubicBezTo>
                  <a:pt x="921029" y="187053"/>
                  <a:pt x="899729" y="32573"/>
                  <a:pt x="899729" y="32573"/>
                </a:cubicBezTo>
                <a:cubicBezTo>
                  <a:pt x="844270" y="34585"/>
                  <a:pt x="871518" y="67519"/>
                  <a:pt x="839765" y="80946"/>
                </a:cubicBezTo>
                <a:cubicBezTo>
                  <a:pt x="808143" y="94417"/>
                  <a:pt x="633806" y="103558"/>
                  <a:pt x="585695" y="45257"/>
                </a:cubicBezTo>
                <a:cubicBezTo>
                  <a:pt x="537584" y="-13045"/>
                  <a:pt x="519608" y="1651"/>
                  <a:pt x="519608" y="1651"/>
                </a:cubicBezTo>
                <a:cubicBezTo>
                  <a:pt x="519608" y="1651"/>
                  <a:pt x="488730" y="17746"/>
                  <a:pt x="443593" y="41276"/>
                </a:cubicBezTo>
                <a:cubicBezTo>
                  <a:pt x="432965" y="46831"/>
                  <a:pt x="421549" y="52823"/>
                  <a:pt x="409478" y="59122"/>
                </a:cubicBezTo>
                <a:cubicBezTo>
                  <a:pt x="401080" y="63583"/>
                  <a:pt x="392464" y="68131"/>
                  <a:pt x="383498" y="72768"/>
                </a:cubicBezTo>
                <a:cubicBezTo>
                  <a:pt x="372432" y="78628"/>
                  <a:pt x="361017" y="84576"/>
                  <a:pt x="349514" y="90656"/>
                </a:cubicBezTo>
                <a:cubicBezTo>
                  <a:pt x="338273" y="96560"/>
                  <a:pt x="326946" y="102465"/>
                  <a:pt x="315574" y="108544"/>
                </a:cubicBezTo>
                <a:cubicBezTo>
                  <a:pt x="304290" y="114536"/>
                  <a:pt x="292962" y="120441"/>
                  <a:pt x="281721" y="126477"/>
                </a:cubicBezTo>
                <a:cubicBezTo>
                  <a:pt x="255916" y="140079"/>
                  <a:pt x="211392" y="153419"/>
                  <a:pt x="211392" y="153419"/>
                </a:cubicBezTo>
                <a:cubicBezTo>
                  <a:pt x="211392" y="153419"/>
                  <a:pt x="134852" y="105002"/>
                  <a:pt x="95707" y="93893"/>
                </a:cubicBezTo>
                <a:cubicBezTo>
                  <a:pt x="57874" y="83177"/>
                  <a:pt x="-865" y="117248"/>
                  <a:pt x="10" y="135093"/>
                </a:cubicBezTo>
                <a:close/>
              </a:path>
            </a:pathLst>
          </a:custGeom>
          <a:solidFill>
            <a:schemeClr val="accent3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0" name="任意多边形: 形状 29"/>
          <p:cNvSpPr/>
          <p:nvPr userDrawn="1">
            <p:custDataLst>
              <p:tags r:id="rId22"/>
            </p:custDataLst>
          </p:nvPr>
        </p:nvSpPr>
        <p:spPr>
          <a:xfrm flipH="1">
            <a:off x="4597282" y="6199820"/>
            <a:ext cx="797292" cy="210067"/>
          </a:xfrm>
          <a:custGeom>
            <a:avLst/>
            <a:gdLst>
              <a:gd name="connsiteX0" fmla="*/ 0 w 945703"/>
              <a:gd name="connsiteY0" fmla="*/ 28998 h 249170"/>
              <a:gd name="connsiteX1" fmla="*/ 258093 w 945703"/>
              <a:gd name="connsiteY1" fmla="*/ 249171 h 249170"/>
              <a:gd name="connsiteX2" fmla="*/ 941663 w 945703"/>
              <a:gd name="connsiteY2" fmla="*/ 212388 h 249170"/>
              <a:gd name="connsiteX3" fmla="*/ 945687 w 945703"/>
              <a:gd name="connsiteY3" fmla="*/ 151375 h 249170"/>
              <a:gd name="connsiteX4" fmla="*/ 252233 w 945703"/>
              <a:gd name="connsiteY4" fmla="*/ 193318 h 249170"/>
              <a:gd name="connsiteX5" fmla="*/ 24099 w 945703"/>
              <a:gd name="connsiteY5" fmla="*/ 0 h 249170"/>
              <a:gd name="connsiteX6" fmla="*/ 0 w 945703"/>
              <a:gd name="connsiteY6" fmla="*/ 29042 h 24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5703" h="249170">
                <a:moveTo>
                  <a:pt x="0" y="28998"/>
                </a:moveTo>
                <a:lnTo>
                  <a:pt x="258093" y="249171"/>
                </a:lnTo>
                <a:lnTo>
                  <a:pt x="941663" y="212388"/>
                </a:lnTo>
                <a:cubicBezTo>
                  <a:pt x="944724" y="197692"/>
                  <a:pt x="945862" y="176261"/>
                  <a:pt x="945687" y="151375"/>
                </a:cubicBezTo>
                <a:lnTo>
                  <a:pt x="252233" y="193318"/>
                </a:lnTo>
                <a:lnTo>
                  <a:pt x="24099" y="0"/>
                </a:lnTo>
                <a:cubicBezTo>
                  <a:pt x="22000" y="2012"/>
                  <a:pt x="0" y="29042"/>
                  <a:pt x="0" y="29042"/>
                </a:cubicBezTo>
                <a:close/>
              </a:path>
            </a:pathLst>
          </a:custGeom>
          <a:solidFill>
            <a:schemeClr val="lt1">
              <a:lumMod val="100000"/>
            </a:schemeClr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3" name="任意多边形: 形状 32"/>
          <p:cNvSpPr/>
          <p:nvPr userDrawn="1">
            <p:custDataLst>
              <p:tags r:id="rId23"/>
            </p:custDataLst>
          </p:nvPr>
        </p:nvSpPr>
        <p:spPr>
          <a:xfrm flipH="1">
            <a:off x="4926280" y="6120727"/>
            <a:ext cx="210511" cy="169765"/>
          </a:xfrm>
          <a:custGeom>
            <a:avLst/>
            <a:gdLst>
              <a:gd name="connsiteX0" fmla="*/ 44 w 118877"/>
              <a:gd name="connsiteY0" fmla="*/ 17932 h 134098"/>
              <a:gd name="connsiteX1" fmla="*/ 91017 w 118877"/>
              <a:gd name="connsiteY1" fmla="*/ 134099 h 134098"/>
              <a:gd name="connsiteX2" fmla="*/ 118878 w 118877"/>
              <a:gd name="connsiteY2" fmla="*/ 111049 h 134098"/>
              <a:gd name="connsiteX3" fmla="*/ 33853 w 118877"/>
              <a:gd name="connsiteY3" fmla="*/ 0 h 134098"/>
              <a:gd name="connsiteX4" fmla="*/ 0 w 118877"/>
              <a:gd name="connsiteY4" fmla="*/ 17932 h 134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" h="267">
                <a:moveTo>
                  <a:pt x="0" y="113"/>
                </a:moveTo>
                <a:lnTo>
                  <a:pt x="121" y="267"/>
                </a:lnTo>
                <a:lnTo>
                  <a:pt x="158" y="237"/>
                </a:lnTo>
                <a:lnTo>
                  <a:pt x="45" y="89"/>
                </a:lnTo>
                <a:cubicBezTo>
                  <a:pt x="30" y="97"/>
                  <a:pt x="15" y="105"/>
                  <a:pt x="0" y="113"/>
                </a:cubicBezTo>
                <a:lnTo>
                  <a:pt x="0" y="113"/>
                </a:lnTo>
                <a:close/>
                <a:moveTo>
                  <a:pt x="90" y="66"/>
                </a:moveTo>
                <a:lnTo>
                  <a:pt x="216" y="226"/>
                </a:lnTo>
                <a:lnTo>
                  <a:pt x="253" y="195"/>
                </a:lnTo>
                <a:lnTo>
                  <a:pt x="135" y="42"/>
                </a:lnTo>
                <a:cubicBezTo>
                  <a:pt x="120" y="50"/>
                  <a:pt x="105" y="57"/>
                  <a:pt x="90" y="66"/>
                </a:cubicBezTo>
                <a:lnTo>
                  <a:pt x="90" y="66"/>
                </a:lnTo>
                <a:close/>
                <a:moveTo>
                  <a:pt x="170" y="24"/>
                </a:moveTo>
                <a:lnTo>
                  <a:pt x="295" y="183"/>
                </a:lnTo>
                <a:lnTo>
                  <a:pt x="332" y="152"/>
                </a:lnTo>
                <a:lnTo>
                  <a:pt x="215" y="0"/>
                </a:lnTo>
                <a:cubicBezTo>
                  <a:pt x="201" y="7"/>
                  <a:pt x="186" y="15"/>
                  <a:pt x="170" y="24"/>
                </a:cubicBezTo>
                <a:close/>
              </a:path>
            </a:pathLst>
          </a:custGeom>
          <a:solidFill>
            <a:schemeClr val="lt1">
              <a:lumMod val="100000"/>
            </a:schemeClr>
          </a:solidFill>
          <a:ln w="437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800"/>
          </a:p>
        </p:txBody>
      </p:sp>
      <p:sp>
        <p:nvSpPr>
          <p:cNvPr id="34" name="任意多边形: 形状 33"/>
          <p:cNvSpPr/>
          <p:nvPr userDrawn="1">
            <p:custDataLst>
              <p:tags r:id="rId24"/>
            </p:custDataLst>
          </p:nvPr>
        </p:nvSpPr>
        <p:spPr>
          <a:xfrm flipH="1">
            <a:off x="2815353" y="3231117"/>
            <a:ext cx="1957318" cy="2707804"/>
          </a:xfrm>
          <a:custGeom>
            <a:avLst/>
            <a:gdLst>
              <a:gd name="connsiteX0" fmla="*/ 406625 w 2321660"/>
              <a:gd name="connsiteY0" fmla="*/ 3211845 h 3211844"/>
              <a:gd name="connsiteX1" fmla="*/ 0 w 2321660"/>
              <a:gd name="connsiteY1" fmla="*/ 3003174 h 3211844"/>
              <a:gd name="connsiteX2" fmla="*/ 716678 w 2321660"/>
              <a:gd name="connsiteY2" fmla="*/ 1309012 h 3211844"/>
              <a:gd name="connsiteX3" fmla="*/ 1657161 w 2321660"/>
              <a:gd name="connsiteY3" fmla="*/ 0 h 3211844"/>
              <a:gd name="connsiteX4" fmla="*/ 1848205 w 2321660"/>
              <a:gd name="connsiteY4" fmla="*/ 209239 h 3211844"/>
              <a:gd name="connsiteX5" fmla="*/ 2321660 w 2321660"/>
              <a:gd name="connsiteY5" fmla="*/ 727744 h 3211844"/>
              <a:gd name="connsiteX6" fmla="*/ 1332543 w 2321660"/>
              <a:gd name="connsiteY6" fmla="*/ 1758981 h 3211844"/>
              <a:gd name="connsiteX7" fmla="*/ 406625 w 2321660"/>
              <a:gd name="connsiteY7" fmla="*/ 3211845 h 3211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21660" h="3211844">
                <a:moveTo>
                  <a:pt x="406625" y="3211845"/>
                </a:moveTo>
                <a:lnTo>
                  <a:pt x="0" y="3003174"/>
                </a:lnTo>
                <a:cubicBezTo>
                  <a:pt x="0" y="3003174"/>
                  <a:pt x="599069" y="1588187"/>
                  <a:pt x="716678" y="1309012"/>
                </a:cubicBezTo>
                <a:cubicBezTo>
                  <a:pt x="823660" y="1055030"/>
                  <a:pt x="1657161" y="0"/>
                  <a:pt x="1657161" y="0"/>
                </a:cubicBezTo>
                <a:cubicBezTo>
                  <a:pt x="1720842" y="69761"/>
                  <a:pt x="1784523" y="139478"/>
                  <a:pt x="1848205" y="209239"/>
                </a:cubicBezTo>
                <a:cubicBezTo>
                  <a:pt x="2006009" y="382089"/>
                  <a:pt x="2163856" y="554894"/>
                  <a:pt x="2321660" y="727744"/>
                </a:cubicBezTo>
                <a:cubicBezTo>
                  <a:pt x="1991969" y="1071475"/>
                  <a:pt x="1662278" y="1415250"/>
                  <a:pt x="1332543" y="1758981"/>
                </a:cubicBezTo>
                <a:lnTo>
                  <a:pt x="406625" y="3211845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 sz="1800"/>
          </a:p>
        </p:txBody>
      </p:sp>
      <p:sp>
        <p:nvSpPr>
          <p:cNvPr id="35" name="任意多边形: 形状 34"/>
          <p:cNvSpPr/>
          <p:nvPr userDrawn="1">
            <p:custDataLst>
              <p:tags r:id="rId25"/>
            </p:custDataLst>
          </p:nvPr>
        </p:nvSpPr>
        <p:spPr>
          <a:xfrm flipH="1">
            <a:off x="2811668" y="3234805"/>
            <a:ext cx="1664249" cy="2707804"/>
          </a:xfrm>
          <a:custGeom>
            <a:avLst/>
            <a:gdLst>
              <a:gd name="connsiteX0" fmla="*/ 1973995 w 1974038"/>
              <a:gd name="connsiteY0" fmla="*/ 727744 h 3211844"/>
              <a:gd name="connsiteX1" fmla="*/ 1500539 w 1974038"/>
              <a:gd name="connsiteY1" fmla="*/ 209239 h 3211844"/>
              <a:gd name="connsiteX2" fmla="*/ 1309495 w 1974038"/>
              <a:gd name="connsiteY2" fmla="*/ 0 h 3211844"/>
              <a:gd name="connsiteX3" fmla="*/ 1149767 w 1974038"/>
              <a:gd name="connsiteY3" fmla="*/ 204734 h 3211844"/>
              <a:gd name="connsiteX4" fmla="*/ 1202120 w 1974038"/>
              <a:gd name="connsiteY4" fmla="*/ 1258845 h 3211844"/>
              <a:gd name="connsiteX5" fmla="*/ 724247 w 1974038"/>
              <a:gd name="connsiteY5" fmla="*/ 1754170 h 3211844"/>
              <a:gd name="connsiteX6" fmla="*/ 333149 w 1974038"/>
              <a:gd name="connsiteY6" fmla="*/ 2472029 h 3211844"/>
              <a:gd name="connsiteX7" fmla="*/ 38316 w 1974038"/>
              <a:gd name="connsiteY7" fmla="*/ 2814448 h 3211844"/>
              <a:gd name="connsiteX8" fmla="*/ 21783 w 1974038"/>
              <a:gd name="connsiteY8" fmla="*/ 3192732 h 3211844"/>
              <a:gd name="connsiteX9" fmla="*/ 59004 w 1974038"/>
              <a:gd name="connsiteY9" fmla="*/ 3211845 h 3211844"/>
              <a:gd name="connsiteX10" fmla="*/ 984921 w 1974038"/>
              <a:gd name="connsiteY10" fmla="*/ 1758981 h 3211844"/>
              <a:gd name="connsiteX11" fmla="*/ 1974039 w 1974038"/>
              <a:gd name="connsiteY11" fmla="*/ 727744 h 3211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74038" h="3211844">
                <a:moveTo>
                  <a:pt x="1973995" y="727744"/>
                </a:moveTo>
                <a:cubicBezTo>
                  <a:pt x="1816191" y="554894"/>
                  <a:pt x="1658343" y="382089"/>
                  <a:pt x="1500539" y="209239"/>
                </a:cubicBezTo>
                <a:cubicBezTo>
                  <a:pt x="1436858" y="139478"/>
                  <a:pt x="1373176" y="69717"/>
                  <a:pt x="1309495" y="0"/>
                </a:cubicBezTo>
                <a:cubicBezTo>
                  <a:pt x="1309495" y="0"/>
                  <a:pt x="1245070" y="81570"/>
                  <a:pt x="1149767" y="204734"/>
                </a:cubicBezTo>
                <a:cubicBezTo>
                  <a:pt x="1156283" y="527996"/>
                  <a:pt x="1236498" y="939083"/>
                  <a:pt x="1202120" y="1258845"/>
                </a:cubicBezTo>
                <a:cubicBezTo>
                  <a:pt x="1183707" y="1430251"/>
                  <a:pt x="911530" y="1465941"/>
                  <a:pt x="724247" y="1754170"/>
                </a:cubicBezTo>
                <a:cubicBezTo>
                  <a:pt x="495676" y="2105992"/>
                  <a:pt x="517195" y="2266683"/>
                  <a:pt x="333149" y="2472029"/>
                </a:cubicBezTo>
                <a:cubicBezTo>
                  <a:pt x="174513" y="2648990"/>
                  <a:pt x="91282" y="2669547"/>
                  <a:pt x="38316" y="2814448"/>
                </a:cubicBezTo>
                <a:cubicBezTo>
                  <a:pt x="-3453" y="2928690"/>
                  <a:pt x="-14213" y="3086931"/>
                  <a:pt x="21783" y="3192732"/>
                </a:cubicBezTo>
                <a:lnTo>
                  <a:pt x="59004" y="3211845"/>
                </a:lnTo>
                <a:lnTo>
                  <a:pt x="984921" y="1758981"/>
                </a:lnTo>
                <a:cubicBezTo>
                  <a:pt x="1314612" y="1415250"/>
                  <a:pt x="1644304" y="1071475"/>
                  <a:pt x="1974039" y="727744"/>
                </a:cubicBezTo>
                <a:close/>
              </a:path>
            </a:pathLst>
          </a:custGeom>
          <a:solidFill>
            <a:schemeClr val="accent1">
              <a:lumMod val="10000"/>
              <a:alpha val="8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 sz="1800"/>
          </a:p>
        </p:txBody>
      </p:sp>
      <p:sp>
        <p:nvSpPr>
          <p:cNvPr id="36" name="任意多边形: 形状 35"/>
          <p:cNvSpPr/>
          <p:nvPr userDrawn="1">
            <p:custDataLst>
              <p:tags r:id="rId26"/>
            </p:custDataLst>
          </p:nvPr>
        </p:nvSpPr>
        <p:spPr>
          <a:xfrm flipH="1">
            <a:off x="1186690" y="4300190"/>
            <a:ext cx="312244" cy="359147"/>
          </a:xfrm>
          <a:custGeom>
            <a:avLst/>
            <a:gdLst>
              <a:gd name="connsiteX0" fmla="*/ 370367 w 370366"/>
              <a:gd name="connsiteY0" fmla="*/ 290459 h 426000"/>
              <a:gd name="connsiteX1" fmla="*/ 189732 w 370366"/>
              <a:gd name="connsiteY1" fmla="*/ 0 h 426000"/>
              <a:gd name="connsiteX2" fmla="*/ 0 w 370366"/>
              <a:gd name="connsiteY2" fmla="*/ 105232 h 426000"/>
              <a:gd name="connsiteX3" fmla="*/ 146826 w 370366"/>
              <a:gd name="connsiteY3" fmla="*/ 426001 h 426000"/>
              <a:gd name="connsiteX4" fmla="*/ 370367 w 370366"/>
              <a:gd name="connsiteY4" fmla="*/ 290459 h 4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0366" h="426000">
                <a:moveTo>
                  <a:pt x="370367" y="290459"/>
                </a:moveTo>
                <a:cubicBezTo>
                  <a:pt x="328117" y="148182"/>
                  <a:pt x="244797" y="51523"/>
                  <a:pt x="189732" y="0"/>
                </a:cubicBezTo>
                <a:lnTo>
                  <a:pt x="0" y="105232"/>
                </a:lnTo>
                <a:lnTo>
                  <a:pt x="146826" y="426001"/>
                </a:lnTo>
                <a:lnTo>
                  <a:pt x="370367" y="290459"/>
                </a:lnTo>
                <a:close/>
              </a:path>
            </a:pathLst>
          </a:custGeom>
          <a:solidFill>
            <a:srgbClr val="F9C3B5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7" name="任意多边形: 形状 36"/>
          <p:cNvSpPr/>
          <p:nvPr userDrawn="1">
            <p:custDataLst>
              <p:tags r:id="rId27"/>
            </p:custDataLst>
          </p:nvPr>
        </p:nvSpPr>
        <p:spPr>
          <a:xfrm flipH="1">
            <a:off x="1012574" y="4195100"/>
            <a:ext cx="326440" cy="350003"/>
          </a:xfrm>
          <a:custGeom>
            <a:avLst/>
            <a:gdLst>
              <a:gd name="connsiteX0" fmla="*/ 387206 w 387205"/>
              <a:gd name="connsiteY0" fmla="*/ 289847 h 415154"/>
              <a:gd name="connsiteX1" fmla="*/ 224853 w 387205"/>
              <a:gd name="connsiteY1" fmla="*/ 0 h 415154"/>
              <a:gd name="connsiteX2" fmla="*/ 0 w 387205"/>
              <a:gd name="connsiteY2" fmla="*/ 124695 h 415154"/>
              <a:gd name="connsiteX3" fmla="*/ 180634 w 387205"/>
              <a:gd name="connsiteY3" fmla="*/ 415154 h 415154"/>
              <a:gd name="connsiteX4" fmla="*/ 387162 w 387205"/>
              <a:gd name="connsiteY4" fmla="*/ 289847 h 415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205" h="415154">
                <a:moveTo>
                  <a:pt x="387206" y="289847"/>
                </a:moveTo>
                <a:lnTo>
                  <a:pt x="224853" y="0"/>
                </a:lnTo>
                <a:lnTo>
                  <a:pt x="0" y="124695"/>
                </a:lnTo>
                <a:cubicBezTo>
                  <a:pt x="55065" y="176218"/>
                  <a:pt x="138428" y="272877"/>
                  <a:pt x="180634" y="415154"/>
                </a:cubicBezTo>
                <a:lnTo>
                  <a:pt x="387162" y="289847"/>
                </a:lnTo>
                <a:close/>
              </a:path>
            </a:pathLst>
          </a:custGeom>
          <a:solidFill>
            <a:srgbClr val="FFFFFF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8" name="任意多边形: 形状 37"/>
          <p:cNvSpPr/>
          <p:nvPr userDrawn="1">
            <p:custDataLst>
              <p:tags r:id="rId28"/>
            </p:custDataLst>
          </p:nvPr>
        </p:nvSpPr>
        <p:spPr>
          <a:xfrm flipH="1">
            <a:off x="628093" y="4119658"/>
            <a:ext cx="691894" cy="732881"/>
          </a:xfrm>
          <a:custGeom>
            <a:avLst/>
            <a:gdLst>
              <a:gd name="connsiteX0" fmla="*/ 820685 w 820685"/>
              <a:gd name="connsiteY0" fmla="*/ 830308 h 869303"/>
              <a:gd name="connsiteX1" fmla="*/ 217724 w 820685"/>
              <a:gd name="connsiteY1" fmla="*/ 0 h 869303"/>
              <a:gd name="connsiteX2" fmla="*/ 0 w 820685"/>
              <a:gd name="connsiteY2" fmla="*/ 166814 h 869303"/>
              <a:gd name="connsiteX3" fmla="*/ 78596 w 820685"/>
              <a:gd name="connsiteY3" fmla="*/ 193231 h 869303"/>
              <a:gd name="connsiteX4" fmla="*/ 193231 w 820685"/>
              <a:gd name="connsiteY4" fmla="*/ 444502 h 869303"/>
              <a:gd name="connsiteX5" fmla="*/ 191919 w 820685"/>
              <a:gd name="connsiteY5" fmla="*/ 529746 h 869303"/>
              <a:gd name="connsiteX6" fmla="*/ 271914 w 820685"/>
              <a:gd name="connsiteY6" fmla="*/ 575801 h 869303"/>
              <a:gd name="connsiteX7" fmla="*/ 307822 w 820685"/>
              <a:gd name="connsiteY7" fmla="*/ 596445 h 869303"/>
              <a:gd name="connsiteX8" fmla="*/ 335246 w 820685"/>
              <a:gd name="connsiteY8" fmla="*/ 612146 h 869303"/>
              <a:gd name="connsiteX9" fmla="*/ 371154 w 820685"/>
              <a:gd name="connsiteY9" fmla="*/ 632659 h 869303"/>
              <a:gd name="connsiteX10" fmla="*/ 407019 w 820685"/>
              <a:gd name="connsiteY10" fmla="*/ 653084 h 869303"/>
              <a:gd name="connsiteX11" fmla="*/ 442883 w 820685"/>
              <a:gd name="connsiteY11" fmla="*/ 673422 h 869303"/>
              <a:gd name="connsiteX12" fmla="*/ 701283 w 820685"/>
              <a:gd name="connsiteY12" fmla="*/ 864816 h 869303"/>
              <a:gd name="connsiteX13" fmla="*/ 820685 w 820685"/>
              <a:gd name="connsiteY13" fmla="*/ 830395 h 869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20685" h="869303">
                <a:moveTo>
                  <a:pt x="820685" y="830308"/>
                </a:moveTo>
                <a:lnTo>
                  <a:pt x="217724" y="0"/>
                </a:lnTo>
                <a:cubicBezTo>
                  <a:pt x="127888" y="58083"/>
                  <a:pt x="0" y="166814"/>
                  <a:pt x="0" y="166814"/>
                </a:cubicBezTo>
                <a:cubicBezTo>
                  <a:pt x="33940" y="215975"/>
                  <a:pt x="48067" y="172194"/>
                  <a:pt x="78596" y="193231"/>
                </a:cubicBezTo>
                <a:cubicBezTo>
                  <a:pt x="109168" y="214137"/>
                  <a:pt x="218292" y="367043"/>
                  <a:pt x="193231" y="444502"/>
                </a:cubicBezTo>
                <a:cubicBezTo>
                  <a:pt x="168169" y="521916"/>
                  <a:pt x="191919" y="529746"/>
                  <a:pt x="191919" y="529746"/>
                </a:cubicBezTo>
                <a:cubicBezTo>
                  <a:pt x="191919" y="529746"/>
                  <a:pt x="224416" y="548465"/>
                  <a:pt x="271914" y="575801"/>
                </a:cubicBezTo>
                <a:cubicBezTo>
                  <a:pt x="283111" y="582230"/>
                  <a:pt x="295139" y="589097"/>
                  <a:pt x="307822" y="596445"/>
                </a:cubicBezTo>
                <a:cubicBezTo>
                  <a:pt x="316745" y="601475"/>
                  <a:pt x="325842" y="606679"/>
                  <a:pt x="335246" y="612146"/>
                </a:cubicBezTo>
                <a:cubicBezTo>
                  <a:pt x="346967" y="618794"/>
                  <a:pt x="358951" y="625705"/>
                  <a:pt x="371154" y="632659"/>
                </a:cubicBezTo>
                <a:cubicBezTo>
                  <a:pt x="383007" y="639438"/>
                  <a:pt x="394903" y="646305"/>
                  <a:pt x="407019" y="653084"/>
                </a:cubicBezTo>
                <a:cubicBezTo>
                  <a:pt x="419002" y="659864"/>
                  <a:pt x="430899" y="666730"/>
                  <a:pt x="442883" y="673422"/>
                </a:cubicBezTo>
                <a:cubicBezTo>
                  <a:pt x="532938" y="724638"/>
                  <a:pt x="681120" y="855981"/>
                  <a:pt x="701283" y="864816"/>
                </a:cubicBezTo>
                <a:cubicBezTo>
                  <a:pt x="742221" y="882836"/>
                  <a:pt x="804984" y="841505"/>
                  <a:pt x="820685" y="830395"/>
                </a:cubicBezTo>
                <a:close/>
              </a:path>
            </a:pathLst>
          </a:custGeom>
          <a:solidFill>
            <a:schemeClr val="accent3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9" name="任意多边形: 形状 38"/>
          <p:cNvSpPr/>
          <p:nvPr userDrawn="1">
            <p:custDataLst>
              <p:tags r:id="rId29"/>
            </p:custDataLst>
          </p:nvPr>
        </p:nvSpPr>
        <p:spPr>
          <a:xfrm flipH="1">
            <a:off x="588897" y="4092961"/>
            <a:ext cx="547534" cy="726702"/>
          </a:xfrm>
          <a:custGeom>
            <a:avLst/>
            <a:gdLst>
              <a:gd name="connsiteX0" fmla="*/ 649454 w 649454"/>
              <a:gd name="connsiteY0" fmla="*/ 826284 h 861973"/>
              <a:gd name="connsiteX1" fmla="*/ 57733 w 649454"/>
              <a:gd name="connsiteY1" fmla="*/ 0 h 861973"/>
              <a:gd name="connsiteX2" fmla="*/ 0 w 649454"/>
              <a:gd name="connsiteY2" fmla="*/ 31666 h 861973"/>
              <a:gd name="connsiteX3" fmla="*/ 602962 w 649454"/>
              <a:gd name="connsiteY3" fmla="*/ 861974 h 861973"/>
              <a:gd name="connsiteX4" fmla="*/ 606723 w 649454"/>
              <a:gd name="connsiteY4" fmla="*/ 859350 h 861973"/>
              <a:gd name="connsiteX5" fmla="*/ 649454 w 649454"/>
              <a:gd name="connsiteY5" fmla="*/ 826284 h 861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9454" h="861973">
                <a:moveTo>
                  <a:pt x="649454" y="826284"/>
                </a:moveTo>
                <a:lnTo>
                  <a:pt x="57733" y="0"/>
                </a:lnTo>
                <a:cubicBezTo>
                  <a:pt x="42644" y="5686"/>
                  <a:pt x="22525" y="17101"/>
                  <a:pt x="0" y="31666"/>
                </a:cubicBezTo>
                <a:lnTo>
                  <a:pt x="602962" y="861974"/>
                </a:lnTo>
                <a:cubicBezTo>
                  <a:pt x="605411" y="860355"/>
                  <a:pt x="606723" y="859350"/>
                  <a:pt x="606723" y="859350"/>
                </a:cubicBezTo>
                <a:lnTo>
                  <a:pt x="649454" y="826284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0" name="任意多边形: 形状 39"/>
          <p:cNvSpPr/>
          <p:nvPr userDrawn="1">
            <p:custDataLst>
              <p:tags r:id="rId30"/>
            </p:custDataLst>
          </p:nvPr>
        </p:nvSpPr>
        <p:spPr>
          <a:xfrm flipH="1">
            <a:off x="902137" y="4481866"/>
            <a:ext cx="188608" cy="205532"/>
          </a:xfrm>
          <a:custGeom>
            <a:avLst/>
            <a:gdLst>
              <a:gd name="connsiteX0" fmla="*/ 35908 w 90448"/>
              <a:gd name="connsiteY0" fmla="*/ 166770 h 166770"/>
              <a:gd name="connsiteX1" fmla="*/ 90449 w 90448"/>
              <a:gd name="connsiteY1" fmla="*/ 11940 h 166770"/>
              <a:gd name="connsiteX2" fmla="*/ 53403 w 90448"/>
              <a:gd name="connsiteY2" fmla="*/ 0 h 166770"/>
              <a:gd name="connsiteX3" fmla="*/ 0 w 90448"/>
              <a:gd name="connsiteY3" fmla="*/ 146126 h 166770"/>
              <a:gd name="connsiteX4" fmla="*/ 35908 w 90448"/>
              <a:gd name="connsiteY4" fmla="*/ 166770 h 166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" h="324">
                <a:moveTo>
                  <a:pt x="48" y="221"/>
                </a:moveTo>
                <a:lnTo>
                  <a:pt x="120" y="16"/>
                </a:lnTo>
                <a:lnTo>
                  <a:pt x="71" y="0"/>
                </a:lnTo>
                <a:lnTo>
                  <a:pt x="0" y="194"/>
                </a:lnTo>
                <a:cubicBezTo>
                  <a:pt x="15" y="203"/>
                  <a:pt x="31" y="212"/>
                  <a:pt x="48" y="221"/>
                </a:cubicBezTo>
                <a:close/>
                <a:moveTo>
                  <a:pt x="132" y="269"/>
                </a:moveTo>
                <a:lnTo>
                  <a:pt x="205" y="63"/>
                </a:lnTo>
                <a:lnTo>
                  <a:pt x="155" y="47"/>
                </a:lnTo>
                <a:lnTo>
                  <a:pt x="84" y="242"/>
                </a:lnTo>
                <a:cubicBezTo>
                  <a:pt x="100" y="251"/>
                  <a:pt x="116" y="260"/>
                  <a:pt x="132" y="269"/>
                </a:cubicBezTo>
                <a:close/>
                <a:moveTo>
                  <a:pt x="227" y="324"/>
                </a:moveTo>
                <a:lnTo>
                  <a:pt x="297" y="125"/>
                </a:lnTo>
                <a:lnTo>
                  <a:pt x="248" y="109"/>
                </a:lnTo>
                <a:lnTo>
                  <a:pt x="179" y="297"/>
                </a:lnTo>
                <a:cubicBezTo>
                  <a:pt x="195" y="306"/>
                  <a:pt x="211" y="315"/>
                  <a:pt x="227" y="324"/>
                </a:cubicBezTo>
                <a:lnTo>
                  <a:pt x="227" y="324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 w="437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800"/>
          </a:p>
        </p:txBody>
      </p:sp>
      <p:sp>
        <p:nvSpPr>
          <p:cNvPr id="43" name="任意多边形: 形状 42"/>
          <p:cNvSpPr/>
          <p:nvPr userDrawn="1">
            <p:custDataLst>
              <p:tags r:id="rId31"/>
            </p:custDataLst>
          </p:nvPr>
        </p:nvSpPr>
        <p:spPr>
          <a:xfrm flipH="1">
            <a:off x="1262059" y="3210968"/>
            <a:ext cx="2237076" cy="2283121"/>
          </a:xfrm>
          <a:custGeom>
            <a:avLst/>
            <a:gdLst>
              <a:gd name="connsiteX0" fmla="*/ 621550 w 2653494"/>
              <a:gd name="connsiteY0" fmla="*/ 2692529 h 2708108"/>
              <a:gd name="connsiteX1" fmla="*/ 2653495 w 2653494"/>
              <a:gd name="connsiteY1" fmla="*/ 1812711 h 2708108"/>
              <a:gd name="connsiteX2" fmla="*/ 2409528 w 2653494"/>
              <a:gd name="connsiteY2" fmla="*/ 1355088 h 2708108"/>
              <a:gd name="connsiteX3" fmla="*/ 1112588 w 2653494"/>
              <a:gd name="connsiteY3" fmla="*/ 1946197 h 2708108"/>
              <a:gd name="connsiteX4" fmla="*/ 717553 w 2653494"/>
              <a:gd name="connsiteY4" fmla="*/ 15066 h 2708108"/>
              <a:gd name="connsiteX5" fmla="*/ 0 w 2653494"/>
              <a:gd name="connsiteY5" fmla="*/ 244687 h 2708108"/>
              <a:gd name="connsiteX6" fmla="*/ 621506 w 2653494"/>
              <a:gd name="connsiteY6" fmla="*/ 2692486 h 2708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53494" h="2708108">
                <a:moveTo>
                  <a:pt x="621550" y="2692529"/>
                </a:moveTo>
                <a:cubicBezTo>
                  <a:pt x="874701" y="2846178"/>
                  <a:pt x="2653495" y="1812711"/>
                  <a:pt x="2653495" y="1812711"/>
                </a:cubicBezTo>
                <a:lnTo>
                  <a:pt x="2409528" y="1355088"/>
                </a:lnTo>
                <a:lnTo>
                  <a:pt x="1112588" y="1946197"/>
                </a:lnTo>
                <a:cubicBezTo>
                  <a:pt x="1245112" y="534403"/>
                  <a:pt x="945249" y="113825"/>
                  <a:pt x="717553" y="15066"/>
                </a:cubicBezTo>
                <a:cubicBezTo>
                  <a:pt x="506433" y="-76519"/>
                  <a:pt x="9666" y="280858"/>
                  <a:pt x="0" y="244687"/>
                </a:cubicBezTo>
                <a:cubicBezTo>
                  <a:pt x="103438" y="632418"/>
                  <a:pt x="401858" y="2559175"/>
                  <a:pt x="621506" y="2692486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 sz="1800"/>
          </a:p>
        </p:txBody>
      </p:sp>
      <p:sp>
        <p:nvSpPr>
          <p:cNvPr id="44" name="任意多边形: 形状 43"/>
          <p:cNvSpPr/>
          <p:nvPr userDrawn="1">
            <p:custDataLst>
              <p:tags r:id="rId32"/>
            </p:custDataLst>
          </p:nvPr>
        </p:nvSpPr>
        <p:spPr>
          <a:xfrm flipH="1">
            <a:off x="1262059" y="3360802"/>
            <a:ext cx="1571526" cy="1672237"/>
          </a:xfrm>
          <a:custGeom>
            <a:avLst/>
            <a:gdLst>
              <a:gd name="connsiteX0" fmla="*/ 323192 w 1864055"/>
              <a:gd name="connsiteY0" fmla="*/ 1764142 h 1983513"/>
              <a:gd name="connsiteX1" fmla="*/ 120864 w 1864055"/>
              <a:gd name="connsiteY1" fmla="*/ 0 h 1983513"/>
              <a:gd name="connsiteX2" fmla="*/ 16244 w 1864055"/>
              <a:gd name="connsiteY2" fmla="*/ 23706 h 1983513"/>
              <a:gd name="connsiteX3" fmla="*/ 122701 w 1864055"/>
              <a:gd name="connsiteY3" fmla="*/ 569328 h 1983513"/>
              <a:gd name="connsiteX4" fmla="*/ 84387 w 1864055"/>
              <a:gd name="connsiteY4" fmla="*/ 1039153 h 1983513"/>
              <a:gd name="connsiteX5" fmla="*/ 215511 w 1864055"/>
              <a:gd name="connsiteY5" fmla="*/ 1511734 h 1983513"/>
              <a:gd name="connsiteX6" fmla="*/ 84956 w 1864055"/>
              <a:gd name="connsiteY6" fmla="*/ 1977099 h 1983513"/>
              <a:gd name="connsiteX7" fmla="*/ 523159 w 1864055"/>
              <a:gd name="connsiteY7" fmla="*/ 1769828 h 1983513"/>
              <a:gd name="connsiteX8" fmla="*/ 1080415 w 1864055"/>
              <a:gd name="connsiteY8" fmla="*/ 1641940 h 1983513"/>
              <a:gd name="connsiteX9" fmla="*/ 1440198 w 1864055"/>
              <a:gd name="connsiteY9" fmla="*/ 1385290 h 1983513"/>
              <a:gd name="connsiteX10" fmla="*/ 1861781 w 1864055"/>
              <a:gd name="connsiteY10" fmla="*/ 1632012 h 1983513"/>
              <a:gd name="connsiteX11" fmla="*/ 1864056 w 1864055"/>
              <a:gd name="connsiteY11" fmla="*/ 1630699 h 1983513"/>
              <a:gd name="connsiteX12" fmla="*/ 1620089 w 1864055"/>
              <a:gd name="connsiteY12" fmla="*/ 1173121 h 1983513"/>
              <a:gd name="connsiteX13" fmla="*/ 323149 w 1864055"/>
              <a:gd name="connsiteY13" fmla="*/ 1764229 h 1983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64055" h="1983513">
                <a:moveTo>
                  <a:pt x="323192" y="1764142"/>
                </a:moveTo>
                <a:cubicBezTo>
                  <a:pt x="419458" y="738504"/>
                  <a:pt x="287547" y="236006"/>
                  <a:pt x="120864" y="0"/>
                </a:cubicBezTo>
                <a:cubicBezTo>
                  <a:pt x="64837" y="5467"/>
                  <a:pt x="26872" y="13209"/>
                  <a:pt x="16244" y="23706"/>
                </a:cubicBezTo>
                <a:cubicBezTo>
                  <a:pt x="-49405" y="88306"/>
                  <a:pt x="103894" y="252495"/>
                  <a:pt x="122701" y="569328"/>
                </a:cubicBezTo>
                <a:cubicBezTo>
                  <a:pt x="136522" y="802666"/>
                  <a:pt x="59501" y="816662"/>
                  <a:pt x="84387" y="1039153"/>
                </a:cubicBezTo>
                <a:cubicBezTo>
                  <a:pt x="112598" y="1291342"/>
                  <a:pt x="215817" y="1311068"/>
                  <a:pt x="215511" y="1511734"/>
                </a:cubicBezTo>
                <a:cubicBezTo>
                  <a:pt x="215118" y="1774770"/>
                  <a:pt x="37544" y="1934280"/>
                  <a:pt x="84956" y="1977099"/>
                </a:cubicBezTo>
                <a:cubicBezTo>
                  <a:pt x="127862" y="2015894"/>
                  <a:pt x="255269" y="1870161"/>
                  <a:pt x="523159" y="1769828"/>
                </a:cubicBezTo>
                <a:cubicBezTo>
                  <a:pt x="797042" y="1667220"/>
                  <a:pt x="866496" y="1752552"/>
                  <a:pt x="1080415" y="1641940"/>
                </a:cubicBezTo>
                <a:cubicBezTo>
                  <a:pt x="1296302" y="1530323"/>
                  <a:pt x="1298096" y="1405934"/>
                  <a:pt x="1440198" y="1385290"/>
                </a:cubicBezTo>
                <a:cubicBezTo>
                  <a:pt x="1612698" y="1360228"/>
                  <a:pt x="1767834" y="1520569"/>
                  <a:pt x="1861781" y="1632012"/>
                </a:cubicBezTo>
                <a:cubicBezTo>
                  <a:pt x="1863224" y="1631181"/>
                  <a:pt x="1864056" y="1630699"/>
                  <a:pt x="1864056" y="1630699"/>
                </a:cubicBezTo>
                <a:lnTo>
                  <a:pt x="1620089" y="1173121"/>
                </a:lnTo>
                <a:lnTo>
                  <a:pt x="323149" y="1764229"/>
                </a:lnTo>
                <a:close/>
              </a:path>
            </a:pathLst>
          </a:custGeom>
          <a:solidFill>
            <a:schemeClr val="accent1">
              <a:lumMod val="10000"/>
              <a:alpha val="8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 sz="1800"/>
          </a:p>
        </p:txBody>
      </p:sp>
      <p:sp>
        <p:nvSpPr>
          <p:cNvPr id="45" name="任意多边形: 形状 44"/>
          <p:cNvSpPr/>
          <p:nvPr userDrawn="1">
            <p:custDataLst>
              <p:tags r:id="rId33"/>
            </p:custDataLst>
          </p:nvPr>
        </p:nvSpPr>
        <p:spPr>
          <a:xfrm flipH="1">
            <a:off x="3578672" y="2298759"/>
            <a:ext cx="1183436" cy="920385"/>
          </a:xfrm>
          <a:custGeom>
            <a:avLst/>
            <a:gdLst>
              <a:gd name="connsiteX0" fmla="*/ 1403726 w 1403725"/>
              <a:gd name="connsiteY0" fmla="*/ 60766 h 1091709"/>
              <a:gd name="connsiteX1" fmla="*/ 1322331 w 1403725"/>
              <a:gd name="connsiteY1" fmla="*/ 64659 h 1091709"/>
              <a:gd name="connsiteX2" fmla="*/ 802339 w 1403725"/>
              <a:gd name="connsiteY2" fmla="*/ 682185 h 1091709"/>
              <a:gd name="connsiteX3" fmla="*/ 635350 w 1403725"/>
              <a:gd name="connsiteY3" fmla="*/ 440099 h 1091709"/>
              <a:gd name="connsiteX4" fmla="*/ 211230 w 1403725"/>
              <a:gd name="connsiteY4" fmla="*/ 8019 h 1091709"/>
              <a:gd name="connsiteX5" fmla="*/ 109803 w 1403725"/>
              <a:gd name="connsiteY5" fmla="*/ 15192 h 1091709"/>
              <a:gd name="connsiteX6" fmla="*/ 4265 w 1403725"/>
              <a:gd name="connsiteY6" fmla="*/ 71044 h 1091709"/>
              <a:gd name="connsiteX7" fmla="*/ 634913 w 1403725"/>
              <a:gd name="connsiteY7" fmla="*/ 1049097 h 1091709"/>
              <a:gd name="connsiteX8" fmla="*/ 1310697 w 1403725"/>
              <a:gd name="connsiteY8" fmla="*/ 904676 h 1091709"/>
              <a:gd name="connsiteX9" fmla="*/ 1403682 w 1403725"/>
              <a:gd name="connsiteY9" fmla="*/ 60766 h 1091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03725" h="1091709">
                <a:moveTo>
                  <a:pt x="1403726" y="60766"/>
                </a:moveTo>
                <a:lnTo>
                  <a:pt x="1322331" y="64659"/>
                </a:lnTo>
                <a:cubicBezTo>
                  <a:pt x="1322331" y="64659"/>
                  <a:pt x="1171131" y="166785"/>
                  <a:pt x="802339" y="682185"/>
                </a:cubicBezTo>
                <a:cubicBezTo>
                  <a:pt x="773035" y="620822"/>
                  <a:pt x="687791" y="501331"/>
                  <a:pt x="635350" y="440099"/>
                </a:cubicBezTo>
                <a:cubicBezTo>
                  <a:pt x="400568" y="166173"/>
                  <a:pt x="331376" y="124579"/>
                  <a:pt x="211230" y="8019"/>
                </a:cubicBezTo>
                <a:cubicBezTo>
                  <a:pt x="194916" y="-7814"/>
                  <a:pt x="151703" y="2596"/>
                  <a:pt x="109803" y="15192"/>
                </a:cubicBezTo>
                <a:cubicBezTo>
                  <a:pt x="59330" y="30412"/>
                  <a:pt x="8158" y="53724"/>
                  <a:pt x="4265" y="71044"/>
                </a:cubicBezTo>
                <a:cubicBezTo>
                  <a:pt x="-45989" y="294804"/>
                  <a:pt x="358931" y="921384"/>
                  <a:pt x="634913" y="1049097"/>
                </a:cubicBezTo>
                <a:cubicBezTo>
                  <a:pt x="959137" y="1199159"/>
                  <a:pt x="1310697" y="904676"/>
                  <a:pt x="1310697" y="904676"/>
                </a:cubicBezTo>
                <a:lnTo>
                  <a:pt x="1403682" y="60766"/>
                </a:lnTo>
                <a:close/>
              </a:path>
            </a:pathLst>
          </a:custGeom>
          <a:solidFill>
            <a:schemeClr val="accent1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6" name="任意多边形: 形状 45"/>
          <p:cNvSpPr/>
          <p:nvPr userDrawn="1">
            <p:custDataLst>
              <p:tags r:id="rId34"/>
            </p:custDataLst>
          </p:nvPr>
        </p:nvSpPr>
        <p:spPr>
          <a:xfrm flipH="1">
            <a:off x="3582987" y="2399987"/>
            <a:ext cx="212686" cy="747649"/>
          </a:xfrm>
          <a:custGeom>
            <a:avLst/>
            <a:gdLst>
              <a:gd name="connsiteX0" fmla="*/ 0 w 252276"/>
              <a:gd name="connsiteY0" fmla="*/ 886776 h 886819"/>
              <a:gd name="connsiteX1" fmla="*/ 168782 w 252276"/>
              <a:gd name="connsiteY1" fmla="*/ 780275 h 886819"/>
              <a:gd name="connsiteX2" fmla="*/ 252276 w 252276"/>
              <a:gd name="connsiteY2" fmla="*/ 22484 h 886819"/>
              <a:gd name="connsiteX3" fmla="*/ 216849 w 252276"/>
              <a:gd name="connsiteY3" fmla="*/ 3 h 886819"/>
              <a:gd name="connsiteX4" fmla="*/ 178885 w 252276"/>
              <a:gd name="connsiteY4" fmla="*/ 7744 h 886819"/>
              <a:gd name="connsiteX5" fmla="*/ 84282 w 252276"/>
              <a:gd name="connsiteY5" fmla="*/ 345002 h 886819"/>
              <a:gd name="connsiteX6" fmla="*/ 0 w 252276"/>
              <a:gd name="connsiteY6" fmla="*/ 886819 h 8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276" h="886819">
                <a:moveTo>
                  <a:pt x="0" y="886776"/>
                </a:moveTo>
                <a:cubicBezTo>
                  <a:pt x="102083" y="836128"/>
                  <a:pt x="168782" y="780275"/>
                  <a:pt x="168782" y="780275"/>
                </a:cubicBezTo>
                <a:lnTo>
                  <a:pt x="252276" y="22484"/>
                </a:lnTo>
                <a:cubicBezTo>
                  <a:pt x="240467" y="7963"/>
                  <a:pt x="228527" y="90"/>
                  <a:pt x="216849" y="3"/>
                </a:cubicBezTo>
                <a:cubicBezTo>
                  <a:pt x="203378" y="-85"/>
                  <a:pt x="190694" y="1927"/>
                  <a:pt x="178885" y="7744"/>
                </a:cubicBezTo>
                <a:cubicBezTo>
                  <a:pt x="93510" y="49645"/>
                  <a:pt x="92985" y="207536"/>
                  <a:pt x="84282" y="345002"/>
                </a:cubicBezTo>
                <a:cubicBezTo>
                  <a:pt x="65168" y="647095"/>
                  <a:pt x="3193" y="777563"/>
                  <a:pt x="0" y="886819"/>
                </a:cubicBez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7" name="任意多边形: 形状 46"/>
          <p:cNvSpPr/>
          <p:nvPr userDrawn="1">
            <p:custDataLst>
              <p:tags r:id="rId35"/>
            </p:custDataLst>
          </p:nvPr>
        </p:nvSpPr>
        <p:spPr>
          <a:xfrm flipH="1">
            <a:off x="3905041" y="3061984"/>
            <a:ext cx="402363" cy="157178"/>
          </a:xfrm>
          <a:custGeom>
            <a:avLst/>
            <a:gdLst>
              <a:gd name="connsiteX0" fmla="*/ 0 w 477260"/>
              <a:gd name="connsiteY0" fmla="*/ 84276 h 186435"/>
              <a:gd name="connsiteX1" fmla="*/ 95610 w 477260"/>
              <a:gd name="connsiteY1" fmla="*/ 143846 h 186435"/>
              <a:gd name="connsiteX2" fmla="*/ 477261 w 477260"/>
              <a:gd name="connsiteY2" fmla="*/ 156661 h 186435"/>
              <a:gd name="connsiteX3" fmla="*/ 310884 w 477260"/>
              <a:gd name="connsiteY3" fmla="*/ 17008 h 186435"/>
              <a:gd name="connsiteX4" fmla="*/ 0 w 477260"/>
              <a:gd name="connsiteY4" fmla="*/ 84276 h 186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260" h="186435">
                <a:moveTo>
                  <a:pt x="0" y="84276"/>
                </a:moveTo>
                <a:cubicBezTo>
                  <a:pt x="32934" y="109425"/>
                  <a:pt x="65037" y="129675"/>
                  <a:pt x="95610" y="143846"/>
                </a:cubicBezTo>
                <a:cubicBezTo>
                  <a:pt x="226734" y="204509"/>
                  <a:pt x="362276" y="192482"/>
                  <a:pt x="477261" y="156661"/>
                </a:cubicBezTo>
                <a:cubicBezTo>
                  <a:pt x="442052" y="93548"/>
                  <a:pt x="384494" y="42594"/>
                  <a:pt x="310884" y="17008"/>
                </a:cubicBezTo>
                <a:cubicBezTo>
                  <a:pt x="199136" y="-21831"/>
                  <a:pt x="80214" y="8042"/>
                  <a:pt x="0" y="84276"/>
                </a:cubicBez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8" name="任意多边形: 形状 47"/>
          <p:cNvSpPr/>
          <p:nvPr userDrawn="1">
            <p:custDataLst>
              <p:tags r:id="rId36"/>
            </p:custDataLst>
          </p:nvPr>
        </p:nvSpPr>
        <p:spPr>
          <a:xfrm flipH="1">
            <a:off x="2579917" y="2166808"/>
            <a:ext cx="1115533" cy="1376941"/>
          </a:xfrm>
          <a:custGeom>
            <a:avLst/>
            <a:gdLst>
              <a:gd name="connsiteX0" fmla="*/ 33721 w 1323182"/>
              <a:gd name="connsiteY0" fmla="*/ 241422 h 1633250"/>
              <a:gd name="connsiteX1" fmla="*/ 224066 w 1323182"/>
              <a:gd name="connsiteY1" fmla="*/ 175510 h 1633250"/>
              <a:gd name="connsiteX2" fmla="*/ 628985 w 1323182"/>
              <a:gd name="connsiteY2" fmla="*/ 74520 h 1633250"/>
              <a:gd name="connsiteX3" fmla="*/ 943325 w 1323182"/>
              <a:gd name="connsiteY3" fmla="*/ 1610 h 1633250"/>
              <a:gd name="connsiteX4" fmla="*/ 1323183 w 1323182"/>
              <a:gd name="connsiteY4" fmla="*/ 1519686 h 1633250"/>
              <a:gd name="connsiteX5" fmla="*/ 613546 w 1323182"/>
              <a:gd name="connsiteY5" fmla="*/ 1621113 h 1633250"/>
              <a:gd name="connsiteX6" fmla="*/ 89005 w 1323182"/>
              <a:gd name="connsiteY6" fmla="*/ 1615165 h 1633250"/>
              <a:gd name="connsiteX7" fmla="*/ 33721 w 1323182"/>
              <a:gd name="connsiteY7" fmla="*/ 241422 h 163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3182" h="1633250">
                <a:moveTo>
                  <a:pt x="33721" y="241422"/>
                </a:moveTo>
                <a:cubicBezTo>
                  <a:pt x="66349" y="193005"/>
                  <a:pt x="224066" y="175510"/>
                  <a:pt x="224066" y="175510"/>
                </a:cubicBezTo>
                <a:lnTo>
                  <a:pt x="628985" y="74520"/>
                </a:lnTo>
                <a:cubicBezTo>
                  <a:pt x="628985" y="74520"/>
                  <a:pt x="916383" y="-12823"/>
                  <a:pt x="943325" y="1610"/>
                </a:cubicBezTo>
                <a:cubicBezTo>
                  <a:pt x="1281326" y="182682"/>
                  <a:pt x="1323183" y="1519686"/>
                  <a:pt x="1323183" y="1519686"/>
                </a:cubicBezTo>
                <a:cubicBezTo>
                  <a:pt x="1186242" y="1571865"/>
                  <a:pt x="875882" y="1615427"/>
                  <a:pt x="613546" y="1621113"/>
                </a:cubicBezTo>
                <a:cubicBezTo>
                  <a:pt x="402951" y="1625662"/>
                  <a:pt x="215231" y="1649148"/>
                  <a:pt x="89005" y="1615165"/>
                </a:cubicBezTo>
                <a:cubicBezTo>
                  <a:pt x="-27598" y="883397"/>
                  <a:pt x="-10934" y="307727"/>
                  <a:pt x="33721" y="241422"/>
                </a:cubicBezTo>
                <a:close/>
              </a:path>
            </a:pathLst>
          </a:custGeom>
          <a:solidFill>
            <a:schemeClr val="accent1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9" name="任意多边形: 形状 48"/>
          <p:cNvSpPr/>
          <p:nvPr userDrawn="1">
            <p:custDataLst>
              <p:tags r:id="rId37"/>
            </p:custDataLst>
          </p:nvPr>
        </p:nvSpPr>
        <p:spPr>
          <a:xfrm flipH="1">
            <a:off x="2581798" y="2345551"/>
            <a:ext cx="503016" cy="1183652"/>
          </a:xfrm>
          <a:custGeom>
            <a:avLst/>
            <a:gdLst>
              <a:gd name="connsiteX0" fmla="*/ 596649 w 596649"/>
              <a:gd name="connsiteY0" fmla="*/ 1254443 h 1403980"/>
              <a:gd name="connsiteX1" fmla="*/ 432328 w 596649"/>
              <a:gd name="connsiteY1" fmla="*/ 137700 h 1403980"/>
              <a:gd name="connsiteX2" fmla="*/ 298886 w 596649"/>
              <a:gd name="connsiteY2" fmla="*/ 2945 h 1403980"/>
              <a:gd name="connsiteX3" fmla="*/ 9039 w 596649"/>
              <a:gd name="connsiteY3" fmla="*/ 1377082 h 1403980"/>
              <a:gd name="connsiteX4" fmla="*/ 11795 w 596649"/>
              <a:gd name="connsiteY4" fmla="*/ 1403980 h 1403980"/>
              <a:gd name="connsiteX5" fmla="*/ 413784 w 596649"/>
              <a:gd name="connsiteY5" fmla="*/ 1355651 h 1403980"/>
              <a:gd name="connsiteX6" fmla="*/ 596649 w 596649"/>
              <a:gd name="connsiteY6" fmla="*/ 1254487 h 1403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6649" h="1403980">
                <a:moveTo>
                  <a:pt x="596649" y="1254443"/>
                </a:moveTo>
                <a:cubicBezTo>
                  <a:pt x="588296" y="1080587"/>
                  <a:pt x="552912" y="518301"/>
                  <a:pt x="432328" y="137700"/>
                </a:cubicBezTo>
                <a:cubicBezTo>
                  <a:pt x="384305" y="44845"/>
                  <a:pt x="338075" y="-14156"/>
                  <a:pt x="298886" y="2945"/>
                </a:cubicBezTo>
                <a:cubicBezTo>
                  <a:pt x="184032" y="53068"/>
                  <a:pt x="493736" y="982222"/>
                  <a:pt x="9039" y="1377082"/>
                </a:cubicBezTo>
                <a:cubicBezTo>
                  <a:pt x="-4475" y="1388104"/>
                  <a:pt x="-2245" y="1397288"/>
                  <a:pt x="11795" y="1403980"/>
                </a:cubicBezTo>
                <a:cubicBezTo>
                  <a:pt x="152148" y="1395452"/>
                  <a:pt x="296306" y="1378000"/>
                  <a:pt x="413784" y="1355651"/>
                </a:cubicBezTo>
                <a:cubicBezTo>
                  <a:pt x="479390" y="1330983"/>
                  <a:pt x="543115" y="1297786"/>
                  <a:pt x="596649" y="1254487"/>
                </a:cubicBez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0" name="任意多边形: 形状 49"/>
          <p:cNvSpPr/>
          <p:nvPr userDrawn="1">
            <p:custDataLst>
              <p:tags r:id="rId38"/>
            </p:custDataLst>
          </p:nvPr>
        </p:nvSpPr>
        <p:spPr>
          <a:xfrm flipH="1">
            <a:off x="1957849" y="1430540"/>
            <a:ext cx="1172503" cy="1341983"/>
          </a:xfrm>
          <a:custGeom>
            <a:avLst/>
            <a:gdLst>
              <a:gd name="connsiteX0" fmla="*/ 247056 w 1390757"/>
              <a:gd name="connsiteY0" fmla="*/ 868720 h 1591784"/>
              <a:gd name="connsiteX1" fmla="*/ 160 w 1390757"/>
              <a:gd name="connsiteY1" fmla="*/ 1028754 h 1591784"/>
              <a:gd name="connsiteX2" fmla="*/ 240277 w 1390757"/>
              <a:gd name="connsiteY2" fmla="*/ 1296470 h 1591784"/>
              <a:gd name="connsiteX3" fmla="*/ 1315338 w 1390757"/>
              <a:gd name="connsiteY3" fmla="*/ 1538905 h 1591784"/>
              <a:gd name="connsiteX4" fmla="*/ 1315251 w 1390757"/>
              <a:gd name="connsiteY4" fmla="*/ 37581 h 1591784"/>
              <a:gd name="connsiteX5" fmla="*/ 1197554 w 1390757"/>
              <a:gd name="connsiteY5" fmla="*/ 273 h 1591784"/>
              <a:gd name="connsiteX6" fmla="*/ 1083925 w 1390757"/>
              <a:gd name="connsiteY6" fmla="*/ 22666 h 1591784"/>
              <a:gd name="connsiteX7" fmla="*/ 992295 w 1390757"/>
              <a:gd name="connsiteY7" fmla="*/ 363598 h 1591784"/>
              <a:gd name="connsiteX8" fmla="*/ 972788 w 1390757"/>
              <a:gd name="connsiteY8" fmla="*/ 999057 h 1591784"/>
              <a:gd name="connsiteX9" fmla="*/ 247056 w 1390757"/>
              <a:gd name="connsiteY9" fmla="*/ 868763 h 159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90757" h="1591784">
                <a:moveTo>
                  <a:pt x="247056" y="868720"/>
                </a:moveTo>
                <a:cubicBezTo>
                  <a:pt x="137495" y="878080"/>
                  <a:pt x="-5439" y="955407"/>
                  <a:pt x="160" y="1028754"/>
                </a:cubicBezTo>
                <a:cubicBezTo>
                  <a:pt x="3921" y="1078396"/>
                  <a:pt x="18835" y="1183234"/>
                  <a:pt x="240277" y="1296470"/>
                </a:cubicBezTo>
                <a:cubicBezTo>
                  <a:pt x="548625" y="1454143"/>
                  <a:pt x="1145594" y="1700690"/>
                  <a:pt x="1315338" y="1538905"/>
                </a:cubicBezTo>
                <a:cubicBezTo>
                  <a:pt x="1485083" y="1377121"/>
                  <a:pt x="1315251" y="37581"/>
                  <a:pt x="1315251" y="37581"/>
                </a:cubicBezTo>
                <a:cubicBezTo>
                  <a:pt x="1296750" y="25859"/>
                  <a:pt x="1255244" y="3028"/>
                  <a:pt x="1197554" y="273"/>
                </a:cubicBezTo>
                <a:cubicBezTo>
                  <a:pt x="1144326" y="-2264"/>
                  <a:pt x="1103606" y="13482"/>
                  <a:pt x="1083925" y="22666"/>
                </a:cubicBezTo>
                <a:cubicBezTo>
                  <a:pt x="1048847" y="120244"/>
                  <a:pt x="1018581" y="234967"/>
                  <a:pt x="992295" y="363598"/>
                </a:cubicBezTo>
                <a:cubicBezTo>
                  <a:pt x="952494" y="558623"/>
                  <a:pt x="924721" y="802720"/>
                  <a:pt x="972788" y="999057"/>
                </a:cubicBezTo>
                <a:cubicBezTo>
                  <a:pt x="972788" y="999057"/>
                  <a:pt x="672313" y="832330"/>
                  <a:pt x="247056" y="868763"/>
                </a:cubicBezTo>
                <a:close/>
              </a:path>
            </a:pathLst>
          </a:custGeom>
          <a:solidFill>
            <a:schemeClr val="accent1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1" name="任意多边形: 形状 50"/>
          <p:cNvSpPr/>
          <p:nvPr userDrawn="1">
            <p:custDataLst>
              <p:tags r:id="rId39"/>
            </p:custDataLst>
          </p:nvPr>
        </p:nvSpPr>
        <p:spPr>
          <a:xfrm flipH="1">
            <a:off x="1957898" y="2481516"/>
            <a:ext cx="224826" cy="290939"/>
          </a:xfrm>
          <a:custGeom>
            <a:avLst/>
            <a:gdLst>
              <a:gd name="connsiteX0" fmla="*/ 266677 w 266676"/>
              <a:gd name="connsiteY0" fmla="*/ 0 h 345095"/>
              <a:gd name="connsiteX1" fmla="*/ 117533 w 266676"/>
              <a:gd name="connsiteY1" fmla="*/ 57689 h 345095"/>
              <a:gd name="connsiteX2" fmla="*/ 4559 w 266676"/>
              <a:gd name="connsiteY2" fmla="*/ 344912 h 345095"/>
              <a:gd name="connsiteX3" fmla="*/ 195691 w 266676"/>
              <a:gd name="connsiteY3" fmla="*/ 292296 h 345095"/>
              <a:gd name="connsiteX4" fmla="*/ 266677 w 266676"/>
              <a:gd name="connsiteY4" fmla="*/ 44 h 345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676" h="345095">
                <a:moveTo>
                  <a:pt x="266677" y="0"/>
                </a:moveTo>
                <a:cubicBezTo>
                  <a:pt x="214323" y="4855"/>
                  <a:pt x="162626" y="23793"/>
                  <a:pt x="117533" y="57689"/>
                </a:cubicBezTo>
                <a:cubicBezTo>
                  <a:pt x="25685" y="126663"/>
                  <a:pt x="-14291" y="239024"/>
                  <a:pt x="4559" y="344912"/>
                </a:cubicBezTo>
                <a:cubicBezTo>
                  <a:pt x="86873" y="346967"/>
                  <a:pt x="154141" y="331878"/>
                  <a:pt x="195691" y="292296"/>
                </a:cubicBezTo>
                <a:cubicBezTo>
                  <a:pt x="237110" y="252801"/>
                  <a:pt x="258323" y="143196"/>
                  <a:pt x="266677" y="44"/>
                </a:cubicBez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2" name="任意多边形: 形状 51"/>
          <p:cNvSpPr/>
          <p:nvPr userDrawn="1">
            <p:custDataLst>
              <p:tags r:id="rId40"/>
            </p:custDataLst>
          </p:nvPr>
        </p:nvSpPr>
        <p:spPr>
          <a:xfrm flipH="1">
            <a:off x="3540323" y="1860756"/>
            <a:ext cx="36129" cy="126147"/>
          </a:xfrm>
          <a:custGeom>
            <a:avLst/>
            <a:gdLst>
              <a:gd name="connsiteX0" fmla="*/ 42810 w 42853"/>
              <a:gd name="connsiteY0" fmla="*/ 38790 h 149628"/>
              <a:gd name="connsiteX1" fmla="*/ 29689 w 42853"/>
              <a:gd name="connsiteY1" fmla="*/ 145509 h 149628"/>
              <a:gd name="connsiteX2" fmla="*/ 5721 w 42853"/>
              <a:gd name="connsiteY2" fmla="*/ 23307 h 149628"/>
              <a:gd name="connsiteX3" fmla="*/ 42854 w 42853"/>
              <a:gd name="connsiteY3" fmla="*/ 38790 h 149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53" h="149628">
                <a:moveTo>
                  <a:pt x="42810" y="38790"/>
                </a:moveTo>
                <a:cubicBezTo>
                  <a:pt x="42810" y="38790"/>
                  <a:pt x="32532" y="123990"/>
                  <a:pt x="29689" y="145509"/>
                </a:cubicBezTo>
                <a:cubicBezTo>
                  <a:pt x="26540" y="169477"/>
                  <a:pt x="-14879" y="83621"/>
                  <a:pt x="5721" y="23307"/>
                </a:cubicBezTo>
                <a:cubicBezTo>
                  <a:pt x="26277" y="-37007"/>
                  <a:pt x="42854" y="38790"/>
                  <a:pt x="42854" y="38790"/>
                </a:cubicBezTo>
                <a:close/>
              </a:path>
            </a:pathLst>
          </a:custGeom>
          <a:solidFill>
            <a:schemeClr val="tx2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3" name="任意多边形: 形状 52"/>
          <p:cNvSpPr/>
          <p:nvPr userDrawn="1">
            <p:custDataLst>
              <p:tags r:id="rId41"/>
            </p:custDataLst>
          </p:nvPr>
        </p:nvSpPr>
        <p:spPr>
          <a:xfrm flipH="1">
            <a:off x="3228860" y="1735110"/>
            <a:ext cx="364329" cy="451638"/>
          </a:xfrm>
          <a:custGeom>
            <a:avLst/>
            <a:gdLst>
              <a:gd name="connsiteX0" fmla="*/ 81731 w 432146"/>
              <a:gd name="connsiteY0" fmla="*/ 319384 h 535708"/>
              <a:gd name="connsiteX1" fmla="*/ 12889 w 432146"/>
              <a:gd name="connsiteY1" fmla="*/ 217433 h 535708"/>
              <a:gd name="connsiteX2" fmla="*/ 82606 w 432146"/>
              <a:gd name="connsiteY2" fmla="*/ 19434 h 535708"/>
              <a:gd name="connsiteX3" fmla="*/ 295213 w 432146"/>
              <a:gd name="connsiteY3" fmla="*/ 54862 h 535708"/>
              <a:gd name="connsiteX4" fmla="*/ 429443 w 432146"/>
              <a:gd name="connsiteY4" fmla="*/ 250367 h 535708"/>
              <a:gd name="connsiteX5" fmla="*/ 334970 w 432146"/>
              <a:gd name="connsiteY5" fmla="*/ 535709 h 535708"/>
              <a:gd name="connsiteX6" fmla="*/ 81731 w 432146"/>
              <a:gd name="connsiteY6" fmla="*/ 319428 h 53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146" h="535708">
                <a:moveTo>
                  <a:pt x="81731" y="319384"/>
                </a:moveTo>
                <a:cubicBezTo>
                  <a:pt x="81731" y="319384"/>
                  <a:pt x="-2463" y="315142"/>
                  <a:pt x="12889" y="217433"/>
                </a:cubicBezTo>
                <a:cubicBezTo>
                  <a:pt x="12889" y="217433"/>
                  <a:pt x="-44407" y="79529"/>
                  <a:pt x="82606" y="19434"/>
                </a:cubicBezTo>
                <a:cubicBezTo>
                  <a:pt x="209619" y="-40661"/>
                  <a:pt x="191249" y="58098"/>
                  <a:pt x="295213" y="54862"/>
                </a:cubicBezTo>
                <a:cubicBezTo>
                  <a:pt x="399176" y="51625"/>
                  <a:pt x="444094" y="199107"/>
                  <a:pt x="429443" y="250367"/>
                </a:cubicBezTo>
                <a:cubicBezTo>
                  <a:pt x="405125" y="335392"/>
                  <a:pt x="368035" y="505180"/>
                  <a:pt x="334970" y="535709"/>
                </a:cubicBezTo>
                <a:lnTo>
                  <a:pt x="81731" y="319428"/>
                </a:lnTo>
                <a:close/>
              </a:path>
            </a:pathLst>
          </a:custGeom>
          <a:solidFill>
            <a:srgbClr val="000000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4" name="任意多边形: 形状 53"/>
          <p:cNvSpPr/>
          <p:nvPr userDrawn="1">
            <p:custDataLst>
              <p:tags r:id="rId42"/>
            </p:custDataLst>
          </p:nvPr>
        </p:nvSpPr>
        <p:spPr>
          <a:xfrm flipH="1">
            <a:off x="3164753" y="2011047"/>
            <a:ext cx="343675" cy="390492"/>
          </a:xfrm>
          <a:custGeom>
            <a:avLst/>
            <a:gdLst>
              <a:gd name="connsiteX0" fmla="*/ 44 w 407648"/>
              <a:gd name="connsiteY0" fmla="*/ 359258 h 463180"/>
              <a:gd name="connsiteX1" fmla="*/ 89443 w 407648"/>
              <a:gd name="connsiteY1" fmla="*/ 334677 h 463180"/>
              <a:gd name="connsiteX2" fmla="*/ 32890 w 407648"/>
              <a:gd name="connsiteY2" fmla="*/ 59614 h 463180"/>
              <a:gd name="connsiteX3" fmla="*/ 213788 w 407648"/>
              <a:gd name="connsiteY3" fmla="*/ 0 h 463180"/>
              <a:gd name="connsiteX4" fmla="*/ 304018 w 407648"/>
              <a:gd name="connsiteY4" fmla="*/ 281755 h 463180"/>
              <a:gd name="connsiteX5" fmla="*/ 404919 w 407648"/>
              <a:gd name="connsiteY5" fmla="*/ 258225 h 463180"/>
              <a:gd name="connsiteX6" fmla="*/ 237756 w 407648"/>
              <a:gd name="connsiteY6" fmla="*/ 452418 h 463180"/>
              <a:gd name="connsiteX7" fmla="*/ 0 w 407648"/>
              <a:gd name="connsiteY7" fmla="*/ 359214 h 463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7648" h="463180">
                <a:moveTo>
                  <a:pt x="44" y="359258"/>
                </a:moveTo>
                <a:lnTo>
                  <a:pt x="89443" y="334677"/>
                </a:lnTo>
                <a:lnTo>
                  <a:pt x="32890" y="59614"/>
                </a:lnTo>
                <a:lnTo>
                  <a:pt x="213788" y="0"/>
                </a:lnTo>
                <a:lnTo>
                  <a:pt x="304018" y="281755"/>
                </a:lnTo>
                <a:lnTo>
                  <a:pt x="404919" y="258225"/>
                </a:lnTo>
                <a:cubicBezTo>
                  <a:pt x="404919" y="258225"/>
                  <a:pt x="442621" y="401945"/>
                  <a:pt x="237756" y="452418"/>
                </a:cubicBezTo>
                <a:cubicBezTo>
                  <a:pt x="32890" y="502935"/>
                  <a:pt x="0" y="359214"/>
                  <a:pt x="0" y="359214"/>
                </a:cubicBezTo>
                <a:close/>
              </a:path>
            </a:pathLst>
          </a:custGeom>
          <a:solidFill>
            <a:srgbClr val="F6A68F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5" name="任意多边形: 形状 54"/>
          <p:cNvSpPr/>
          <p:nvPr userDrawn="1">
            <p:custDataLst>
              <p:tags r:id="rId43"/>
            </p:custDataLst>
          </p:nvPr>
        </p:nvSpPr>
        <p:spPr>
          <a:xfrm flipH="1">
            <a:off x="3246276" y="1815856"/>
            <a:ext cx="314924" cy="393526"/>
          </a:xfrm>
          <a:custGeom>
            <a:avLst/>
            <a:gdLst>
              <a:gd name="connsiteX0" fmla="*/ 370068 w 373545"/>
              <a:gd name="connsiteY0" fmla="*/ 168719 h 466779"/>
              <a:gd name="connsiteX1" fmla="*/ 47900 w 373545"/>
              <a:gd name="connsiteY1" fmla="*/ 446713 h 466779"/>
              <a:gd name="connsiteX2" fmla="*/ 226 w 373545"/>
              <a:gd name="connsiteY2" fmla="*/ 237868 h 466779"/>
              <a:gd name="connsiteX3" fmla="*/ 29793 w 373545"/>
              <a:gd name="connsiteY3" fmla="*/ 91785 h 466779"/>
              <a:gd name="connsiteX4" fmla="*/ 234745 w 373545"/>
              <a:gd name="connsiteY4" fmla="*/ 15464 h 466779"/>
              <a:gd name="connsiteX5" fmla="*/ 370112 w 373545"/>
              <a:gd name="connsiteY5" fmla="*/ 168719 h 466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3545" h="466779">
                <a:moveTo>
                  <a:pt x="370068" y="168719"/>
                </a:moveTo>
                <a:cubicBezTo>
                  <a:pt x="346407" y="301287"/>
                  <a:pt x="252590" y="536943"/>
                  <a:pt x="47900" y="446713"/>
                </a:cubicBezTo>
                <a:cubicBezTo>
                  <a:pt x="10373" y="430180"/>
                  <a:pt x="-1873" y="348654"/>
                  <a:pt x="226" y="237868"/>
                </a:cubicBezTo>
                <a:cubicBezTo>
                  <a:pt x="1014" y="197017"/>
                  <a:pt x="1276" y="131543"/>
                  <a:pt x="29793" y="91785"/>
                </a:cubicBezTo>
                <a:cubicBezTo>
                  <a:pt x="112587" y="-23593"/>
                  <a:pt x="117311" y="-5443"/>
                  <a:pt x="234745" y="15464"/>
                </a:cubicBezTo>
                <a:cubicBezTo>
                  <a:pt x="289723" y="25261"/>
                  <a:pt x="393730" y="36152"/>
                  <a:pt x="370112" y="168719"/>
                </a:cubicBezTo>
                <a:close/>
              </a:path>
            </a:pathLst>
          </a:custGeom>
          <a:solidFill>
            <a:srgbClr val="F9C3B5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6" name="任意多边形: 形状 55"/>
          <p:cNvSpPr/>
          <p:nvPr userDrawn="1">
            <p:custDataLst>
              <p:tags r:id="rId44"/>
            </p:custDataLst>
          </p:nvPr>
        </p:nvSpPr>
        <p:spPr>
          <a:xfrm flipH="1">
            <a:off x="3311289" y="2076350"/>
            <a:ext cx="92122" cy="92122"/>
          </a:xfrm>
          <a:custGeom>
            <a:avLst/>
            <a:gdLst>
              <a:gd name="connsiteX0" fmla="*/ 122727 w 122726"/>
              <a:gd name="connsiteY0" fmla="*/ 61363 h 122726"/>
              <a:gd name="connsiteX1" fmla="*/ 61363 w 122726"/>
              <a:gd name="connsiteY1" fmla="*/ 122727 h 122726"/>
              <a:gd name="connsiteX2" fmla="*/ 0 w 122726"/>
              <a:gd name="connsiteY2" fmla="*/ 61363 h 122726"/>
              <a:gd name="connsiteX3" fmla="*/ 61363 w 122726"/>
              <a:gd name="connsiteY3" fmla="*/ 0 h 122726"/>
              <a:gd name="connsiteX4" fmla="*/ 122727 w 122726"/>
              <a:gd name="connsiteY4" fmla="*/ 61363 h 12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726" h="122726">
                <a:moveTo>
                  <a:pt x="122727" y="61363"/>
                </a:moveTo>
                <a:cubicBezTo>
                  <a:pt x="122727" y="95253"/>
                  <a:pt x="95253" y="122727"/>
                  <a:pt x="61363" y="122727"/>
                </a:cubicBezTo>
                <a:cubicBezTo>
                  <a:pt x="27473" y="122727"/>
                  <a:pt x="0" y="95253"/>
                  <a:pt x="0" y="61363"/>
                </a:cubicBezTo>
                <a:cubicBezTo>
                  <a:pt x="0" y="27473"/>
                  <a:pt x="27473" y="0"/>
                  <a:pt x="61363" y="0"/>
                </a:cubicBezTo>
                <a:cubicBezTo>
                  <a:pt x="95253" y="0"/>
                  <a:pt x="122727" y="27473"/>
                  <a:pt x="122727" y="61363"/>
                </a:cubicBezTo>
                <a:close/>
              </a:path>
            </a:pathLst>
          </a:custGeom>
          <a:solidFill>
            <a:srgbClr val="F06A45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7" name="任意多边形: 形状 56"/>
          <p:cNvSpPr/>
          <p:nvPr userDrawn="1">
            <p:custDataLst>
              <p:tags r:id="rId45"/>
            </p:custDataLst>
          </p:nvPr>
        </p:nvSpPr>
        <p:spPr>
          <a:xfrm flipH="1">
            <a:off x="3236186" y="1776804"/>
            <a:ext cx="331051" cy="270979"/>
          </a:xfrm>
          <a:custGeom>
            <a:avLst/>
            <a:gdLst>
              <a:gd name="connsiteX0" fmla="*/ 22437 w 392673"/>
              <a:gd name="connsiteY0" fmla="*/ 153518 h 321420"/>
              <a:gd name="connsiteX1" fmla="*/ 37701 w 392673"/>
              <a:gd name="connsiteY1" fmla="*/ 139959 h 321420"/>
              <a:gd name="connsiteX2" fmla="*/ 165283 w 392673"/>
              <a:gd name="connsiteY2" fmla="*/ 154786 h 321420"/>
              <a:gd name="connsiteX3" fmla="*/ 298288 w 392673"/>
              <a:gd name="connsiteY3" fmla="*/ 226909 h 321420"/>
              <a:gd name="connsiteX4" fmla="*/ 292471 w 392673"/>
              <a:gd name="connsiteY4" fmla="*/ 310403 h 321420"/>
              <a:gd name="connsiteX5" fmla="*/ 315652 w 392673"/>
              <a:gd name="connsiteY5" fmla="*/ 318407 h 321420"/>
              <a:gd name="connsiteX6" fmla="*/ 374522 w 392673"/>
              <a:gd name="connsiteY6" fmla="*/ 258575 h 321420"/>
              <a:gd name="connsiteX7" fmla="*/ 392673 w 392673"/>
              <a:gd name="connsiteY7" fmla="*/ 122552 h 321420"/>
              <a:gd name="connsiteX8" fmla="*/ 364287 w 392673"/>
              <a:gd name="connsiteY8" fmla="*/ 89705 h 321420"/>
              <a:gd name="connsiteX9" fmla="*/ 188857 w 392673"/>
              <a:gd name="connsiteY9" fmla="*/ 25849 h 321420"/>
              <a:gd name="connsiteX10" fmla="*/ 97972 w 392673"/>
              <a:gd name="connsiteY10" fmla="*/ 0 h 321420"/>
              <a:gd name="connsiteX11" fmla="*/ 0 w 392673"/>
              <a:gd name="connsiteY11" fmla="*/ 72648 h 321420"/>
              <a:gd name="connsiteX12" fmla="*/ 22437 w 392673"/>
              <a:gd name="connsiteY12" fmla="*/ 153430 h 32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92673" h="321420">
                <a:moveTo>
                  <a:pt x="22437" y="153518"/>
                </a:moveTo>
                <a:cubicBezTo>
                  <a:pt x="22437" y="153518"/>
                  <a:pt x="23312" y="139128"/>
                  <a:pt x="37701" y="139959"/>
                </a:cubicBezTo>
                <a:cubicBezTo>
                  <a:pt x="52091" y="140834"/>
                  <a:pt x="94297" y="165720"/>
                  <a:pt x="165283" y="154786"/>
                </a:cubicBezTo>
                <a:cubicBezTo>
                  <a:pt x="236312" y="143852"/>
                  <a:pt x="293827" y="169088"/>
                  <a:pt x="298288" y="226909"/>
                </a:cubicBezTo>
                <a:cubicBezTo>
                  <a:pt x="300562" y="256519"/>
                  <a:pt x="297457" y="278562"/>
                  <a:pt x="292471" y="310403"/>
                </a:cubicBezTo>
                <a:cubicBezTo>
                  <a:pt x="291028" y="319763"/>
                  <a:pt x="309004" y="325143"/>
                  <a:pt x="315652" y="318407"/>
                </a:cubicBezTo>
                <a:lnTo>
                  <a:pt x="374522" y="258575"/>
                </a:lnTo>
                <a:lnTo>
                  <a:pt x="392673" y="122552"/>
                </a:lnTo>
                <a:cubicBezTo>
                  <a:pt x="387337" y="114635"/>
                  <a:pt x="378152" y="102214"/>
                  <a:pt x="364287" y="89705"/>
                </a:cubicBezTo>
                <a:cubicBezTo>
                  <a:pt x="323524" y="52791"/>
                  <a:pt x="280837" y="49467"/>
                  <a:pt x="188857" y="25849"/>
                </a:cubicBezTo>
                <a:cubicBezTo>
                  <a:pt x="167995" y="20513"/>
                  <a:pt x="136504" y="12028"/>
                  <a:pt x="97972" y="0"/>
                </a:cubicBezTo>
                <a:lnTo>
                  <a:pt x="0" y="72648"/>
                </a:lnTo>
                <a:lnTo>
                  <a:pt x="22437" y="153430"/>
                </a:lnTo>
                <a:close/>
              </a:path>
            </a:pathLst>
          </a:custGeom>
          <a:solidFill>
            <a:srgbClr val="000000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1" name="任意多边形: 形状 60"/>
          <p:cNvSpPr/>
          <p:nvPr userDrawn="1">
            <p:custDataLst>
              <p:tags r:id="rId46"/>
            </p:custDataLst>
          </p:nvPr>
        </p:nvSpPr>
        <p:spPr>
          <a:xfrm flipH="1">
            <a:off x="3233228" y="2004103"/>
            <a:ext cx="82905" cy="96805"/>
          </a:xfrm>
          <a:custGeom>
            <a:avLst/>
            <a:gdLst>
              <a:gd name="connsiteX0" fmla="*/ 0 w 98337"/>
              <a:gd name="connsiteY0" fmla="*/ 77037 h 114825"/>
              <a:gd name="connsiteX1" fmla="*/ 13296 w 98337"/>
              <a:gd name="connsiteY1" fmla="*/ 39160 h 114825"/>
              <a:gd name="connsiteX2" fmla="*/ 86337 w 98337"/>
              <a:gd name="connsiteY2" fmla="*/ 7669 h 114825"/>
              <a:gd name="connsiteX3" fmla="*/ 5948 w 98337"/>
              <a:gd name="connsiteY3" fmla="*/ 114826 h 114825"/>
              <a:gd name="connsiteX4" fmla="*/ 0 w 98337"/>
              <a:gd name="connsiteY4" fmla="*/ 76993 h 11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337" h="114825">
                <a:moveTo>
                  <a:pt x="0" y="77037"/>
                </a:moveTo>
                <a:cubicBezTo>
                  <a:pt x="0" y="77037"/>
                  <a:pt x="6123" y="48695"/>
                  <a:pt x="13296" y="39160"/>
                </a:cubicBezTo>
                <a:cubicBezTo>
                  <a:pt x="29697" y="17423"/>
                  <a:pt x="60576" y="-14899"/>
                  <a:pt x="86337" y="7669"/>
                </a:cubicBezTo>
                <a:cubicBezTo>
                  <a:pt x="123339" y="40079"/>
                  <a:pt x="68624" y="108352"/>
                  <a:pt x="5948" y="114826"/>
                </a:cubicBezTo>
                <a:lnTo>
                  <a:pt x="0" y="76993"/>
                </a:lnTo>
                <a:close/>
              </a:path>
            </a:pathLst>
          </a:custGeom>
          <a:solidFill>
            <a:srgbClr val="F9C3B5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2" name="任意多边形: 形状 61"/>
          <p:cNvSpPr/>
          <p:nvPr userDrawn="1">
            <p:custDataLst>
              <p:tags r:id="rId47"/>
            </p:custDataLst>
          </p:nvPr>
        </p:nvSpPr>
        <p:spPr>
          <a:xfrm rot="44400" flipH="1">
            <a:off x="3518809" y="1993640"/>
            <a:ext cx="21091" cy="45427"/>
          </a:xfrm>
          <a:custGeom>
            <a:avLst/>
            <a:gdLst>
              <a:gd name="connsiteX0" fmla="*/ 25018 w 25017"/>
              <a:gd name="connsiteY0" fmla="*/ 26942 h 53884"/>
              <a:gd name="connsiteX1" fmla="*/ 12509 w 25017"/>
              <a:gd name="connsiteY1" fmla="*/ 53884 h 53884"/>
              <a:gd name="connsiteX2" fmla="*/ 0 w 25017"/>
              <a:gd name="connsiteY2" fmla="*/ 26942 h 53884"/>
              <a:gd name="connsiteX3" fmla="*/ 12509 w 25017"/>
              <a:gd name="connsiteY3" fmla="*/ 0 h 53884"/>
              <a:gd name="connsiteX4" fmla="*/ 25018 w 25017"/>
              <a:gd name="connsiteY4" fmla="*/ 26942 h 53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17" h="53884">
                <a:moveTo>
                  <a:pt x="25018" y="26942"/>
                </a:moveTo>
                <a:cubicBezTo>
                  <a:pt x="25018" y="41822"/>
                  <a:pt x="19417" y="53884"/>
                  <a:pt x="12509" y="53884"/>
                </a:cubicBezTo>
                <a:cubicBezTo>
                  <a:pt x="5601" y="53884"/>
                  <a:pt x="0" y="41822"/>
                  <a:pt x="0" y="26942"/>
                </a:cubicBezTo>
                <a:cubicBezTo>
                  <a:pt x="0" y="12062"/>
                  <a:pt x="5601" y="0"/>
                  <a:pt x="12509" y="0"/>
                </a:cubicBezTo>
                <a:cubicBezTo>
                  <a:pt x="19417" y="0"/>
                  <a:pt x="25018" y="12062"/>
                  <a:pt x="25018" y="26942"/>
                </a:cubicBezTo>
                <a:close/>
              </a:path>
            </a:pathLst>
          </a:custGeom>
          <a:solidFill>
            <a:srgbClr val="000000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3" name="任意多边形: 形状 62"/>
          <p:cNvSpPr/>
          <p:nvPr userDrawn="1">
            <p:custDataLst>
              <p:tags r:id="rId48"/>
            </p:custDataLst>
          </p:nvPr>
        </p:nvSpPr>
        <p:spPr>
          <a:xfrm rot="5296800" flipH="1">
            <a:off x="3396520" y="2008804"/>
            <a:ext cx="45427" cy="21829"/>
          </a:xfrm>
          <a:custGeom>
            <a:avLst/>
            <a:gdLst>
              <a:gd name="connsiteX0" fmla="*/ 53884 w 53884"/>
              <a:gd name="connsiteY0" fmla="*/ 12946 h 25892"/>
              <a:gd name="connsiteX1" fmla="*/ 26942 w 53884"/>
              <a:gd name="connsiteY1" fmla="*/ 25892 h 25892"/>
              <a:gd name="connsiteX2" fmla="*/ 0 w 53884"/>
              <a:gd name="connsiteY2" fmla="*/ 12946 h 25892"/>
              <a:gd name="connsiteX3" fmla="*/ 26942 w 53884"/>
              <a:gd name="connsiteY3" fmla="*/ 0 h 25892"/>
              <a:gd name="connsiteX4" fmla="*/ 53884 w 53884"/>
              <a:gd name="connsiteY4" fmla="*/ 12946 h 25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884" h="25892">
                <a:moveTo>
                  <a:pt x="53884" y="12946"/>
                </a:moveTo>
                <a:cubicBezTo>
                  <a:pt x="53884" y="20096"/>
                  <a:pt x="41822" y="25892"/>
                  <a:pt x="26942" y="25892"/>
                </a:cubicBezTo>
                <a:cubicBezTo>
                  <a:pt x="12062" y="25892"/>
                  <a:pt x="0" y="20096"/>
                  <a:pt x="0" y="12946"/>
                </a:cubicBezTo>
                <a:cubicBezTo>
                  <a:pt x="0" y="5796"/>
                  <a:pt x="12063" y="0"/>
                  <a:pt x="26942" y="0"/>
                </a:cubicBezTo>
                <a:cubicBezTo>
                  <a:pt x="41822" y="0"/>
                  <a:pt x="53884" y="5796"/>
                  <a:pt x="53884" y="12946"/>
                </a:cubicBezTo>
                <a:close/>
              </a:path>
            </a:pathLst>
          </a:custGeom>
          <a:solidFill>
            <a:srgbClr val="000000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4" name="任意多边形: 形状 63"/>
          <p:cNvSpPr/>
          <p:nvPr userDrawn="1">
            <p:custDataLst>
              <p:tags r:id="rId49"/>
            </p:custDataLst>
          </p:nvPr>
        </p:nvSpPr>
        <p:spPr>
          <a:xfrm flipH="1">
            <a:off x="3373065" y="1958935"/>
            <a:ext cx="68043" cy="17538"/>
          </a:xfrm>
          <a:custGeom>
            <a:avLst/>
            <a:gdLst>
              <a:gd name="connsiteX0" fmla="*/ 539 w 80709"/>
              <a:gd name="connsiteY0" fmla="*/ 17901 h 20803"/>
              <a:gd name="connsiteX1" fmla="*/ 7625 w 80709"/>
              <a:gd name="connsiteY1" fmla="*/ 6748 h 20803"/>
              <a:gd name="connsiteX2" fmla="*/ 57441 w 80709"/>
              <a:gd name="connsiteY2" fmla="*/ 625 h 20803"/>
              <a:gd name="connsiteX3" fmla="*/ 80710 w 80709"/>
              <a:gd name="connsiteY3" fmla="*/ 17858 h 20803"/>
              <a:gd name="connsiteX4" fmla="*/ 495 w 80709"/>
              <a:gd name="connsiteY4" fmla="*/ 17901 h 20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09" h="20803">
                <a:moveTo>
                  <a:pt x="539" y="17901"/>
                </a:moveTo>
                <a:cubicBezTo>
                  <a:pt x="-423" y="13702"/>
                  <a:pt x="-1079" y="9110"/>
                  <a:pt x="7625" y="6748"/>
                </a:cubicBezTo>
                <a:cubicBezTo>
                  <a:pt x="20221" y="3293"/>
                  <a:pt x="48738" y="-1780"/>
                  <a:pt x="57441" y="625"/>
                </a:cubicBezTo>
                <a:cubicBezTo>
                  <a:pt x="63608" y="2287"/>
                  <a:pt x="80491" y="12653"/>
                  <a:pt x="80710" y="17858"/>
                </a:cubicBezTo>
                <a:cubicBezTo>
                  <a:pt x="80797" y="20176"/>
                  <a:pt x="1676" y="23106"/>
                  <a:pt x="495" y="17901"/>
                </a:cubicBezTo>
                <a:close/>
              </a:path>
            </a:pathLst>
          </a:custGeom>
          <a:solidFill>
            <a:srgbClr val="000000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5" name="任意多边形: 形状 64"/>
          <p:cNvSpPr/>
          <p:nvPr userDrawn="1">
            <p:custDataLst>
              <p:tags r:id="rId50"/>
            </p:custDataLst>
          </p:nvPr>
        </p:nvSpPr>
        <p:spPr>
          <a:xfrm flipH="1">
            <a:off x="3467965" y="1988037"/>
            <a:ext cx="47434" cy="92980"/>
          </a:xfrm>
          <a:custGeom>
            <a:avLst/>
            <a:gdLst>
              <a:gd name="connsiteX0" fmla="*/ 43916 w 56264"/>
              <a:gd name="connsiteY0" fmla="*/ 0 h 110287"/>
              <a:gd name="connsiteX1" fmla="*/ 41598 w 56264"/>
              <a:gd name="connsiteY1" fmla="*/ 102258 h 110287"/>
              <a:gd name="connsiteX2" fmla="*/ 8838 w 56264"/>
              <a:gd name="connsiteY2" fmla="*/ 107506 h 110287"/>
              <a:gd name="connsiteX3" fmla="*/ 91 w 56264"/>
              <a:gd name="connsiteY3" fmla="*/ 89137 h 110287"/>
              <a:gd name="connsiteX4" fmla="*/ 19029 w 56264"/>
              <a:gd name="connsiteY4" fmla="*/ 62282 h 110287"/>
              <a:gd name="connsiteX5" fmla="*/ 25240 w 56264"/>
              <a:gd name="connsiteY5" fmla="*/ 44350 h 110287"/>
              <a:gd name="connsiteX6" fmla="*/ 18986 w 56264"/>
              <a:gd name="connsiteY6" fmla="*/ 1749 h 110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64" h="110287">
                <a:moveTo>
                  <a:pt x="43916" y="0"/>
                </a:moveTo>
                <a:cubicBezTo>
                  <a:pt x="60536" y="46843"/>
                  <a:pt x="60973" y="87868"/>
                  <a:pt x="41598" y="102258"/>
                </a:cubicBezTo>
                <a:cubicBezTo>
                  <a:pt x="35299" y="106938"/>
                  <a:pt x="19336" y="114373"/>
                  <a:pt x="8838" y="107506"/>
                </a:cubicBezTo>
                <a:cubicBezTo>
                  <a:pt x="3240" y="103832"/>
                  <a:pt x="-653" y="96178"/>
                  <a:pt x="91" y="89137"/>
                </a:cubicBezTo>
                <a:cubicBezTo>
                  <a:pt x="1141" y="79077"/>
                  <a:pt x="10894" y="77196"/>
                  <a:pt x="19029" y="62282"/>
                </a:cubicBezTo>
                <a:cubicBezTo>
                  <a:pt x="23009" y="54934"/>
                  <a:pt x="24365" y="48592"/>
                  <a:pt x="25240" y="44350"/>
                </a:cubicBezTo>
                <a:cubicBezTo>
                  <a:pt x="25240" y="44350"/>
                  <a:pt x="30095" y="20557"/>
                  <a:pt x="18986" y="1749"/>
                </a:cubicBezTo>
              </a:path>
            </a:pathLst>
          </a:custGeom>
          <a:gradFill>
            <a:gsLst>
              <a:gs pos="0">
                <a:srgbClr val="F06A45">
                  <a:alpha val="0"/>
                </a:srgbClr>
              </a:gs>
              <a:gs pos="100000">
                <a:srgbClr val="F06A45"/>
              </a:gs>
            </a:gsLst>
            <a:lin ang="5400000" scaled="0"/>
          </a:gra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6" name="任意多边形: 形状 65"/>
          <p:cNvSpPr/>
          <p:nvPr userDrawn="1">
            <p:custDataLst>
              <p:tags r:id="rId51"/>
            </p:custDataLst>
          </p:nvPr>
        </p:nvSpPr>
        <p:spPr>
          <a:xfrm flipH="1">
            <a:off x="3498396" y="1954584"/>
            <a:ext cx="63278" cy="21239"/>
          </a:xfrm>
          <a:custGeom>
            <a:avLst/>
            <a:gdLst>
              <a:gd name="connsiteX0" fmla="*/ 74703 w 75056"/>
              <a:gd name="connsiteY0" fmla="*/ 23149 h 25193"/>
              <a:gd name="connsiteX1" fmla="*/ 67268 w 75056"/>
              <a:gd name="connsiteY1" fmla="*/ 11471 h 25193"/>
              <a:gd name="connsiteX2" fmla="*/ 20863 w 75056"/>
              <a:gd name="connsiteY2" fmla="*/ 362 h 25193"/>
              <a:gd name="connsiteX3" fmla="*/ 0 w 75056"/>
              <a:gd name="connsiteY3" fmla="*/ 17070 h 25193"/>
              <a:gd name="connsiteX4" fmla="*/ 74703 w 75056"/>
              <a:gd name="connsiteY4" fmla="*/ 23149 h 25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56" h="25193">
                <a:moveTo>
                  <a:pt x="74703" y="23149"/>
                </a:moveTo>
                <a:cubicBezTo>
                  <a:pt x="75578" y="18163"/>
                  <a:pt x="75403" y="14970"/>
                  <a:pt x="67268" y="11471"/>
                </a:cubicBezTo>
                <a:cubicBezTo>
                  <a:pt x="55503" y="6398"/>
                  <a:pt x="28998" y="-1825"/>
                  <a:pt x="20863" y="362"/>
                </a:cubicBezTo>
                <a:cubicBezTo>
                  <a:pt x="15133" y="1937"/>
                  <a:pt x="219" y="10815"/>
                  <a:pt x="0" y="17070"/>
                </a:cubicBezTo>
                <a:cubicBezTo>
                  <a:pt x="-87" y="19825"/>
                  <a:pt x="73610" y="29316"/>
                  <a:pt x="74703" y="23149"/>
                </a:cubicBezTo>
                <a:close/>
              </a:path>
            </a:pathLst>
          </a:custGeom>
          <a:solidFill>
            <a:srgbClr val="000000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7" name="任意多边形: 形状 66"/>
          <p:cNvSpPr/>
          <p:nvPr userDrawn="1">
            <p:custDataLst>
              <p:tags r:id="rId52"/>
            </p:custDataLst>
          </p:nvPr>
        </p:nvSpPr>
        <p:spPr>
          <a:xfrm flipH="1">
            <a:off x="3421712" y="2083099"/>
            <a:ext cx="75949" cy="38680"/>
          </a:xfrm>
          <a:custGeom>
            <a:avLst/>
            <a:gdLst>
              <a:gd name="connsiteX0" fmla="*/ 73173 w 90086"/>
              <a:gd name="connsiteY0" fmla="*/ 43693 h 45880"/>
              <a:gd name="connsiteX1" fmla="*/ 43038 w 90086"/>
              <a:gd name="connsiteY1" fmla="*/ 31710 h 45880"/>
              <a:gd name="connsiteX2" fmla="*/ 16139 w 90086"/>
              <a:gd name="connsiteY2" fmla="*/ 45880 h 45880"/>
              <a:gd name="connsiteX3" fmla="*/ 0 w 90086"/>
              <a:gd name="connsiteY3" fmla="*/ 12159 h 45880"/>
              <a:gd name="connsiteX4" fmla="*/ 7304 w 90086"/>
              <a:gd name="connsiteY4" fmla="*/ 10366 h 45880"/>
              <a:gd name="connsiteX5" fmla="*/ 27511 w 90086"/>
              <a:gd name="connsiteY5" fmla="*/ 23137 h 45880"/>
              <a:gd name="connsiteX6" fmla="*/ 73085 w 90086"/>
              <a:gd name="connsiteY6" fmla="*/ 10453 h 45880"/>
              <a:gd name="connsiteX7" fmla="*/ 83320 w 90086"/>
              <a:gd name="connsiteY7" fmla="*/ 0 h 45880"/>
              <a:gd name="connsiteX8" fmla="*/ 88174 w 90086"/>
              <a:gd name="connsiteY8" fmla="*/ 1093 h 45880"/>
              <a:gd name="connsiteX9" fmla="*/ 73216 w 90086"/>
              <a:gd name="connsiteY9" fmla="*/ 43650 h 4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086" h="45880">
                <a:moveTo>
                  <a:pt x="73173" y="43693"/>
                </a:moveTo>
                <a:cubicBezTo>
                  <a:pt x="66306" y="37745"/>
                  <a:pt x="55765" y="31185"/>
                  <a:pt x="43038" y="31710"/>
                </a:cubicBezTo>
                <a:cubicBezTo>
                  <a:pt x="30266" y="32278"/>
                  <a:pt x="21431" y="39582"/>
                  <a:pt x="16139" y="45880"/>
                </a:cubicBezTo>
                <a:cubicBezTo>
                  <a:pt x="1269" y="34028"/>
                  <a:pt x="0" y="12159"/>
                  <a:pt x="0" y="12159"/>
                </a:cubicBezTo>
                <a:cubicBezTo>
                  <a:pt x="0" y="12159"/>
                  <a:pt x="2755" y="11459"/>
                  <a:pt x="7304" y="10366"/>
                </a:cubicBezTo>
                <a:cubicBezTo>
                  <a:pt x="10060" y="16401"/>
                  <a:pt x="15789" y="22831"/>
                  <a:pt x="27511" y="23137"/>
                </a:cubicBezTo>
                <a:cubicBezTo>
                  <a:pt x="50035" y="23793"/>
                  <a:pt x="73085" y="10453"/>
                  <a:pt x="73085" y="10453"/>
                </a:cubicBezTo>
                <a:lnTo>
                  <a:pt x="83320" y="0"/>
                </a:lnTo>
                <a:cubicBezTo>
                  <a:pt x="85200" y="262"/>
                  <a:pt x="86819" y="569"/>
                  <a:pt x="88174" y="1093"/>
                </a:cubicBezTo>
                <a:cubicBezTo>
                  <a:pt x="88174" y="1093"/>
                  <a:pt x="97972" y="27948"/>
                  <a:pt x="73216" y="43650"/>
                </a:cubicBezTo>
                <a:close/>
              </a:path>
            </a:pathLst>
          </a:custGeom>
          <a:solidFill>
            <a:srgbClr val="D63C11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8" name="任意多边形: 形状 67"/>
          <p:cNvSpPr/>
          <p:nvPr userDrawn="1">
            <p:custDataLst>
              <p:tags r:id="rId53"/>
            </p:custDataLst>
          </p:nvPr>
        </p:nvSpPr>
        <p:spPr>
          <a:xfrm flipH="1">
            <a:off x="3427453" y="2082855"/>
            <a:ext cx="64086" cy="19852"/>
          </a:xfrm>
          <a:custGeom>
            <a:avLst/>
            <a:gdLst>
              <a:gd name="connsiteX0" fmla="*/ 76015 w 76015"/>
              <a:gd name="connsiteY0" fmla="*/ 377 h 23547"/>
              <a:gd name="connsiteX1" fmla="*/ 73216 w 76015"/>
              <a:gd name="connsiteY1" fmla="*/ 6937 h 23547"/>
              <a:gd name="connsiteX2" fmla="*/ 61713 w 76015"/>
              <a:gd name="connsiteY2" fmla="*/ 17172 h 23547"/>
              <a:gd name="connsiteX3" fmla="*/ 20207 w 76015"/>
              <a:gd name="connsiteY3" fmla="*/ 23514 h 23547"/>
              <a:gd name="connsiteX4" fmla="*/ 0 w 76015"/>
              <a:gd name="connsiteY4" fmla="*/ 10743 h 23547"/>
              <a:gd name="connsiteX5" fmla="*/ 75972 w 76015"/>
              <a:gd name="connsiteY5" fmla="*/ 421 h 23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015" h="23547">
                <a:moveTo>
                  <a:pt x="76015" y="377"/>
                </a:moveTo>
                <a:lnTo>
                  <a:pt x="73216" y="6937"/>
                </a:lnTo>
                <a:cubicBezTo>
                  <a:pt x="71117" y="11924"/>
                  <a:pt x="66874" y="15685"/>
                  <a:pt x="61713" y="17172"/>
                </a:cubicBezTo>
                <a:cubicBezTo>
                  <a:pt x="51916" y="19971"/>
                  <a:pt x="35077" y="23951"/>
                  <a:pt x="20207" y="23514"/>
                </a:cubicBezTo>
                <a:cubicBezTo>
                  <a:pt x="8485" y="23164"/>
                  <a:pt x="2799" y="16778"/>
                  <a:pt x="0" y="10743"/>
                </a:cubicBezTo>
                <a:cubicBezTo>
                  <a:pt x="16664" y="6850"/>
                  <a:pt x="57383" y="-2029"/>
                  <a:pt x="75972" y="421"/>
                </a:cubicBezTo>
                <a:close/>
              </a:path>
            </a:pathLst>
          </a:custGeom>
          <a:solidFill>
            <a:srgbClr val="FFFFFF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9" name="任意多边形: 形状 68"/>
          <p:cNvSpPr/>
          <p:nvPr userDrawn="1">
            <p:custDataLst>
              <p:tags r:id="rId54"/>
            </p:custDataLst>
          </p:nvPr>
        </p:nvSpPr>
        <p:spPr>
          <a:xfrm flipH="1">
            <a:off x="3435972" y="2109840"/>
            <a:ext cx="48083" cy="18265"/>
          </a:xfrm>
          <a:custGeom>
            <a:avLst/>
            <a:gdLst>
              <a:gd name="connsiteX0" fmla="*/ 57034 w 57033"/>
              <a:gd name="connsiteY0" fmla="*/ 11974 h 21665"/>
              <a:gd name="connsiteX1" fmla="*/ 36565 w 57033"/>
              <a:gd name="connsiteY1" fmla="*/ 20022 h 21665"/>
              <a:gd name="connsiteX2" fmla="*/ 0 w 57033"/>
              <a:gd name="connsiteY2" fmla="*/ 14205 h 21665"/>
              <a:gd name="connsiteX3" fmla="*/ 26899 w 57033"/>
              <a:gd name="connsiteY3" fmla="*/ 34 h 21665"/>
              <a:gd name="connsiteX4" fmla="*/ 57034 w 57033"/>
              <a:gd name="connsiteY4" fmla="*/ 12018 h 2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033" h="21665">
                <a:moveTo>
                  <a:pt x="57034" y="11974"/>
                </a:moveTo>
                <a:cubicBezTo>
                  <a:pt x="51829" y="15255"/>
                  <a:pt x="45181" y="18054"/>
                  <a:pt x="36565" y="20022"/>
                </a:cubicBezTo>
                <a:cubicBezTo>
                  <a:pt x="19419" y="23915"/>
                  <a:pt x="7829" y="20460"/>
                  <a:pt x="0" y="14205"/>
                </a:cubicBezTo>
                <a:cubicBezTo>
                  <a:pt x="5292" y="7907"/>
                  <a:pt x="14127" y="603"/>
                  <a:pt x="26899" y="34"/>
                </a:cubicBezTo>
                <a:cubicBezTo>
                  <a:pt x="39626" y="-534"/>
                  <a:pt x="50211" y="6070"/>
                  <a:pt x="57034" y="12018"/>
                </a:cubicBezTo>
                <a:close/>
              </a:path>
            </a:pathLst>
          </a:custGeom>
          <a:solidFill>
            <a:srgbClr val="F06A45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0" name="任意多边形: 形状 69"/>
          <p:cNvSpPr/>
          <p:nvPr userDrawn="1">
            <p:custDataLst>
              <p:tags r:id="rId55"/>
            </p:custDataLst>
          </p:nvPr>
        </p:nvSpPr>
        <p:spPr>
          <a:xfrm flipH="1">
            <a:off x="3246936" y="2029433"/>
            <a:ext cx="46391" cy="28257"/>
          </a:xfrm>
          <a:custGeom>
            <a:avLst/>
            <a:gdLst>
              <a:gd name="connsiteX0" fmla="*/ 54652 w 55027"/>
              <a:gd name="connsiteY0" fmla="*/ 7715 h 33517"/>
              <a:gd name="connsiteX1" fmla="*/ 25829 w 55027"/>
              <a:gd name="connsiteY1" fmla="*/ 9990 h 33517"/>
              <a:gd name="connsiteX2" fmla="*/ 462 w 55027"/>
              <a:gd name="connsiteY2" fmla="*/ 33389 h 33517"/>
              <a:gd name="connsiteX3" fmla="*/ 24 w 55027"/>
              <a:gd name="connsiteY3" fmla="*/ 33171 h 33517"/>
              <a:gd name="connsiteX4" fmla="*/ 22767 w 55027"/>
              <a:gd name="connsiteY4" fmla="*/ 6272 h 33517"/>
              <a:gd name="connsiteX5" fmla="*/ 39125 w 55027"/>
              <a:gd name="connsiteY5" fmla="*/ 18 h 33517"/>
              <a:gd name="connsiteX6" fmla="*/ 54958 w 55027"/>
              <a:gd name="connsiteY6" fmla="*/ 7366 h 33517"/>
              <a:gd name="connsiteX7" fmla="*/ 54608 w 55027"/>
              <a:gd name="connsiteY7" fmla="*/ 7672 h 33517"/>
              <a:gd name="connsiteX8" fmla="*/ 54608 w 55027"/>
              <a:gd name="connsiteY8" fmla="*/ 7672 h 33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27" h="33517">
                <a:moveTo>
                  <a:pt x="54652" y="7715"/>
                </a:moveTo>
                <a:cubicBezTo>
                  <a:pt x="44549" y="2030"/>
                  <a:pt x="34314" y="2292"/>
                  <a:pt x="25829" y="9990"/>
                </a:cubicBezTo>
                <a:cubicBezTo>
                  <a:pt x="16863" y="17338"/>
                  <a:pt x="8640" y="24904"/>
                  <a:pt x="462" y="33389"/>
                </a:cubicBezTo>
                <a:cubicBezTo>
                  <a:pt x="330" y="33652"/>
                  <a:pt x="-107" y="33477"/>
                  <a:pt x="24" y="33171"/>
                </a:cubicBezTo>
                <a:cubicBezTo>
                  <a:pt x="5579" y="22717"/>
                  <a:pt x="13758" y="13882"/>
                  <a:pt x="22767" y="6272"/>
                </a:cubicBezTo>
                <a:cubicBezTo>
                  <a:pt x="27273" y="2423"/>
                  <a:pt x="33090" y="-245"/>
                  <a:pt x="39125" y="18"/>
                </a:cubicBezTo>
                <a:cubicBezTo>
                  <a:pt x="45161" y="236"/>
                  <a:pt x="50759" y="3211"/>
                  <a:pt x="54958" y="7366"/>
                </a:cubicBezTo>
                <a:cubicBezTo>
                  <a:pt x="55177" y="7584"/>
                  <a:pt x="54827" y="7890"/>
                  <a:pt x="54608" y="7672"/>
                </a:cubicBezTo>
                <a:lnTo>
                  <a:pt x="54608" y="7672"/>
                </a:lnTo>
                <a:close/>
              </a:path>
            </a:pathLst>
          </a:custGeom>
          <a:solidFill>
            <a:srgbClr val="F06A45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3" name="任意多边形: 形状 72"/>
          <p:cNvSpPr/>
          <p:nvPr userDrawn="1">
            <p:custDataLst>
              <p:tags r:id="rId56"/>
            </p:custDataLst>
          </p:nvPr>
        </p:nvSpPr>
        <p:spPr>
          <a:xfrm flipH="1">
            <a:off x="3357762" y="1977529"/>
            <a:ext cx="110694" cy="110694"/>
          </a:xfrm>
          <a:custGeom>
            <a:avLst/>
            <a:gdLst>
              <a:gd name="connsiteX0" fmla="*/ 131299 w 131299"/>
              <a:gd name="connsiteY0" fmla="*/ 65650 h 131299"/>
              <a:gd name="connsiteX1" fmla="*/ 65649 w 131299"/>
              <a:gd name="connsiteY1" fmla="*/ 131299 h 131299"/>
              <a:gd name="connsiteX2" fmla="*/ 0 w 131299"/>
              <a:gd name="connsiteY2" fmla="*/ 65650 h 131299"/>
              <a:gd name="connsiteX3" fmla="*/ 65649 w 131299"/>
              <a:gd name="connsiteY3" fmla="*/ 0 h 131299"/>
              <a:gd name="connsiteX4" fmla="*/ 131299 w 131299"/>
              <a:gd name="connsiteY4" fmla="*/ 65650 h 13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299" h="131299">
                <a:moveTo>
                  <a:pt x="131299" y="65650"/>
                </a:moveTo>
                <a:cubicBezTo>
                  <a:pt x="131299" y="101907"/>
                  <a:pt x="101907" y="131299"/>
                  <a:pt x="65649" y="131299"/>
                </a:cubicBezTo>
                <a:cubicBezTo>
                  <a:pt x="29392" y="131299"/>
                  <a:pt x="0" y="101907"/>
                  <a:pt x="0" y="65650"/>
                </a:cubicBezTo>
                <a:cubicBezTo>
                  <a:pt x="0" y="29392"/>
                  <a:pt x="29392" y="0"/>
                  <a:pt x="65649" y="0"/>
                </a:cubicBezTo>
                <a:cubicBezTo>
                  <a:pt x="101907" y="0"/>
                  <a:pt x="131299" y="29392"/>
                  <a:pt x="131299" y="65650"/>
                </a:cubicBezTo>
                <a:close/>
              </a:path>
            </a:pathLst>
          </a:custGeom>
          <a:noFill/>
          <a:ln w="2492" cap="rnd">
            <a:solidFill>
              <a:schemeClr val="dk2">
                <a:lumMod val="10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4" name="任意多边形: 形状 73"/>
          <p:cNvSpPr/>
          <p:nvPr userDrawn="1">
            <p:custDataLst>
              <p:tags r:id="rId57"/>
            </p:custDataLst>
          </p:nvPr>
        </p:nvSpPr>
        <p:spPr>
          <a:xfrm flipH="1">
            <a:off x="3467683" y="2018983"/>
            <a:ext cx="33333" cy="6555"/>
          </a:xfrm>
          <a:custGeom>
            <a:avLst/>
            <a:gdLst>
              <a:gd name="connsiteX0" fmla="*/ 0 w 39538"/>
              <a:gd name="connsiteY0" fmla="*/ 6901 h 7775"/>
              <a:gd name="connsiteX1" fmla="*/ 39538 w 39538"/>
              <a:gd name="connsiteY1" fmla="*/ 7776 h 7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538" h="7775">
                <a:moveTo>
                  <a:pt x="0" y="6901"/>
                </a:moveTo>
                <a:cubicBezTo>
                  <a:pt x="0" y="6901"/>
                  <a:pt x="16270" y="-9194"/>
                  <a:pt x="39538" y="7776"/>
                </a:cubicBezTo>
              </a:path>
            </a:pathLst>
          </a:custGeom>
          <a:noFill/>
          <a:ln w="2492" cap="rnd">
            <a:solidFill>
              <a:schemeClr val="dk2">
                <a:lumMod val="10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5" name="任意多边形: 形状 74"/>
          <p:cNvSpPr/>
          <p:nvPr userDrawn="1">
            <p:custDataLst>
              <p:tags r:id="rId58"/>
            </p:custDataLst>
          </p:nvPr>
        </p:nvSpPr>
        <p:spPr>
          <a:xfrm rot="844200" flipH="1">
            <a:off x="3174573" y="2702184"/>
            <a:ext cx="173342" cy="232413"/>
          </a:xfrm>
          <a:custGeom>
            <a:avLst/>
            <a:gdLst>
              <a:gd name="connsiteX0" fmla="*/ 187502 w 205608"/>
              <a:gd name="connsiteY0" fmla="*/ 0 h 275675"/>
              <a:gd name="connsiteX1" fmla="*/ 205609 w 205608"/>
              <a:gd name="connsiteY1" fmla="*/ 18107 h 275675"/>
              <a:gd name="connsiteX2" fmla="*/ 205609 w 205608"/>
              <a:gd name="connsiteY2" fmla="*/ 257569 h 275675"/>
              <a:gd name="connsiteX3" fmla="*/ 187502 w 205608"/>
              <a:gd name="connsiteY3" fmla="*/ 275676 h 275675"/>
              <a:gd name="connsiteX4" fmla="*/ 18107 w 205608"/>
              <a:gd name="connsiteY4" fmla="*/ 275676 h 275675"/>
              <a:gd name="connsiteX5" fmla="*/ 0 w 205608"/>
              <a:gd name="connsiteY5" fmla="*/ 257569 h 275675"/>
              <a:gd name="connsiteX6" fmla="*/ 0 w 205608"/>
              <a:gd name="connsiteY6" fmla="*/ 18107 h 275675"/>
              <a:gd name="connsiteX7" fmla="*/ 18107 w 205608"/>
              <a:gd name="connsiteY7" fmla="*/ 0 h 27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5608" h="275675">
                <a:moveTo>
                  <a:pt x="187502" y="0"/>
                </a:moveTo>
                <a:cubicBezTo>
                  <a:pt x="197502" y="0"/>
                  <a:pt x="205609" y="8107"/>
                  <a:pt x="205609" y="18107"/>
                </a:cubicBezTo>
                <a:lnTo>
                  <a:pt x="205609" y="257569"/>
                </a:lnTo>
                <a:cubicBezTo>
                  <a:pt x="205609" y="267569"/>
                  <a:pt x="197502" y="275676"/>
                  <a:pt x="187502" y="275676"/>
                </a:cubicBezTo>
                <a:lnTo>
                  <a:pt x="18107" y="275676"/>
                </a:lnTo>
                <a:cubicBezTo>
                  <a:pt x="8107" y="275676"/>
                  <a:pt x="0" y="267569"/>
                  <a:pt x="0" y="257569"/>
                </a:cubicBezTo>
                <a:lnTo>
                  <a:pt x="0" y="18107"/>
                </a:lnTo>
                <a:cubicBezTo>
                  <a:pt x="0" y="8107"/>
                  <a:pt x="8107" y="0"/>
                  <a:pt x="18107" y="0"/>
                </a:cubicBezTo>
                <a:close/>
              </a:path>
            </a:pathLst>
          </a:custGeom>
          <a:solidFill>
            <a:schemeClr val="accent2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6" name="任意多边形: 形状 75"/>
          <p:cNvSpPr/>
          <p:nvPr userDrawn="1">
            <p:custDataLst>
              <p:tags r:id="rId59"/>
            </p:custDataLst>
          </p:nvPr>
        </p:nvSpPr>
        <p:spPr>
          <a:xfrm rot="17044200" flipH="1">
            <a:off x="3164339" y="2757838"/>
            <a:ext cx="191816" cy="128872"/>
          </a:xfrm>
          <a:custGeom>
            <a:avLst/>
            <a:gdLst>
              <a:gd name="connsiteX0" fmla="*/ 0 w 227521"/>
              <a:gd name="connsiteY0" fmla="*/ 0 h 152861"/>
              <a:gd name="connsiteX1" fmla="*/ 227521 w 227521"/>
              <a:gd name="connsiteY1" fmla="*/ 0 h 152861"/>
              <a:gd name="connsiteX2" fmla="*/ 227521 w 227521"/>
              <a:gd name="connsiteY2" fmla="*/ 152862 h 152861"/>
              <a:gd name="connsiteX3" fmla="*/ 0 w 227521"/>
              <a:gd name="connsiteY3" fmla="*/ 152862 h 152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521" h="152861">
                <a:moveTo>
                  <a:pt x="0" y="0"/>
                </a:moveTo>
                <a:lnTo>
                  <a:pt x="227521" y="0"/>
                </a:lnTo>
                <a:lnTo>
                  <a:pt x="227521" y="152862"/>
                </a:lnTo>
                <a:lnTo>
                  <a:pt x="0" y="152862"/>
                </a:lnTo>
                <a:close/>
              </a:path>
            </a:pathLst>
          </a:custGeom>
          <a:solidFill>
            <a:srgbClr val="FFFFFF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7" name="任意多边形: 形状 76"/>
          <p:cNvSpPr/>
          <p:nvPr userDrawn="1">
            <p:custDataLst>
              <p:tags r:id="rId60"/>
            </p:custDataLst>
          </p:nvPr>
        </p:nvSpPr>
        <p:spPr>
          <a:xfrm rot="844200" flipH="1">
            <a:off x="3234552" y="2757349"/>
            <a:ext cx="63569" cy="81821"/>
          </a:xfrm>
          <a:custGeom>
            <a:avLst/>
            <a:gdLst>
              <a:gd name="connsiteX0" fmla="*/ 0 w 75402"/>
              <a:gd name="connsiteY0" fmla="*/ 0 h 97052"/>
              <a:gd name="connsiteX1" fmla="*/ 75403 w 75402"/>
              <a:gd name="connsiteY1" fmla="*/ 0 h 97052"/>
              <a:gd name="connsiteX2" fmla="*/ 75403 w 75402"/>
              <a:gd name="connsiteY2" fmla="*/ 97053 h 97052"/>
              <a:gd name="connsiteX3" fmla="*/ 0 w 75402"/>
              <a:gd name="connsiteY3" fmla="*/ 97053 h 97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402" h="97052">
                <a:moveTo>
                  <a:pt x="0" y="0"/>
                </a:moveTo>
                <a:lnTo>
                  <a:pt x="75403" y="0"/>
                </a:lnTo>
                <a:lnTo>
                  <a:pt x="75403" y="97053"/>
                </a:lnTo>
                <a:lnTo>
                  <a:pt x="0" y="97053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8" name="任意多边形: 形状 77"/>
          <p:cNvSpPr/>
          <p:nvPr userDrawn="1">
            <p:custDataLst>
              <p:tags r:id="rId61"/>
            </p:custDataLst>
          </p:nvPr>
        </p:nvSpPr>
        <p:spPr>
          <a:xfrm rot="844200" flipH="1">
            <a:off x="3219980" y="2854659"/>
            <a:ext cx="64417" cy="4498"/>
          </a:xfrm>
          <a:custGeom>
            <a:avLst/>
            <a:gdLst>
              <a:gd name="connsiteX0" fmla="*/ 0 w 76408"/>
              <a:gd name="connsiteY0" fmla="*/ 0 h 5335"/>
              <a:gd name="connsiteX1" fmla="*/ 76409 w 76408"/>
              <a:gd name="connsiteY1" fmla="*/ 0 h 5335"/>
              <a:gd name="connsiteX2" fmla="*/ 76409 w 76408"/>
              <a:gd name="connsiteY2" fmla="*/ 5336 h 5335"/>
              <a:gd name="connsiteX3" fmla="*/ 0 w 76408"/>
              <a:gd name="connsiteY3" fmla="*/ 5336 h 5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408" h="5335">
                <a:moveTo>
                  <a:pt x="0" y="0"/>
                </a:moveTo>
                <a:lnTo>
                  <a:pt x="76409" y="0"/>
                </a:lnTo>
                <a:lnTo>
                  <a:pt x="76409" y="5336"/>
                </a:lnTo>
                <a:lnTo>
                  <a:pt x="0" y="5336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9" name="任意多边形: 形状 78"/>
          <p:cNvSpPr/>
          <p:nvPr userDrawn="1">
            <p:custDataLst>
              <p:tags r:id="rId62"/>
            </p:custDataLst>
          </p:nvPr>
        </p:nvSpPr>
        <p:spPr>
          <a:xfrm rot="844200" flipH="1">
            <a:off x="3215539" y="2870289"/>
            <a:ext cx="64417" cy="4498"/>
          </a:xfrm>
          <a:custGeom>
            <a:avLst/>
            <a:gdLst>
              <a:gd name="connsiteX0" fmla="*/ 0 w 76408"/>
              <a:gd name="connsiteY0" fmla="*/ 0 h 5335"/>
              <a:gd name="connsiteX1" fmla="*/ 76409 w 76408"/>
              <a:gd name="connsiteY1" fmla="*/ 0 h 5335"/>
              <a:gd name="connsiteX2" fmla="*/ 76409 w 76408"/>
              <a:gd name="connsiteY2" fmla="*/ 5336 h 5335"/>
              <a:gd name="connsiteX3" fmla="*/ 0 w 76408"/>
              <a:gd name="connsiteY3" fmla="*/ 5336 h 5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408" h="5335">
                <a:moveTo>
                  <a:pt x="0" y="0"/>
                </a:moveTo>
                <a:lnTo>
                  <a:pt x="76409" y="0"/>
                </a:lnTo>
                <a:lnTo>
                  <a:pt x="76409" y="5336"/>
                </a:lnTo>
                <a:lnTo>
                  <a:pt x="0" y="5336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0" name="任意多边形: 形状 79"/>
          <p:cNvSpPr/>
          <p:nvPr userDrawn="1">
            <p:custDataLst>
              <p:tags r:id="rId63"/>
            </p:custDataLst>
          </p:nvPr>
        </p:nvSpPr>
        <p:spPr>
          <a:xfrm rot="844200" flipH="1">
            <a:off x="3261935" y="2713913"/>
            <a:ext cx="48857" cy="8555"/>
          </a:xfrm>
          <a:custGeom>
            <a:avLst/>
            <a:gdLst>
              <a:gd name="connsiteX0" fmla="*/ 52878 w 57951"/>
              <a:gd name="connsiteY0" fmla="*/ 0 h 10147"/>
              <a:gd name="connsiteX1" fmla="*/ 57952 w 57951"/>
              <a:gd name="connsiteY1" fmla="*/ 5073 h 10147"/>
              <a:gd name="connsiteX2" fmla="*/ 57952 w 57951"/>
              <a:gd name="connsiteY2" fmla="*/ 5073 h 10147"/>
              <a:gd name="connsiteX3" fmla="*/ 52878 w 57951"/>
              <a:gd name="connsiteY3" fmla="*/ 10147 h 10147"/>
              <a:gd name="connsiteX4" fmla="*/ 5074 w 57951"/>
              <a:gd name="connsiteY4" fmla="*/ 10147 h 10147"/>
              <a:gd name="connsiteX5" fmla="*/ 0 w 57951"/>
              <a:gd name="connsiteY5" fmla="*/ 5073 h 10147"/>
              <a:gd name="connsiteX6" fmla="*/ 0 w 57951"/>
              <a:gd name="connsiteY6" fmla="*/ 5073 h 10147"/>
              <a:gd name="connsiteX7" fmla="*/ 5074 w 57951"/>
              <a:gd name="connsiteY7" fmla="*/ 0 h 1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951" h="10147">
                <a:moveTo>
                  <a:pt x="52878" y="0"/>
                </a:moveTo>
                <a:cubicBezTo>
                  <a:pt x="55680" y="0"/>
                  <a:pt x="57952" y="2271"/>
                  <a:pt x="57952" y="5073"/>
                </a:cubicBezTo>
                <a:lnTo>
                  <a:pt x="57952" y="5073"/>
                </a:lnTo>
                <a:cubicBezTo>
                  <a:pt x="57952" y="7875"/>
                  <a:pt x="55680" y="10147"/>
                  <a:pt x="52878" y="10147"/>
                </a:cubicBezTo>
                <a:lnTo>
                  <a:pt x="5074" y="10147"/>
                </a:lnTo>
                <a:cubicBezTo>
                  <a:pt x="2272" y="10147"/>
                  <a:pt x="0" y="7875"/>
                  <a:pt x="0" y="5073"/>
                </a:cubicBezTo>
                <a:lnTo>
                  <a:pt x="0" y="5073"/>
                </a:lnTo>
                <a:cubicBezTo>
                  <a:pt x="0" y="2271"/>
                  <a:pt x="2272" y="0"/>
                  <a:pt x="5074" y="0"/>
                </a:cubicBezTo>
                <a:close/>
              </a:path>
            </a:pathLst>
          </a:custGeom>
          <a:solidFill>
            <a:schemeClr val="lt1">
              <a:lumMod val="100000"/>
            </a:schemeClr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1" name="任意多边形: 形状 80"/>
          <p:cNvSpPr/>
          <p:nvPr userDrawn="1">
            <p:custDataLst>
              <p:tags r:id="rId64"/>
            </p:custDataLst>
          </p:nvPr>
        </p:nvSpPr>
        <p:spPr>
          <a:xfrm flipH="1">
            <a:off x="3274797" y="2690441"/>
            <a:ext cx="29056" cy="29055"/>
          </a:xfrm>
          <a:custGeom>
            <a:avLst/>
            <a:gdLst>
              <a:gd name="connsiteX0" fmla="*/ 34465 w 34464"/>
              <a:gd name="connsiteY0" fmla="*/ 17232 h 34464"/>
              <a:gd name="connsiteX1" fmla="*/ 17232 w 34464"/>
              <a:gd name="connsiteY1" fmla="*/ 34465 h 34464"/>
              <a:gd name="connsiteX2" fmla="*/ 0 w 34464"/>
              <a:gd name="connsiteY2" fmla="*/ 17232 h 34464"/>
              <a:gd name="connsiteX3" fmla="*/ 17232 w 34464"/>
              <a:gd name="connsiteY3" fmla="*/ 0 h 34464"/>
              <a:gd name="connsiteX4" fmla="*/ 34465 w 34464"/>
              <a:gd name="connsiteY4" fmla="*/ 17232 h 34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64" h="34464">
                <a:moveTo>
                  <a:pt x="34465" y="17232"/>
                </a:moveTo>
                <a:cubicBezTo>
                  <a:pt x="34465" y="26750"/>
                  <a:pt x="26750" y="34465"/>
                  <a:pt x="17232" y="34465"/>
                </a:cubicBezTo>
                <a:cubicBezTo>
                  <a:pt x="7715" y="34465"/>
                  <a:pt x="0" y="26750"/>
                  <a:pt x="0" y="17232"/>
                </a:cubicBezTo>
                <a:cubicBezTo>
                  <a:pt x="0" y="7715"/>
                  <a:pt x="7715" y="0"/>
                  <a:pt x="17232" y="0"/>
                </a:cubicBezTo>
                <a:cubicBezTo>
                  <a:pt x="26750" y="0"/>
                  <a:pt x="34465" y="7715"/>
                  <a:pt x="34465" y="1723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2" name="任意多边形: 形状 81"/>
          <p:cNvSpPr/>
          <p:nvPr userDrawn="1">
            <p:custDataLst>
              <p:tags r:id="rId65"/>
            </p:custDataLst>
          </p:nvPr>
        </p:nvSpPr>
        <p:spPr>
          <a:xfrm rot="844200" flipH="1">
            <a:off x="3254625" y="2673497"/>
            <a:ext cx="79241" cy="23193"/>
          </a:xfrm>
          <a:custGeom>
            <a:avLst/>
            <a:gdLst>
              <a:gd name="connsiteX0" fmla="*/ 80258 w 93991"/>
              <a:gd name="connsiteY0" fmla="*/ 0 h 27510"/>
              <a:gd name="connsiteX1" fmla="*/ 93991 w 93991"/>
              <a:gd name="connsiteY1" fmla="*/ 13733 h 27510"/>
              <a:gd name="connsiteX2" fmla="*/ 93991 w 93991"/>
              <a:gd name="connsiteY2" fmla="*/ 13777 h 27510"/>
              <a:gd name="connsiteX3" fmla="*/ 80258 w 93991"/>
              <a:gd name="connsiteY3" fmla="*/ 27511 h 27510"/>
              <a:gd name="connsiteX4" fmla="*/ 13733 w 93991"/>
              <a:gd name="connsiteY4" fmla="*/ 27511 h 27510"/>
              <a:gd name="connsiteX5" fmla="*/ 0 w 93991"/>
              <a:gd name="connsiteY5" fmla="*/ 13777 h 27510"/>
              <a:gd name="connsiteX6" fmla="*/ 0 w 93991"/>
              <a:gd name="connsiteY6" fmla="*/ 13733 h 27510"/>
              <a:gd name="connsiteX7" fmla="*/ 13733 w 93991"/>
              <a:gd name="connsiteY7" fmla="*/ 0 h 27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3991" h="27510">
                <a:moveTo>
                  <a:pt x="80258" y="0"/>
                </a:moveTo>
                <a:cubicBezTo>
                  <a:pt x="87843" y="0"/>
                  <a:pt x="93991" y="6149"/>
                  <a:pt x="93991" y="13733"/>
                </a:cubicBezTo>
                <a:lnTo>
                  <a:pt x="93991" y="13777"/>
                </a:lnTo>
                <a:cubicBezTo>
                  <a:pt x="93991" y="21362"/>
                  <a:pt x="87843" y="27511"/>
                  <a:pt x="80258" y="27511"/>
                </a:cubicBezTo>
                <a:lnTo>
                  <a:pt x="13733" y="27511"/>
                </a:lnTo>
                <a:cubicBezTo>
                  <a:pt x="6148" y="27511"/>
                  <a:pt x="0" y="21362"/>
                  <a:pt x="0" y="13777"/>
                </a:cubicBezTo>
                <a:lnTo>
                  <a:pt x="0" y="13733"/>
                </a:lnTo>
                <a:cubicBezTo>
                  <a:pt x="0" y="6149"/>
                  <a:pt x="6148" y="0"/>
                  <a:pt x="13733" y="0"/>
                </a:cubicBezTo>
                <a:close/>
              </a:path>
            </a:pathLst>
          </a:custGeom>
          <a:noFill/>
          <a:ln w="7432" cap="flat">
            <a:solidFill>
              <a:schemeClr val="accent2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3" name="任意多边形: 形状 82"/>
          <p:cNvSpPr/>
          <p:nvPr userDrawn="1">
            <p:custDataLst>
              <p:tags r:id="rId66"/>
            </p:custDataLst>
          </p:nvPr>
        </p:nvSpPr>
        <p:spPr>
          <a:xfrm flipH="1">
            <a:off x="3292902" y="2295932"/>
            <a:ext cx="162169" cy="388498"/>
          </a:xfrm>
          <a:custGeom>
            <a:avLst/>
            <a:gdLst>
              <a:gd name="connsiteX0" fmla="*/ 192356 w 192355"/>
              <a:gd name="connsiteY0" fmla="*/ 460816 h 460815"/>
              <a:gd name="connsiteX1" fmla="*/ 189119 w 192355"/>
              <a:gd name="connsiteY1" fmla="*/ 417560 h 460815"/>
              <a:gd name="connsiteX2" fmla="*/ 174 w 192355"/>
              <a:gd name="connsiteY2" fmla="*/ 0 h 460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2355" h="460815">
                <a:moveTo>
                  <a:pt x="192356" y="460816"/>
                </a:moveTo>
                <a:lnTo>
                  <a:pt x="189119" y="417560"/>
                </a:lnTo>
                <a:cubicBezTo>
                  <a:pt x="189119" y="417560"/>
                  <a:pt x="-6649" y="219911"/>
                  <a:pt x="174" y="0"/>
                </a:cubicBezTo>
              </a:path>
            </a:pathLst>
          </a:custGeom>
          <a:noFill/>
          <a:ln w="9924" cap="rnd">
            <a:solidFill>
              <a:schemeClr val="accent5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4" name="任意多边形: 形状 83"/>
          <p:cNvSpPr/>
          <p:nvPr userDrawn="1">
            <p:custDataLst>
              <p:tags r:id="rId67"/>
            </p:custDataLst>
          </p:nvPr>
        </p:nvSpPr>
        <p:spPr>
          <a:xfrm flipH="1">
            <a:off x="3208428" y="2242613"/>
            <a:ext cx="87202" cy="405350"/>
          </a:xfrm>
          <a:custGeom>
            <a:avLst/>
            <a:gdLst>
              <a:gd name="connsiteX0" fmla="*/ 89574 w 103434"/>
              <a:gd name="connsiteY0" fmla="*/ 0 h 480803"/>
              <a:gd name="connsiteX1" fmla="*/ 0 w 103434"/>
              <a:gd name="connsiteY1" fmla="*/ 480804 h 480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434" h="480803">
                <a:moveTo>
                  <a:pt x="89574" y="0"/>
                </a:moveTo>
                <a:cubicBezTo>
                  <a:pt x="89574" y="0"/>
                  <a:pt x="155442" y="290459"/>
                  <a:pt x="0" y="480804"/>
                </a:cubicBezTo>
              </a:path>
            </a:pathLst>
          </a:custGeom>
          <a:noFill/>
          <a:ln w="9924" cap="rnd">
            <a:solidFill>
              <a:schemeClr val="accent5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7" name="任意多边形: 形状 86"/>
          <p:cNvSpPr/>
          <p:nvPr userDrawn="1">
            <p:custDataLst>
              <p:tags r:id="rId68"/>
            </p:custDataLst>
          </p:nvPr>
        </p:nvSpPr>
        <p:spPr>
          <a:xfrm flipH="1">
            <a:off x="3513005" y="2056078"/>
            <a:ext cx="47274" cy="104748"/>
          </a:xfrm>
          <a:custGeom>
            <a:avLst/>
            <a:gdLst>
              <a:gd name="connsiteX0" fmla="*/ 0 w 56073"/>
              <a:gd name="connsiteY0" fmla="*/ 0 h 124246"/>
              <a:gd name="connsiteX1" fmla="*/ 15335 w 56073"/>
              <a:gd name="connsiteY1" fmla="*/ 3097 h 124246"/>
              <a:gd name="connsiteX2" fmla="*/ 56073 w 56073"/>
              <a:gd name="connsiteY2" fmla="*/ 64554 h 124246"/>
              <a:gd name="connsiteX3" fmla="*/ 36537 w 56073"/>
              <a:gd name="connsiteY3" fmla="*/ 111718 h 124246"/>
              <a:gd name="connsiteX4" fmla="*/ 17955 w 56073"/>
              <a:gd name="connsiteY4" fmla="*/ 124246 h 124246"/>
              <a:gd name="connsiteX5" fmla="*/ 8234 w 56073"/>
              <a:gd name="connsiteY5" fmla="*/ 95285 h 124246"/>
              <a:gd name="connsiteX6" fmla="*/ 543 w 56073"/>
              <a:gd name="connsiteY6" fmla="*/ 32563 h 124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73" h="124246">
                <a:moveTo>
                  <a:pt x="0" y="0"/>
                </a:moveTo>
                <a:lnTo>
                  <a:pt x="15335" y="3097"/>
                </a:lnTo>
                <a:cubicBezTo>
                  <a:pt x="39275" y="13222"/>
                  <a:pt x="56073" y="36926"/>
                  <a:pt x="56073" y="64554"/>
                </a:cubicBezTo>
                <a:cubicBezTo>
                  <a:pt x="56073" y="82973"/>
                  <a:pt x="48607" y="99648"/>
                  <a:pt x="36537" y="111718"/>
                </a:cubicBezTo>
                <a:lnTo>
                  <a:pt x="17955" y="124246"/>
                </a:lnTo>
                <a:lnTo>
                  <a:pt x="8234" y="95285"/>
                </a:lnTo>
                <a:cubicBezTo>
                  <a:pt x="4489" y="77137"/>
                  <a:pt x="1983" y="56044"/>
                  <a:pt x="543" y="32563"/>
                </a:cubicBezTo>
                <a:close/>
              </a:path>
            </a:pathLst>
          </a:custGeom>
          <a:solidFill>
            <a:srgbClr val="F06A45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8" name="任意多边形: 形状 87"/>
          <p:cNvSpPr/>
          <p:nvPr userDrawn="1">
            <p:custDataLst>
              <p:tags r:id="rId69"/>
            </p:custDataLst>
          </p:nvPr>
        </p:nvSpPr>
        <p:spPr>
          <a:xfrm>
            <a:off x="4966425" y="4010628"/>
            <a:ext cx="118080" cy="118080"/>
          </a:xfrm>
          <a:custGeom>
            <a:avLst/>
            <a:gdLst>
              <a:gd name="connsiteX0" fmla="*/ 95350 w 95350"/>
              <a:gd name="connsiteY0" fmla="*/ 47675 h 95350"/>
              <a:gd name="connsiteX1" fmla="*/ 47675 w 95350"/>
              <a:gd name="connsiteY1" fmla="*/ 95350 h 95350"/>
              <a:gd name="connsiteX2" fmla="*/ 0 w 95350"/>
              <a:gd name="connsiteY2" fmla="*/ 47675 h 95350"/>
              <a:gd name="connsiteX3" fmla="*/ 47675 w 95350"/>
              <a:gd name="connsiteY3" fmla="*/ 0 h 95350"/>
              <a:gd name="connsiteX4" fmla="*/ 95350 w 95350"/>
              <a:gd name="connsiteY4" fmla="*/ 47675 h 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350" h="95350">
                <a:moveTo>
                  <a:pt x="95350" y="47675"/>
                </a:moveTo>
                <a:cubicBezTo>
                  <a:pt x="95350" y="74006"/>
                  <a:pt x="74006" y="95350"/>
                  <a:pt x="47675" y="95350"/>
                </a:cubicBezTo>
                <a:cubicBezTo>
                  <a:pt x="21345" y="95350"/>
                  <a:pt x="0" y="74006"/>
                  <a:pt x="0" y="47675"/>
                </a:cubicBezTo>
                <a:cubicBezTo>
                  <a:pt x="0" y="21345"/>
                  <a:pt x="21345" y="0"/>
                  <a:pt x="47675" y="0"/>
                </a:cubicBezTo>
                <a:cubicBezTo>
                  <a:pt x="74006" y="0"/>
                  <a:pt x="95350" y="21345"/>
                  <a:pt x="95350" y="47675"/>
                </a:cubicBezTo>
                <a:close/>
              </a:path>
            </a:pathLst>
          </a:custGeom>
          <a:solidFill>
            <a:schemeClr val="accent4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9" name="任意多边形: 形状 88"/>
          <p:cNvSpPr/>
          <p:nvPr userDrawn="1">
            <p:custDataLst>
              <p:tags r:id="rId70"/>
            </p:custDataLst>
          </p:nvPr>
        </p:nvSpPr>
        <p:spPr>
          <a:xfrm>
            <a:off x="4891219" y="3197678"/>
            <a:ext cx="75206" cy="75206"/>
          </a:xfrm>
          <a:custGeom>
            <a:avLst/>
            <a:gdLst>
              <a:gd name="connsiteX0" fmla="*/ 75206 w 75206"/>
              <a:gd name="connsiteY0" fmla="*/ 37603 h 75206"/>
              <a:gd name="connsiteX1" fmla="*/ 37603 w 75206"/>
              <a:gd name="connsiteY1" fmla="*/ 75206 h 75206"/>
              <a:gd name="connsiteX2" fmla="*/ 0 w 75206"/>
              <a:gd name="connsiteY2" fmla="*/ 37603 h 75206"/>
              <a:gd name="connsiteX3" fmla="*/ 37603 w 75206"/>
              <a:gd name="connsiteY3" fmla="*/ 0 h 75206"/>
              <a:gd name="connsiteX4" fmla="*/ 75206 w 75206"/>
              <a:gd name="connsiteY4" fmla="*/ 37603 h 75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206" h="75206">
                <a:moveTo>
                  <a:pt x="75206" y="37603"/>
                </a:moveTo>
                <a:cubicBezTo>
                  <a:pt x="75206" y="58371"/>
                  <a:pt x="58371" y="75206"/>
                  <a:pt x="37603" y="75206"/>
                </a:cubicBezTo>
                <a:cubicBezTo>
                  <a:pt x="16835" y="75206"/>
                  <a:pt x="0" y="58371"/>
                  <a:pt x="0" y="37603"/>
                </a:cubicBezTo>
                <a:cubicBezTo>
                  <a:pt x="0" y="16835"/>
                  <a:pt x="16835" y="0"/>
                  <a:pt x="37603" y="0"/>
                </a:cubicBezTo>
                <a:cubicBezTo>
                  <a:pt x="58371" y="0"/>
                  <a:pt x="75206" y="16835"/>
                  <a:pt x="75206" y="37603"/>
                </a:cubicBezTo>
                <a:close/>
              </a:path>
            </a:pathLst>
          </a:custGeom>
          <a:solidFill>
            <a:schemeClr val="accent1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90" name="任意多边形: 形状 89"/>
          <p:cNvSpPr/>
          <p:nvPr userDrawn="1">
            <p:custDataLst>
              <p:tags r:id="rId71"/>
            </p:custDataLst>
          </p:nvPr>
        </p:nvSpPr>
        <p:spPr>
          <a:xfrm>
            <a:off x="4490993" y="3731146"/>
            <a:ext cx="69162" cy="69162"/>
          </a:xfrm>
          <a:custGeom>
            <a:avLst/>
            <a:gdLst>
              <a:gd name="connsiteX0" fmla="*/ 69163 w 69162"/>
              <a:gd name="connsiteY0" fmla="*/ 34581 h 69162"/>
              <a:gd name="connsiteX1" fmla="*/ 34581 w 69162"/>
              <a:gd name="connsiteY1" fmla="*/ 69163 h 69162"/>
              <a:gd name="connsiteX2" fmla="*/ 0 w 69162"/>
              <a:gd name="connsiteY2" fmla="*/ 34581 h 69162"/>
              <a:gd name="connsiteX3" fmla="*/ 34581 w 69162"/>
              <a:gd name="connsiteY3" fmla="*/ 0 h 69162"/>
              <a:gd name="connsiteX4" fmla="*/ 69163 w 69162"/>
              <a:gd name="connsiteY4" fmla="*/ 34581 h 6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162" h="69162">
                <a:moveTo>
                  <a:pt x="69163" y="34581"/>
                </a:moveTo>
                <a:cubicBezTo>
                  <a:pt x="69163" y="53680"/>
                  <a:pt x="53680" y="69163"/>
                  <a:pt x="34581" y="69163"/>
                </a:cubicBezTo>
                <a:cubicBezTo>
                  <a:pt x="15483" y="69163"/>
                  <a:pt x="0" y="53680"/>
                  <a:pt x="0" y="34581"/>
                </a:cubicBezTo>
                <a:cubicBezTo>
                  <a:pt x="0" y="15483"/>
                  <a:pt x="15483" y="0"/>
                  <a:pt x="34581" y="0"/>
                </a:cubicBezTo>
                <a:cubicBezTo>
                  <a:pt x="53680" y="0"/>
                  <a:pt x="69163" y="15483"/>
                  <a:pt x="69163" y="34581"/>
                </a:cubicBezTo>
                <a:close/>
              </a:path>
            </a:pathLst>
          </a:custGeom>
          <a:solidFill>
            <a:schemeClr val="accent4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91" name="任意多边形: 形状 90"/>
          <p:cNvSpPr/>
          <p:nvPr userDrawn="1">
            <p:custDataLst>
              <p:tags r:id="rId72"/>
            </p:custDataLst>
          </p:nvPr>
        </p:nvSpPr>
        <p:spPr>
          <a:xfrm flipH="1">
            <a:off x="11266718" y="1"/>
            <a:ext cx="925282" cy="899302"/>
          </a:xfrm>
          <a:custGeom>
            <a:avLst/>
            <a:gdLst>
              <a:gd name="connsiteX0" fmla="*/ 0 w 2776027"/>
              <a:gd name="connsiteY0" fmla="*/ 0 h 2698081"/>
              <a:gd name="connsiteX1" fmla="*/ 2776027 w 2776027"/>
              <a:gd name="connsiteY1" fmla="*/ 0 h 2698081"/>
              <a:gd name="connsiteX2" fmla="*/ 2768546 w 2776027"/>
              <a:gd name="connsiteY2" fmla="*/ 148143 h 2698081"/>
              <a:gd name="connsiteX3" fmla="*/ 230234 w 2776027"/>
              <a:gd name="connsiteY3" fmla="*/ 2686455 h 2698081"/>
              <a:gd name="connsiteX4" fmla="*/ 0 w 2776027"/>
              <a:gd name="connsiteY4" fmla="*/ 2698081 h 2698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6027" h="2698081">
                <a:moveTo>
                  <a:pt x="0" y="0"/>
                </a:moveTo>
                <a:lnTo>
                  <a:pt x="2776027" y="0"/>
                </a:lnTo>
                <a:lnTo>
                  <a:pt x="2768546" y="148143"/>
                </a:lnTo>
                <a:cubicBezTo>
                  <a:pt x="2632626" y="1486523"/>
                  <a:pt x="1568614" y="2550535"/>
                  <a:pt x="230234" y="2686455"/>
                </a:cubicBezTo>
                <a:lnTo>
                  <a:pt x="0" y="2698081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92" name="任意多边形: 形状 91"/>
          <p:cNvSpPr/>
          <p:nvPr userDrawn="1">
            <p:custDataLst>
              <p:tags r:id="rId73"/>
            </p:custDataLst>
          </p:nvPr>
        </p:nvSpPr>
        <p:spPr>
          <a:xfrm>
            <a:off x="1342794" y="2848752"/>
            <a:ext cx="127581" cy="127581"/>
          </a:xfrm>
          <a:custGeom>
            <a:avLst/>
            <a:gdLst>
              <a:gd name="connsiteX0" fmla="*/ 127582 w 127581"/>
              <a:gd name="connsiteY0" fmla="*/ 63791 h 127581"/>
              <a:gd name="connsiteX1" fmla="*/ 63791 w 127581"/>
              <a:gd name="connsiteY1" fmla="*/ 127582 h 127581"/>
              <a:gd name="connsiteX2" fmla="*/ 0 w 127581"/>
              <a:gd name="connsiteY2" fmla="*/ 63791 h 127581"/>
              <a:gd name="connsiteX3" fmla="*/ 63791 w 127581"/>
              <a:gd name="connsiteY3" fmla="*/ 0 h 127581"/>
              <a:gd name="connsiteX4" fmla="*/ 127582 w 127581"/>
              <a:gd name="connsiteY4" fmla="*/ 63791 h 127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581" h="127581">
                <a:moveTo>
                  <a:pt x="127582" y="63791"/>
                </a:moveTo>
                <a:cubicBezTo>
                  <a:pt x="127582" y="99021"/>
                  <a:pt x="99022" y="127582"/>
                  <a:pt x="63791" y="127582"/>
                </a:cubicBezTo>
                <a:cubicBezTo>
                  <a:pt x="28560" y="127582"/>
                  <a:pt x="0" y="99021"/>
                  <a:pt x="0" y="63791"/>
                </a:cubicBezTo>
                <a:cubicBezTo>
                  <a:pt x="0" y="28560"/>
                  <a:pt x="28560" y="0"/>
                  <a:pt x="63791" y="0"/>
                </a:cubicBezTo>
                <a:cubicBezTo>
                  <a:pt x="99022" y="0"/>
                  <a:pt x="127582" y="28560"/>
                  <a:pt x="127582" y="63791"/>
                </a:cubicBezTo>
                <a:close/>
              </a:path>
            </a:pathLst>
          </a:custGeom>
          <a:solidFill>
            <a:schemeClr val="accent1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93" name="任意多边形: 形状 92"/>
          <p:cNvSpPr/>
          <p:nvPr userDrawn="1">
            <p:custDataLst>
              <p:tags r:id="rId74"/>
            </p:custDataLst>
          </p:nvPr>
        </p:nvSpPr>
        <p:spPr>
          <a:xfrm>
            <a:off x="1091789" y="2272772"/>
            <a:ext cx="110003" cy="110003"/>
          </a:xfrm>
          <a:custGeom>
            <a:avLst/>
            <a:gdLst>
              <a:gd name="connsiteX0" fmla="*/ 75206 w 75206"/>
              <a:gd name="connsiteY0" fmla="*/ 37603 h 75206"/>
              <a:gd name="connsiteX1" fmla="*/ 37603 w 75206"/>
              <a:gd name="connsiteY1" fmla="*/ 75206 h 75206"/>
              <a:gd name="connsiteX2" fmla="*/ 0 w 75206"/>
              <a:gd name="connsiteY2" fmla="*/ 37603 h 75206"/>
              <a:gd name="connsiteX3" fmla="*/ 37603 w 75206"/>
              <a:gd name="connsiteY3" fmla="*/ 0 h 75206"/>
              <a:gd name="connsiteX4" fmla="*/ 75206 w 75206"/>
              <a:gd name="connsiteY4" fmla="*/ 37603 h 75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206" h="75206">
                <a:moveTo>
                  <a:pt x="75206" y="37603"/>
                </a:moveTo>
                <a:cubicBezTo>
                  <a:pt x="75206" y="58370"/>
                  <a:pt x="58371" y="75206"/>
                  <a:pt x="37603" y="75206"/>
                </a:cubicBezTo>
                <a:cubicBezTo>
                  <a:pt x="16836" y="75206"/>
                  <a:pt x="0" y="58371"/>
                  <a:pt x="0" y="37603"/>
                </a:cubicBezTo>
                <a:cubicBezTo>
                  <a:pt x="0" y="16835"/>
                  <a:pt x="16836" y="0"/>
                  <a:pt x="37603" y="0"/>
                </a:cubicBezTo>
                <a:cubicBezTo>
                  <a:pt x="58371" y="0"/>
                  <a:pt x="75206" y="16835"/>
                  <a:pt x="75206" y="37603"/>
                </a:cubicBezTo>
                <a:close/>
              </a:path>
            </a:pathLst>
          </a:custGeom>
          <a:solidFill>
            <a:schemeClr val="accent4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94" name="任意多边形: 形状 93"/>
          <p:cNvSpPr/>
          <p:nvPr userDrawn="1">
            <p:custDataLst>
              <p:tags r:id="rId75"/>
            </p:custDataLst>
          </p:nvPr>
        </p:nvSpPr>
        <p:spPr>
          <a:xfrm>
            <a:off x="1435794" y="2413296"/>
            <a:ext cx="45719" cy="45719"/>
          </a:xfrm>
          <a:custGeom>
            <a:avLst/>
            <a:gdLst>
              <a:gd name="connsiteX0" fmla="*/ 69163 w 69162"/>
              <a:gd name="connsiteY0" fmla="*/ 34581 h 69162"/>
              <a:gd name="connsiteX1" fmla="*/ 34581 w 69162"/>
              <a:gd name="connsiteY1" fmla="*/ 69163 h 69162"/>
              <a:gd name="connsiteX2" fmla="*/ 0 w 69162"/>
              <a:gd name="connsiteY2" fmla="*/ 34581 h 69162"/>
              <a:gd name="connsiteX3" fmla="*/ 34581 w 69162"/>
              <a:gd name="connsiteY3" fmla="*/ 0 h 69162"/>
              <a:gd name="connsiteX4" fmla="*/ 69163 w 69162"/>
              <a:gd name="connsiteY4" fmla="*/ 34581 h 6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162" h="69162">
                <a:moveTo>
                  <a:pt x="69163" y="34581"/>
                </a:moveTo>
                <a:cubicBezTo>
                  <a:pt x="69163" y="53680"/>
                  <a:pt x="53680" y="69163"/>
                  <a:pt x="34581" y="69163"/>
                </a:cubicBezTo>
                <a:cubicBezTo>
                  <a:pt x="15483" y="69163"/>
                  <a:pt x="0" y="53680"/>
                  <a:pt x="0" y="34581"/>
                </a:cubicBezTo>
                <a:cubicBezTo>
                  <a:pt x="0" y="15483"/>
                  <a:pt x="15482" y="0"/>
                  <a:pt x="34581" y="0"/>
                </a:cubicBezTo>
                <a:cubicBezTo>
                  <a:pt x="53680" y="0"/>
                  <a:pt x="69163" y="15483"/>
                  <a:pt x="69163" y="34581"/>
                </a:cubicBezTo>
                <a:close/>
              </a:path>
            </a:pathLst>
          </a:custGeom>
          <a:solidFill>
            <a:schemeClr val="accent4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95" name="矩形: 圆角 94"/>
          <p:cNvSpPr/>
          <p:nvPr userDrawn="1">
            <p:custDataLst>
              <p:tags r:id="rId76"/>
            </p:custDataLst>
          </p:nvPr>
        </p:nvSpPr>
        <p:spPr>
          <a:xfrm>
            <a:off x="9144000" y="2963120"/>
            <a:ext cx="1881742" cy="22376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  <p:cxnSp>
        <p:nvCxnSpPr>
          <p:cNvPr id="100" name="直接连接符 99"/>
          <p:cNvCxnSpPr/>
          <p:nvPr userDrawn="1">
            <p:custDataLst>
              <p:tags r:id="rId77"/>
            </p:custDataLst>
          </p:nvPr>
        </p:nvCxnSpPr>
        <p:spPr>
          <a:xfrm flipH="1">
            <a:off x="10799212" y="708683"/>
            <a:ext cx="211136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 userDrawn="1">
            <p:custDataLst>
              <p:tags r:id="rId78"/>
            </p:custDataLst>
          </p:nvPr>
        </p:nvCxnSpPr>
        <p:spPr>
          <a:xfrm flipH="1">
            <a:off x="10799212" y="775715"/>
            <a:ext cx="211136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 userDrawn="1">
            <p:custDataLst>
              <p:tags r:id="rId79"/>
            </p:custDataLst>
          </p:nvPr>
        </p:nvCxnSpPr>
        <p:spPr>
          <a:xfrm flipH="1">
            <a:off x="10799212" y="842747"/>
            <a:ext cx="211136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任意多边形: 形状 129"/>
          <p:cNvSpPr/>
          <p:nvPr userDrawn="1">
            <p:custDataLst>
              <p:tags r:id="rId80"/>
            </p:custDataLst>
          </p:nvPr>
        </p:nvSpPr>
        <p:spPr>
          <a:xfrm flipH="1">
            <a:off x="4196159" y="1298872"/>
            <a:ext cx="811463" cy="1129272"/>
          </a:xfrm>
          <a:custGeom>
            <a:avLst/>
            <a:gdLst>
              <a:gd name="connsiteX0" fmla="*/ 636612 w 2638749"/>
              <a:gd name="connsiteY0" fmla="*/ 2648525 h 3672214"/>
              <a:gd name="connsiteX1" fmla="*/ 554132 w 2638749"/>
              <a:gd name="connsiteY1" fmla="*/ 2929413 h 3672214"/>
              <a:gd name="connsiteX2" fmla="*/ 480768 w 2638749"/>
              <a:gd name="connsiteY2" fmla="*/ 3072001 h 3672214"/>
              <a:gd name="connsiteX3" fmla="*/ 458929 w 2638749"/>
              <a:gd name="connsiteY3" fmla="*/ 3105982 h 3672214"/>
              <a:gd name="connsiteX4" fmla="*/ 314295 w 2638749"/>
              <a:gd name="connsiteY4" fmla="*/ 3043603 h 3672214"/>
              <a:gd name="connsiteX5" fmla="*/ 62407 w 2638749"/>
              <a:gd name="connsiteY5" fmla="*/ 3143689 h 3672214"/>
              <a:gd name="connsiteX6" fmla="*/ 0 w 2638749"/>
              <a:gd name="connsiteY6" fmla="*/ 3288389 h 3672214"/>
              <a:gd name="connsiteX7" fmla="*/ 889949 w 2638749"/>
              <a:gd name="connsiteY7" fmla="*/ 3672214 h 3672214"/>
              <a:gd name="connsiteX8" fmla="*/ 952356 w 2638749"/>
              <a:gd name="connsiteY8" fmla="*/ 3527514 h 3672214"/>
              <a:gd name="connsiteX9" fmla="*/ 852270 w 2638749"/>
              <a:gd name="connsiteY9" fmla="*/ 3275626 h 3672214"/>
              <a:gd name="connsiteX10" fmla="*/ 716189 w 2638749"/>
              <a:gd name="connsiteY10" fmla="*/ 3216936 h 3672214"/>
              <a:gd name="connsiteX11" fmla="*/ 729532 w 2638749"/>
              <a:gd name="connsiteY11" fmla="*/ 3174178 h 3672214"/>
              <a:gd name="connsiteX12" fmla="*/ 783289 w 2638749"/>
              <a:gd name="connsiteY12" fmla="*/ 3034850 h 3672214"/>
              <a:gd name="connsiteX13" fmla="*/ 918851 w 2638749"/>
              <a:gd name="connsiteY13" fmla="*/ 2770271 h 3672214"/>
              <a:gd name="connsiteX14" fmla="*/ 918851 w 2638749"/>
              <a:gd name="connsiteY14" fmla="*/ 2770167 h 3672214"/>
              <a:gd name="connsiteX15" fmla="*/ 936306 w 2638749"/>
              <a:gd name="connsiteY15" fmla="*/ 0 h 3672214"/>
              <a:gd name="connsiteX16" fmla="*/ 384347 w 2638749"/>
              <a:gd name="connsiteY16" fmla="*/ 1279790 h 3672214"/>
              <a:gd name="connsiteX17" fmla="*/ 704459 w 2638749"/>
              <a:gd name="connsiteY17" fmla="*/ 2406880 h 3672214"/>
              <a:gd name="connsiteX18" fmla="*/ 761257 w 2638749"/>
              <a:gd name="connsiteY18" fmla="*/ 2438486 h 3672214"/>
              <a:gd name="connsiteX19" fmla="*/ 673803 w 2638749"/>
              <a:gd name="connsiteY19" fmla="*/ 2641258 h 3672214"/>
              <a:gd name="connsiteX20" fmla="*/ 898150 w 2638749"/>
              <a:gd name="connsiteY20" fmla="*/ 2738017 h 3672214"/>
              <a:gd name="connsiteX21" fmla="*/ 985613 w 2638749"/>
              <a:gd name="connsiteY21" fmla="*/ 2535223 h 3672214"/>
              <a:gd name="connsiteX22" fmla="*/ 1047364 w 2638749"/>
              <a:gd name="connsiteY22" fmla="*/ 2554771 h 3672214"/>
              <a:gd name="connsiteX23" fmla="*/ 2086790 w 2638749"/>
              <a:gd name="connsiteY23" fmla="*/ 2014034 h 3672214"/>
              <a:gd name="connsiteX24" fmla="*/ 2638749 w 2638749"/>
              <a:gd name="connsiteY24" fmla="*/ 734245 h 3672214"/>
              <a:gd name="connsiteX25" fmla="*/ 936401 w 2638749"/>
              <a:gd name="connsiteY25" fmla="*/ 42 h 3672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638749" h="3672214">
                <a:moveTo>
                  <a:pt x="636612" y="2648525"/>
                </a:moveTo>
                <a:cubicBezTo>
                  <a:pt x="624250" y="2723733"/>
                  <a:pt x="600774" y="2821587"/>
                  <a:pt x="554132" y="2929413"/>
                </a:cubicBezTo>
                <a:cubicBezTo>
                  <a:pt x="531071" y="2982755"/>
                  <a:pt x="505906" y="3030280"/>
                  <a:pt x="480768" y="3072001"/>
                </a:cubicBezTo>
                <a:lnTo>
                  <a:pt x="458929" y="3105982"/>
                </a:lnTo>
                <a:lnTo>
                  <a:pt x="314295" y="3043603"/>
                </a:lnTo>
                <a:cubicBezTo>
                  <a:pt x="217193" y="3001724"/>
                  <a:pt x="104287" y="3046586"/>
                  <a:pt x="62407" y="3143689"/>
                </a:cubicBezTo>
                <a:lnTo>
                  <a:pt x="0" y="3288389"/>
                </a:lnTo>
                <a:lnTo>
                  <a:pt x="889949" y="3672214"/>
                </a:lnTo>
                <a:lnTo>
                  <a:pt x="952356" y="3527514"/>
                </a:lnTo>
                <a:cubicBezTo>
                  <a:pt x="994236" y="3430411"/>
                  <a:pt x="949373" y="3317505"/>
                  <a:pt x="852270" y="3275626"/>
                </a:cubicBezTo>
                <a:lnTo>
                  <a:pt x="716189" y="3216936"/>
                </a:lnTo>
                <a:lnTo>
                  <a:pt x="729532" y="3174178"/>
                </a:lnTo>
                <a:cubicBezTo>
                  <a:pt x="744984" y="3129588"/>
                  <a:pt x="762773" y="3082998"/>
                  <a:pt x="783289" y="3034850"/>
                </a:cubicBezTo>
                <a:cubicBezTo>
                  <a:pt x="826710" y="2933153"/>
                  <a:pt x="873767" y="2844856"/>
                  <a:pt x="918851" y="2770271"/>
                </a:cubicBezTo>
                <a:lnTo>
                  <a:pt x="918851" y="2770167"/>
                </a:lnTo>
                <a:close/>
                <a:moveTo>
                  <a:pt x="936306" y="0"/>
                </a:moveTo>
                <a:lnTo>
                  <a:pt x="384347" y="1279790"/>
                </a:lnTo>
                <a:cubicBezTo>
                  <a:pt x="207065" y="1690842"/>
                  <a:pt x="350993" y="2160225"/>
                  <a:pt x="704459" y="2406880"/>
                </a:cubicBezTo>
                <a:lnTo>
                  <a:pt x="761257" y="2438486"/>
                </a:lnTo>
                <a:lnTo>
                  <a:pt x="673803" y="2641258"/>
                </a:lnTo>
                <a:lnTo>
                  <a:pt x="898150" y="2738017"/>
                </a:lnTo>
                <a:lnTo>
                  <a:pt x="985613" y="2535223"/>
                </a:lnTo>
                <a:lnTo>
                  <a:pt x="1047364" y="2554771"/>
                </a:lnTo>
                <a:cubicBezTo>
                  <a:pt x="1469346" y="2642558"/>
                  <a:pt x="1909508" y="2425086"/>
                  <a:pt x="2086790" y="2014034"/>
                </a:cubicBezTo>
                <a:lnTo>
                  <a:pt x="2638749" y="734245"/>
                </a:lnTo>
                <a:lnTo>
                  <a:pt x="936401" y="42"/>
                </a:lnTo>
                <a:close/>
              </a:path>
            </a:pathLst>
          </a:custGeom>
          <a:solidFill>
            <a:schemeClr val="accent4"/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31" name="任意多边形: 形状 130"/>
          <p:cNvSpPr/>
          <p:nvPr userDrawn="1">
            <p:custDataLst>
              <p:tags r:id="rId81"/>
            </p:custDataLst>
          </p:nvPr>
        </p:nvSpPr>
        <p:spPr>
          <a:xfrm rot="20200201" flipH="1">
            <a:off x="4717346" y="2115442"/>
            <a:ext cx="103596" cy="36065"/>
          </a:xfrm>
          <a:custGeom>
            <a:avLst/>
            <a:gdLst>
              <a:gd name="connsiteX0" fmla="*/ 278291 w 336879"/>
              <a:gd name="connsiteY0" fmla="*/ 0 h 117279"/>
              <a:gd name="connsiteX1" fmla="*/ 336879 w 336879"/>
              <a:gd name="connsiteY1" fmla="*/ 58588 h 117279"/>
              <a:gd name="connsiteX2" fmla="*/ 336879 w 336879"/>
              <a:gd name="connsiteY2" fmla="*/ 58692 h 117279"/>
              <a:gd name="connsiteX3" fmla="*/ 278291 w 336879"/>
              <a:gd name="connsiteY3" fmla="*/ 117280 h 117279"/>
              <a:gd name="connsiteX4" fmla="*/ 58588 w 336879"/>
              <a:gd name="connsiteY4" fmla="*/ 117280 h 117279"/>
              <a:gd name="connsiteX5" fmla="*/ 0 w 336879"/>
              <a:gd name="connsiteY5" fmla="*/ 58692 h 117279"/>
              <a:gd name="connsiteX6" fmla="*/ 0 w 336879"/>
              <a:gd name="connsiteY6" fmla="*/ 58588 h 117279"/>
              <a:gd name="connsiteX7" fmla="*/ 58588 w 336879"/>
              <a:gd name="connsiteY7" fmla="*/ 0 h 117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6879" h="117279">
                <a:moveTo>
                  <a:pt x="278291" y="0"/>
                </a:moveTo>
                <a:cubicBezTo>
                  <a:pt x="310648" y="0"/>
                  <a:pt x="336879" y="26230"/>
                  <a:pt x="336879" y="58588"/>
                </a:cubicBezTo>
                <a:lnTo>
                  <a:pt x="336879" y="58692"/>
                </a:lnTo>
                <a:cubicBezTo>
                  <a:pt x="336879" y="91049"/>
                  <a:pt x="310648" y="117280"/>
                  <a:pt x="278291" y="117280"/>
                </a:cubicBezTo>
                <a:lnTo>
                  <a:pt x="58588" y="117280"/>
                </a:lnTo>
                <a:cubicBezTo>
                  <a:pt x="26231" y="117280"/>
                  <a:pt x="0" y="91049"/>
                  <a:pt x="0" y="58692"/>
                </a:cubicBezTo>
                <a:lnTo>
                  <a:pt x="0" y="58588"/>
                </a:lnTo>
                <a:cubicBezTo>
                  <a:pt x="0" y="26230"/>
                  <a:pt x="26231" y="0"/>
                  <a:pt x="58588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32" name="任意多边形: 形状 131"/>
          <p:cNvSpPr/>
          <p:nvPr userDrawn="1">
            <p:custDataLst>
              <p:tags r:id="rId82"/>
            </p:custDataLst>
          </p:nvPr>
        </p:nvSpPr>
        <p:spPr>
          <a:xfrm rot="20200201" flipH="1">
            <a:off x="4727077" y="2326211"/>
            <a:ext cx="356981" cy="246964"/>
          </a:xfrm>
          <a:custGeom>
            <a:avLst/>
            <a:gdLst>
              <a:gd name="connsiteX0" fmla="*/ 0 w 1160846"/>
              <a:gd name="connsiteY0" fmla="*/ 0 h 803087"/>
              <a:gd name="connsiteX1" fmla="*/ 1160846 w 1160846"/>
              <a:gd name="connsiteY1" fmla="*/ 0 h 803087"/>
              <a:gd name="connsiteX2" fmla="*/ 1160846 w 1160846"/>
              <a:gd name="connsiteY2" fmla="*/ 803088 h 803087"/>
              <a:gd name="connsiteX3" fmla="*/ 0 w 1160846"/>
              <a:gd name="connsiteY3" fmla="*/ 803088 h 803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0846" h="803087">
                <a:moveTo>
                  <a:pt x="0" y="0"/>
                </a:moveTo>
                <a:lnTo>
                  <a:pt x="1160846" y="0"/>
                </a:lnTo>
                <a:lnTo>
                  <a:pt x="1160846" y="803088"/>
                </a:lnTo>
                <a:lnTo>
                  <a:pt x="0" y="803088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33" name="任意多边形: 形状 132"/>
          <p:cNvSpPr/>
          <p:nvPr userDrawn="1">
            <p:custDataLst>
              <p:tags r:id="rId83"/>
            </p:custDataLst>
          </p:nvPr>
        </p:nvSpPr>
        <p:spPr>
          <a:xfrm rot="20200201" flipH="1">
            <a:off x="4751808" y="2538545"/>
            <a:ext cx="410137" cy="60343"/>
          </a:xfrm>
          <a:custGeom>
            <a:avLst/>
            <a:gdLst>
              <a:gd name="connsiteX0" fmla="*/ 0 w 1333700"/>
              <a:gd name="connsiteY0" fmla="*/ 0 h 196227"/>
              <a:gd name="connsiteX1" fmla="*/ 1333700 w 1333700"/>
              <a:gd name="connsiteY1" fmla="*/ 0 h 196227"/>
              <a:gd name="connsiteX2" fmla="*/ 1333700 w 1333700"/>
              <a:gd name="connsiteY2" fmla="*/ 196227 h 196227"/>
              <a:gd name="connsiteX3" fmla="*/ 0 w 1333700"/>
              <a:gd name="connsiteY3" fmla="*/ 196227 h 196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3700" h="196227">
                <a:moveTo>
                  <a:pt x="0" y="0"/>
                </a:moveTo>
                <a:lnTo>
                  <a:pt x="1333700" y="0"/>
                </a:lnTo>
                <a:lnTo>
                  <a:pt x="1333700" y="196227"/>
                </a:lnTo>
                <a:lnTo>
                  <a:pt x="0" y="196227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34" name="任意多边形: 形状 133"/>
          <p:cNvSpPr/>
          <p:nvPr userDrawn="1">
            <p:custDataLst>
              <p:tags r:id="rId84"/>
            </p:custDataLst>
          </p:nvPr>
        </p:nvSpPr>
        <p:spPr>
          <a:xfrm rot="20200201" flipH="1">
            <a:off x="4822325" y="2387044"/>
            <a:ext cx="176079" cy="106599"/>
          </a:xfrm>
          <a:custGeom>
            <a:avLst/>
            <a:gdLst>
              <a:gd name="connsiteX0" fmla="*/ 0 w 572580"/>
              <a:gd name="connsiteY0" fmla="*/ 0 h 346643"/>
              <a:gd name="connsiteX1" fmla="*/ 572580 w 572580"/>
              <a:gd name="connsiteY1" fmla="*/ 0 h 346643"/>
              <a:gd name="connsiteX2" fmla="*/ 572580 w 572580"/>
              <a:gd name="connsiteY2" fmla="*/ 346644 h 346643"/>
              <a:gd name="connsiteX3" fmla="*/ 0 w 572580"/>
              <a:gd name="connsiteY3" fmla="*/ 346644 h 346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2580" h="346643">
                <a:moveTo>
                  <a:pt x="0" y="0"/>
                </a:moveTo>
                <a:lnTo>
                  <a:pt x="572580" y="0"/>
                </a:lnTo>
                <a:lnTo>
                  <a:pt x="572580" y="346644"/>
                </a:lnTo>
                <a:lnTo>
                  <a:pt x="0" y="346644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35" name="任意多边形: 形状 134"/>
          <p:cNvSpPr/>
          <p:nvPr userDrawn="1">
            <p:custDataLst>
              <p:tags r:id="rId85"/>
            </p:custDataLst>
          </p:nvPr>
        </p:nvSpPr>
        <p:spPr>
          <a:xfrm flipH="1">
            <a:off x="4325760" y="1274040"/>
            <a:ext cx="53083" cy="87356"/>
          </a:xfrm>
          <a:custGeom>
            <a:avLst/>
            <a:gdLst>
              <a:gd name="connsiteX0" fmla="*/ 0 w 172616"/>
              <a:gd name="connsiteY0" fmla="*/ 284070 h 284069"/>
              <a:gd name="connsiteX1" fmla="*/ 164025 w 172616"/>
              <a:gd name="connsiteY1" fmla="*/ 1000 h 284069"/>
              <a:gd name="connsiteX2" fmla="*/ 0 w 172616"/>
              <a:gd name="connsiteY2" fmla="*/ 284070 h 284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2616" h="284069">
                <a:moveTo>
                  <a:pt x="0" y="284070"/>
                </a:moveTo>
                <a:cubicBezTo>
                  <a:pt x="0" y="284070"/>
                  <a:pt x="114059" y="-19568"/>
                  <a:pt x="164025" y="1000"/>
                </a:cubicBezTo>
                <a:cubicBezTo>
                  <a:pt x="213991" y="21568"/>
                  <a:pt x="31060" y="210731"/>
                  <a:pt x="0" y="284070"/>
                </a:cubicBezTo>
                <a:close/>
              </a:path>
            </a:pathLst>
          </a:custGeom>
          <a:solidFill>
            <a:schemeClr val="bg1"/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36" name="任意多边形: 形状 135"/>
          <p:cNvSpPr/>
          <p:nvPr userDrawn="1">
            <p:custDataLst>
              <p:tags r:id="rId86"/>
            </p:custDataLst>
          </p:nvPr>
        </p:nvSpPr>
        <p:spPr>
          <a:xfrm flipH="1">
            <a:off x="4179191" y="1158009"/>
            <a:ext cx="97981" cy="145051"/>
          </a:xfrm>
          <a:custGeom>
            <a:avLst/>
            <a:gdLst>
              <a:gd name="connsiteX0" fmla="*/ 9483 w 318619"/>
              <a:gd name="connsiteY0" fmla="*/ 434096 h 471683"/>
              <a:gd name="connsiteX1" fmla="*/ 302629 w 318619"/>
              <a:gd name="connsiteY1" fmla="*/ 505 h 471683"/>
              <a:gd name="connsiteX2" fmla="*/ 40958 w 318619"/>
              <a:gd name="connsiteY2" fmla="*/ 452274 h 471683"/>
              <a:gd name="connsiteX3" fmla="*/ 9587 w 318619"/>
              <a:gd name="connsiteY3" fmla="*/ 434096 h 471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8619" h="471683">
                <a:moveTo>
                  <a:pt x="9483" y="434096"/>
                </a:moveTo>
                <a:cubicBezTo>
                  <a:pt x="9483" y="434096"/>
                  <a:pt x="207996" y="-17154"/>
                  <a:pt x="302629" y="505"/>
                </a:cubicBezTo>
                <a:cubicBezTo>
                  <a:pt x="397263" y="18165"/>
                  <a:pt x="40958" y="452274"/>
                  <a:pt x="40958" y="452274"/>
                </a:cubicBezTo>
                <a:cubicBezTo>
                  <a:pt x="40958" y="452274"/>
                  <a:pt x="-23862" y="506292"/>
                  <a:pt x="9587" y="434096"/>
                </a:cubicBezTo>
                <a:close/>
              </a:path>
            </a:pathLst>
          </a:custGeom>
          <a:solidFill>
            <a:schemeClr val="accent4"/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37" name="任意多边形: 形状 136"/>
          <p:cNvSpPr/>
          <p:nvPr userDrawn="1">
            <p:custDataLst>
              <p:tags r:id="rId87"/>
            </p:custDataLst>
          </p:nvPr>
        </p:nvSpPr>
        <p:spPr>
          <a:xfrm flipH="1">
            <a:off x="4511373" y="966601"/>
            <a:ext cx="34110" cy="210106"/>
          </a:xfrm>
          <a:custGeom>
            <a:avLst/>
            <a:gdLst>
              <a:gd name="connsiteX0" fmla="*/ 29867 w 110920"/>
              <a:gd name="connsiteY0" fmla="*/ 39135 h 683232"/>
              <a:gd name="connsiteX1" fmla="*/ 4624 w 110920"/>
              <a:gd name="connsiteY1" fmla="*/ 661473 h 683232"/>
              <a:gd name="connsiteX2" fmla="*/ 106530 w 110920"/>
              <a:gd name="connsiteY2" fmla="*/ 167321 h 683232"/>
              <a:gd name="connsiteX3" fmla="*/ 29971 w 110920"/>
              <a:gd name="connsiteY3" fmla="*/ 39135 h 683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920" h="683232">
                <a:moveTo>
                  <a:pt x="29867" y="39135"/>
                </a:moveTo>
                <a:cubicBezTo>
                  <a:pt x="29867" y="39135"/>
                  <a:pt x="39008" y="551466"/>
                  <a:pt x="4624" y="661473"/>
                </a:cubicBezTo>
                <a:cubicBezTo>
                  <a:pt x="-29759" y="771481"/>
                  <a:pt x="139979" y="442393"/>
                  <a:pt x="106530" y="167321"/>
                </a:cubicBezTo>
                <a:cubicBezTo>
                  <a:pt x="73081" y="-107646"/>
                  <a:pt x="29971" y="39135"/>
                  <a:pt x="29971" y="39135"/>
                </a:cubicBezTo>
                <a:close/>
              </a:path>
            </a:pathLst>
          </a:custGeom>
          <a:solidFill>
            <a:schemeClr val="accent4"/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38" name="任意多边形: 形状 137"/>
          <p:cNvSpPr/>
          <p:nvPr userDrawn="1">
            <p:custDataLst>
              <p:tags r:id="rId88"/>
            </p:custDataLst>
          </p:nvPr>
        </p:nvSpPr>
        <p:spPr>
          <a:xfrm flipH="1">
            <a:off x="4684624" y="1077493"/>
            <a:ext cx="14955" cy="82878"/>
          </a:xfrm>
          <a:custGeom>
            <a:avLst/>
            <a:gdLst>
              <a:gd name="connsiteX0" fmla="*/ 5857 w 48632"/>
              <a:gd name="connsiteY0" fmla="*/ 35356 h 269505"/>
              <a:gd name="connsiteX1" fmla="*/ 17076 w 48632"/>
              <a:gd name="connsiteY1" fmla="*/ 269187 h 269505"/>
              <a:gd name="connsiteX2" fmla="*/ 5857 w 48632"/>
              <a:gd name="connsiteY2" fmla="*/ 35356 h 269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632" h="269505">
                <a:moveTo>
                  <a:pt x="5857" y="35356"/>
                </a:moveTo>
                <a:cubicBezTo>
                  <a:pt x="5857" y="35356"/>
                  <a:pt x="-13049" y="255994"/>
                  <a:pt x="17076" y="269187"/>
                </a:cubicBezTo>
                <a:cubicBezTo>
                  <a:pt x="47096" y="282380"/>
                  <a:pt x="74313" y="-118905"/>
                  <a:pt x="5857" y="35356"/>
                </a:cubicBezTo>
                <a:close/>
              </a:path>
            </a:pathLst>
          </a:custGeom>
          <a:solidFill>
            <a:schemeClr val="bg1"/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39" name="任意多边形: 形状 138"/>
          <p:cNvSpPr/>
          <p:nvPr userDrawn="1">
            <p:custDataLst>
              <p:tags r:id="rId89"/>
            </p:custDataLst>
          </p:nvPr>
        </p:nvSpPr>
        <p:spPr>
          <a:xfrm flipH="1">
            <a:off x="3663140" y="1337245"/>
            <a:ext cx="415903" cy="109539"/>
          </a:xfrm>
          <a:custGeom>
            <a:avLst/>
            <a:gdLst>
              <a:gd name="connsiteX0" fmla="*/ 0 w 1352450"/>
              <a:gd name="connsiteY0" fmla="*/ 356203 h 356202"/>
              <a:gd name="connsiteX1" fmla="*/ 1254337 w 1352450"/>
              <a:gd name="connsiteY1" fmla="*/ 11740 h 356202"/>
              <a:gd name="connsiteX2" fmla="*/ 0 w 1352450"/>
              <a:gd name="connsiteY2" fmla="*/ 356203 h 356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52450" h="356202">
                <a:moveTo>
                  <a:pt x="0" y="356203"/>
                </a:moveTo>
                <a:cubicBezTo>
                  <a:pt x="0" y="356203"/>
                  <a:pt x="819916" y="-75934"/>
                  <a:pt x="1254337" y="11740"/>
                </a:cubicBezTo>
                <a:cubicBezTo>
                  <a:pt x="1688759" y="99414"/>
                  <a:pt x="573515" y="57966"/>
                  <a:pt x="0" y="356203"/>
                </a:cubicBezTo>
                <a:close/>
              </a:path>
            </a:pathLst>
          </a:custGeom>
          <a:solidFill>
            <a:schemeClr val="accent2"/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0" name="任意多边形: 形状 139"/>
          <p:cNvSpPr/>
          <p:nvPr userDrawn="1">
            <p:custDataLst>
              <p:tags r:id="rId90"/>
            </p:custDataLst>
          </p:nvPr>
        </p:nvSpPr>
        <p:spPr>
          <a:xfrm flipH="1">
            <a:off x="4799618" y="805555"/>
            <a:ext cx="63946" cy="368933"/>
          </a:xfrm>
          <a:custGeom>
            <a:avLst/>
            <a:gdLst>
              <a:gd name="connsiteX0" fmla="*/ 207944 w 207943"/>
              <a:gd name="connsiteY0" fmla="*/ 1199712 h 1199712"/>
              <a:gd name="connsiteX1" fmla="*/ 35401 w 207943"/>
              <a:gd name="connsiteY1" fmla="*/ 15 h 1199712"/>
              <a:gd name="connsiteX2" fmla="*/ 207944 w 207943"/>
              <a:gd name="connsiteY2" fmla="*/ 1199712 h 1199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7943" h="1199712">
                <a:moveTo>
                  <a:pt x="207944" y="1199712"/>
                </a:moveTo>
                <a:cubicBezTo>
                  <a:pt x="207944" y="1199712"/>
                  <a:pt x="167535" y="-4868"/>
                  <a:pt x="35401" y="15"/>
                </a:cubicBezTo>
                <a:cubicBezTo>
                  <a:pt x="-96733" y="4897"/>
                  <a:pt x="181663" y="519825"/>
                  <a:pt x="207944" y="1199712"/>
                </a:cubicBezTo>
                <a:close/>
              </a:path>
            </a:pathLst>
          </a:custGeom>
          <a:solidFill>
            <a:schemeClr val="accent2"/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1" name="任意多边形: 形状 140"/>
          <p:cNvSpPr/>
          <p:nvPr userDrawn="1">
            <p:custDataLst>
              <p:tags r:id="rId91"/>
            </p:custDataLst>
          </p:nvPr>
        </p:nvSpPr>
        <p:spPr>
          <a:xfrm flipH="1">
            <a:off x="4462743" y="1607731"/>
            <a:ext cx="228511" cy="232695"/>
          </a:xfrm>
          <a:custGeom>
            <a:avLst/>
            <a:gdLst>
              <a:gd name="connsiteX0" fmla="*/ 530795 w 743081"/>
              <a:gd name="connsiteY0" fmla="*/ 41001 h 756687"/>
              <a:gd name="connsiteX1" fmla="*/ 540560 w 743081"/>
              <a:gd name="connsiteY1" fmla="*/ 230476 h 756687"/>
              <a:gd name="connsiteX2" fmla="*/ 561024 w 743081"/>
              <a:gd name="connsiteY2" fmla="*/ 264964 h 756687"/>
              <a:gd name="connsiteX3" fmla="*/ 722555 w 743081"/>
              <a:gd name="connsiteY3" fmla="*/ 364376 h 756687"/>
              <a:gd name="connsiteX4" fmla="*/ 715388 w 743081"/>
              <a:gd name="connsiteY4" fmla="*/ 441350 h 756687"/>
              <a:gd name="connsiteX5" fmla="*/ 538274 w 743081"/>
              <a:gd name="connsiteY5" fmla="*/ 509183 h 756687"/>
              <a:gd name="connsiteX6" fmla="*/ 511785 w 743081"/>
              <a:gd name="connsiteY6" fmla="*/ 539308 h 756687"/>
              <a:gd name="connsiteX7" fmla="*/ 467221 w 743081"/>
              <a:gd name="connsiteY7" fmla="*/ 723693 h 756687"/>
              <a:gd name="connsiteX8" fmla="*/ 391805 w 743081"/>
              <a:gd name="connsiteY8" fmla="*/ 740626 h 756687"/>
              <a:gd name="connsiteX9" fmla="*/ 272552 w 743081"/>
              <a:gd name="connsiteY9" fmla="*/ 593117 h 756687"/>
              <a:gd name="connsiteX10" fmla="*/ 235675 w 743081"/>
              <a:gd name="connsiteY10" fmla="*/ 577224 h 756687"/>
              <a:gd name="connsiteX11" fmla="*/ 46512 w 743081"/>
              <a:gd name="connsiteY11" fmla="*/ 591767 h 756687"/>
              <a:gd name="connsiteX12" fmla="*/ 7038 w 743081"/>
              <a:gd name="connsiteY12" fmla="*/ 525284 h 756687"/>
              <a:gd name="connsiteX13" fmla="*/ 110501 w 743081"/>
              <a:gd name="connsiteY13" fmla="*/ 366350 h 756687"/>
              <a:gd name="connsiteX14" fmla="*/ 114241 w 743081"/>
              <a:gd name="connsiteY14" fmla="*/ 326356 h 756687"/>
              <a:gd name="connsiteX15" fmla="*/ 41941 w 743081"/>
              <a:gd name="connsiteY15" fmla="*/ 151009 h 756687"/>
              <a:gd name="connsiteX16" fmla="*/ 93049 w 743081"/>
              <a:gd name="connsiteY16" fmla="*/ 92941 h 756687"/>
              <a:gd name="connsiteX17" fmla="*/ 276188 w 743081"/>
              <a:gd name="connsiteY17" fmla="*/ 142179 h 756687"/>
              <a:gd name="connsiteX18" fmla="*/ 315350 w 743081"/>
              <a:gd name="connsiteY18" fmla="*/ 133350 h 756687"/>
              <a:gd name="connsiteX19" fmla="*/ 459742 w 743081"/>
              <a:gd name="connsiteY19" fmla="*/ 10357 h 756687"/>
              <a:gd name="connsiteX20" fmla="*/ 530795 w 743081"/>
              <a:gd name="connsiteY20" fmla="*/ 41001 h 75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43081" h="756687">
                <a:moveTo>
                  <a:pt x="530795" y="41001"/>
                </a:moveTo>
                <a:lnTo>
                  <a:pt x="540560" y="230476"/>
                </a:lnTo>
                <a:cubicBezTo>
                  <a:pt x="541287" y="244604"/>
                  <a:pt x="548974" y="257589"/>
                  <a:pt x="561024" y="264964"/>
                </a:cubicBezTo>
                <a:lnTo>
                  <a:pt x="722555" y="364376"/>
                </a:lnTo>
                <a:cubicBezTo>
                  <a:pt x="752992" y="383074"/>
                  <a:pt x="748733" y="428573"/>
                  <a:pt x="715388" y="441350"/>
                </a:cubicBezTo>
                <a:lnTo>
                  <a:pt x="538274" y="509183"/>
                </a:lnTo>
                <a:cubicBezTo>
                  <a:pt x="524978" y="514273"/>
                  <a:pt x="515109" y="525492"/>
                  <a:pt x="511785" y="539308"/>
                </a:cubicBezTo>
                <a:lnTo>
                  <a:pt x="467221" y="723693"/>
                </a:lnTo>
                <a:cubicBezTo>
                  <a:pt x="458807" y="758389"/>
                  <a:pt x="414243" y="768465"/>
                  <a:pt x="391805" y="740626"/>
                </a:cubicBezTo>
                <a:lnTo>
                  <a:pt x="272552" y="593117"/>
                </a:lnTo>
                <a:cubicBezTo>
                  <a:pt x="263619" y="582106"/>
                  <a:pt x="249803" y="576185"/>
                  <a:pt x="235675" y="577224"/>
                </a:cubicBezTo>
                <a:lnTo>
                  <a:pt x="46512" y="591767"/>
                </a:lnTo>
                <a:cubicBezTo>
                  <a:pt x="10881" y="594468"/>
                  <a:pt x="-12388" y="555202"/>
                  <a:pt x="7038" y="525284"/>
                </a:cubicBezTo>
                <a:lnTo>
                  <a:pt x="110501" y="366350"/>
                </a:lnTo>
                <a:cubicBezTo>
                  <a:pt x="118292" y="354508"/>
                  <a:pt x="119643" y="339549"/>
                  <a:pt x="114241" y="326356"/>
                </a:cubicBezTo>
                <a:lnTo>
                  <a:pt x="41941" y="151009"/>
                </a:lnTo>
                <a:cubicBezTo>
                  <a:pt x="28333" y="117975"/>
                  <a:pt x="58458" y="83696"/>
                  <a:pt x="93049" y="92941"/>
                </a:cubicBezTo>
                <a:lnTo>
                  <a:pt x="276188" y="142179"/>
                </a:lnTo>
                <a:cubicBezTo>
                  <a:pt x="289900" y="145815"/>
                  <a:pt x="304547" y="142595"/>
                  <a:pt x="315350" y="133350"/>
                </a:cubicBezTo>
                <a:lnTo>
                  <a:pt x="459742" y="10357"/>
                </a:lnTo>
                <a:cubicBezTo>
                  <a:pt x="486958" y="-12808"/>
                  <a:pt x="528925" y="5267"/>
                  <a:pt x="530795" y="41001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2" name="任意多边形: 形状 141"/>
          <p:cNvSpPr/>
          <p:nvPr userDrawn="1">
            <p:custDataLst>
              <p:tags r:id="rId92"/>
            </p:custDataLst>
          </p:nvPr>
        </p:nvSpPr>
        <p:spPr>
          <a:xfrm flipH="1">
            <a:off x="4453993" y="1592802"/>
            <a:ext cx="228511" cy="232695"/>
          </a:xfrm>
          <a:custGeom>
            <a:avLst/>
            <a:gdLst>
              <a:gd name="connsiteX0" fmla="*/ 530795 w 743081"/>
              <a:gd name="connsiteY0" fmla="*/ 41001 h 756687"/>
              <a:gd name="connsiteX1" fmla="*/ 540560 w 743081"/>
              <a:gd name="connsiteY1" fmla="*/ 230476 h 756687"/>
              <a:gd name="connsiteX2" fmla="*/ 561024 w 743081"/>
              <a:gd name="connsiteY2" fmla="*/ 264964 h 756687"/>
              <a:gd name="connsiteX3" fmla="*/ 722556 w 743081"/>
              <a:gd name="connsiteY3" fmla="*/ 364376 h 756687"/>
              <a:gd name="connsiteX4" fmla="*/ 715388 w 743081"/>
              <a:gd name="connsiteY4" fmla="*/ 441350 h 756687"/>
              <a:gd name="connsiteX5" fmla="*/ 538274 w 743081"/>
              <a:gd name="connsiteY5" fmla="*/ 509183 h 756687"/>
              <a:gd name="connsiteX6" fmla="*/ 511785 w 743081"/>
              <a:gd name="connsiteY6" fmla="*/ 539308 h 756687"/>
              <a:gd name="connsiteX7" fmla="*/ 467221 w 743081"/>
              <a:gd name="connsiteY7" fmla="*/ 723693 h 756687"/>
              <a:gd name="connsiteX8" fmla="*/ 391805 w 743081"/>
              <a:gd name="connsiteY8" fmla="*/ 740626 h 756687"/>
              <a:gd name="connsiteX9" fmla="*/ 272552 w 743081"/>
              <a:gd name="connsiteY9" fmla="*/ 593117 h 756687"/>
              <a:gd name="connsiteX10" fmla="*/ 235675 w 743081"/>
              <a:gd name="connsiteY10" fmla="*/ 577224 h 756687"/>
              <a:gd name="connsiteX11" fmla="*/ 46512 w 743081"/>
              <a:gd name="connsiteY11" fmla="*/ 591767 h 756687"/>
              <a:gd name="connsiteX12" fmla="*/ 7038 w 743081"/>
              <a:gd name="connsiteY12" fmla="*/ 525284 h 756687"/>
              <a:gd name="connsiteX13" fmla="*/ 110501 w 743081"/>
              <a:gd name="connsiteY13" fmla="*/ 366350 h 756687"/>
              <a:gd name="connsiteX14" fmla="*/ 114241 w 743081"/>
              <a:gd name="connsiteY14" fmla="*/ 326356 h 756687"/>
              <a:gd name="connsiteX15" fmla="*/ 41941 w 743081"/>
              <a:gd name="connsiteY15" fmla="*/ 151009 h 756687"/>
              <a:gd name="connsiteX16" fmla="*/ 93049 w 743081"/>
              <a:gd name="connsiteY16" fmla="*/ 92941 h 756687"/>
              <a:gd name="connsiteX17" fmla="*/ 276188 w 743081"/>
              <a:gd name="connsiteY17" fmla="*/ 142179 h 756687"/>
              <a:gd name="connsiteX18" fmla="*/ 315350 w 743081"/>
              <a:gd name="connsiteY18" fmla="*/ 133350 h 756687"/>
              <a:gd name="connsiteX19" fmla="*/ 459742 w 743081"/>
              <a:gd name="connsiteY19" fmla="*/ 10357 h 756687"/>
              <a:gd name="connsiteX20" fmla="*/ 530795 w 743081"/>
              <a:gd name="connsiteY20" fmla="*/ 41001 h 75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43081" h="756687">
                <a:moveTo>
                  <a:pt x="530795" y="41001"/>
                </a:moveTo>
                <a:lnTo>
                  <a:pt x="540560" y="230476"/>
                </a:lnTo>
                <a:cubicBezTo>
                  <a:pt x="541287" y="244604"/>
                  <a:pt x="548974" y="257589"/>
                  <a:pt x="561024" y="264964"/>
                </a:cubicBezTo>
                <a:lnTo>
                  <a:pt x="722556" y="364376"/>
                </a:lnTo>
                <a:cubicBezTo>
                  <a:pt x="752992" y="383074"/>
                  <a:pt x="748733" y="428573"/>
                  <a:pt x="715388" y="441350"/>
                </a:cubicBezTo>
                <a:lnTo>
                  <a:pt x="538274" y="509183"/>
                </a:lnTo>
                <a:cubicBezTo>
                  <a:pt x="524978" y="514273"/>
                  <a:pt x="515109" y="525492"/>
                  <a:pt x="511785" y="539308"/>
                </a:cubicBezTo>
                <a:lnTo>
                  <a:pt x="467221" y="723693"/>
                </a:lnTo>
                <a:cubicBezTo>
                  <a:pt x="458807" y="758389"/>
                  <a:pt x="414243" y="768465"/>
                  <a:pt x="391805" y="740626"/>
                </a:cubicBezTo>
                <a:lnTo>
                  <a:pt x="272552" y="593117"/>
                </a:lnTo>
                <a:cubicBezTo>
                  <a:pt x="263619" y="582106"/>
                  <a:pt x="249803" y="576185"/>
                  <a:pt x="235675" y="577224"/>
                </a:cubicBezTo>
                <a:lnTo>
                  <a:pt x="46512" y="591767"/>
                </a:lnTo>
                <a:cubicBezTo>
                  <a:pt x="10881" y="594468"/>
                  <a:pt x="-12388" y="555202"/>
                  <a:pt x="7038" y="525284"/>
                </a:cubicBezTo>
                <a:lnTo>
                  <a:pt x="110501" y="366350"/>
                </a:lnTo>
                <a:cubicBezTo>
                  <a:pt x="118292" y="354508"/>
                  <a:pt x="119642" y="339549"/>
                  <a:pt x="114241" y="326356"/>
                </a:cubicBezTo>
                <a:lnTo>
                  <a:pt x="41941" y="151009"/>
                </a:lnTo>
                <a:cubicBezTo>
                  <a:pt x="28333" y="117975"/>
                  <a:pt x="58458" y="83695"/>
                  <a:pt x="93049" y="92941"/>
                </a:cubicBezTo>
                <a:lnTo>
                  <a:pt x="276188" y="142179"/>
                </a:lnTo>
                <a:cubicBezTo>
                  <a:pt x="289900" y="145815"/>
                  <a:pt x="304547" y="142595"/>
                  <a:pt x="315350" y="133350"/>
                </a:cubicBezTo>
                <a:lnTo>
                  <a:pt x="459742" y="10357"/>
                </a:lnTo>
                <a:cubicBezTo>
                  <a:pt x="486958" y="-12808"/>
                  <a:pt x="528925" y="5267"/>
                  <a:pt x="530795" y="41001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 dirty="0"/>
          </a:p>
        </p:txBody>
      </p:sp>
      <p:sp>
        <p:nvSpPr>
          <p:cNvPr id="143" name="任意多边形: 形状 142"/>
          <p:cNvSpPr/>
          <p:nvPr userDrawn="1">
            <p:custDataLst>
              <p:tags r:id="rId93"/>
            </p:custDataLst>
          </p:nvPr>
        </p:nvSpPr>
        <p:spPr>
          <a:xfrm flipH="1">
            <a:off x="4193062" y="1514107"/>
            <a:ext cx="579268" cy="575736"/>
          </a:xfrm>
          <a:custGeom>
            <a:avLst/>
            <a:gdLst>
              <a:gd name="connsiteX0" fmla="*/ 1808572 w 1883687"/>
              <a:gd name="connsiteY0" fmla="*/ 0 h 1872203"/>
              <a:gd name="connsiteX1" fmla="*/ 1802327 w 1883687"/>
              <a:gd name="connsiteY1" fmla="*/ 19795 h 1872203"/>
              <a:gd name="connsiteX2" fmla="*/ 76672 w 1883687"/>
              <a:gd name="connsiteY2" fmla="*/ 1738380 h 1872203"/>
              <a:gd name="connsiteX3" fmla="*/ 0 w 1883687"/>
              <a:gd name="connsiteY3" fmla="*/ 1736676 h 1872203"/>
              <a:gd name="connsiteX4" fmla="*/ 28305 w 1883687"/>
              <a:gd name="connsiteY4" fmla="*/ 1754375 h 1872203"/>
              <a:gd name="connsiteX5" fmla="*/ 113384 w 1883687"/>
              <a:gd name="connsiteY5" fmla="*/ 1796286 h 1872203"/>
              <a:gd name="connsiteX6" fmla="*/ 1331728 w 1883687"/>
              <a:gd name="connsiteY6" fmla="*/ 1312187 h 1872203"/>
              <a:gd name="connsiteX7" fmla="*/ 1883687 w 1883687"/>
              <a:gd name="connsiteY7" fmla="*/ 32397 h 1872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83687" h="1872203">
                <a:moveTo>
                  <a:pt x="1808572" y="0"/>
                </a:moveTo>
                <a:lnTo>
                  <a:pt x="1802327" y="19795"/>
                </a:lnTo>
                <a:cubicBezTo>
                  <a:pt x="1732299" y="237142"/>
                  <a:pt x="1217363" y="1705450"/>
                  <a:pt x="76672" y="1738380"/>
                </a:cubicBezTo>
                <a:lnTo>
                  <a:pt x="0" y="1736676"/>
                </a:lnTo>
                <a:lnTo>
                  <a:pt x="28305" y="1754375"/>
                </a:lnTo>
                <a:cubicBezTo>
                  <a:pt x="55650" y="1769618"/>
                  <a:pt x="84023" y="1783623"/>
                  <a:pt x="113384" y="1796286"/>
                </a:cubicBezTo>
                <a:cubicBezTo>
                  <a:pt x="583158" y="1998894"/>
                  <a:pt x="1129120" y="1781960"/>
                  <a:pt x="1331728" y="1312187"/>
                </a:cubicBezTo>
                <a:lnTo>
                  <a:pt x="1883687" y="32397"/>
                </a:lnTo>
                <a:close/>
              </a:path>
            </a:pathLst>
          </a:custGeom>
          <a:solidFill>
            <a:schemeClr val="accent3">
              <a:alpha val="40000"/>
            </a:schemeClr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4" name="任意多边形: 形状 143"/>
          <p:cNvSpPr/>
          <p:nvPr userDrawn="1">
            <p:custDataLst>
              <p:tags r:id="rId94"/>
            </p:custDataLst>
          </p:nvPr>
        </p:nvSpPr>
        <p:spPr>
          <a:xfrm rot="20200201" flipH="1">
            <a:off x="4455159" y="1962720"/>
            <a:ext cx="245850" cy="164555"/>
          </a:xfrm>
          <a:custGeom>
            <a:avLst/>
            <a:gdLst>
              <a:gd name="connsiteX0" fmla="*/ 799467 w 799467"/>
              <a:gd name="connsiteY0" fmla="*/ 0 h 535107"/>
              <a:gd name="connsiteX1" fmla="*/ 712332 w 799467"/>
              <a:gd name="connsiteY1" fmla="*/ 85325 h 535107"/>
              <a:gd name="connsiteX2" fmla="*/ 14592 w 799467"/>
              <a:gd name="connsiteY2" fmla="*/ 528988 h 535107"/>
              <a:gd name="connsiteX3" fmla="*/ 0 w 799467"/>
              <a:gd name="connsiteY3" fmla="*/ 535107 h 535107"/>
              <a:gd name="connsiteX4" fmla="*/ 55970 w 799467"/>
              <a:gd name="connsiteY4" fmla="*/ 532277 h 535107"/>
              <a:gd name="connsiteX5" fmla="*/ 729847 w 799467"/>
              <a:gd name="connsiteY5" fmla="*/ 128191 h 535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9467" h="535107">
                <a:moveTo>
                  <a:pt x="799467" y="0"/>
                </a:moveTo>
                <a:lnTo>
                  <a:pt x="712332" y="85325"/>
                </a:lnTo>
                <a:cubicBezTo>
                  <a:pt x="487672" y="284331"/>
                  <a:pt x="239486" y="427439"/>
                  <a:pt x="14592" y="528988"/>
                </a:cubicBezTo>
                <a:lnTo>
                  <a:pt x="0" y="535107"/>
                </a:lnTo>
                <a:lnTo>
                  <a:pt x="55970" y="532277"/>
                </a:lnTo>
                <a:cubicBezTo>
                  <a:pt x="336282" y="503770"/>
                  <a:pt x="579846" y="350136"/>
                  <a:pt x="729847" y="128191"/>
                </a:cubicBezTo>
                <a:close/>
              </a:path>
            </a:pathLst>
          </a:custGeom>
          <a:solidFill>
            <a:schemeClr val="accent4"/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5" name="任意多边形: 形状 144"/>
          <p:cNvSpPr/>
          <p:nvPr userDrawn="1">
            <p:custDataLst>
              <p:tags r:id="rId95"/>
            </p:custDataLst>
          </p:nvPr>
        </p:nvSpPr>
        <p:spPr>
          <a:xfrm rot="20200201" flipH="1">
            <a:off x="4785555" y="1283983"/>
            <a:ext cx="55398" cy="596870"/>
          </a:xfrm>
          <a:custGeom>
            <a:avLst/>
            <a:gdLst>
              <a:gd name="connsiteX0" fmla="*/ 0 w 180144"/>
              <a:gd name="connsiteY0" fmla="*/ 0 h 1940928"/>
              <a:gd name="connsiteX1" fmla="*/ 0 w 180144"/>
              <a:gd name="connsiteY1" fmla="*/ 1393743 h 1940928"/>
              <a:gd name="connsiteX2" fmla="*/ 158418 w 180144"/>
              <a:gd name="connsiteY2" fmla="*/ 1911882 h 1940928"/>
              <a:gd name="connsiteX3" fmla="*/ 180144 w 180144"/>
              <a:gd name="connsiteY3" fmla="*/ 1940928 h 1940928"/>
              <a:gd name="connsiteX4" fmla="*/ 179105 w 180144"/>
              <a:gd name="connsiteY4" fmla="*/ 1918119 h 1940928"/>
              <a:gd name="connsiteX5" fmla="*/ 153542 w 180144"/>
              <a:gd name="connsiteY5" fmla="*/ 1803143 h 1940928"/>
              <a:gd name="connsiteX6" fmla="*/ 126656 w 180144"/>
              <a:gd name="connsiteY6" fmla="*/ 148299 h 1940928"/>
              <a:gd name="connsiteX7" fmla="*/ 132087 w 180144"/>
              <a:gd name="connsiteY7" fmla="*/ 0 h 1940928"/>
              <a:gd name="connsiteX8" fmla="*/ 104 w 180144"/>
              <a:gd name="connsiteY8" fmla="*/ 0 h 1940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0144" h="1940928">
                <a:moveTo>
                  <a:pt x="0" y="0"/>
                </a:moveTo>
                <a:lnTo>
                  <a:pt x="0" y="1393743"/>
                </a:lnTo>
                <a:cubicBezTo>
                  <a:pt x="0" y="1585594"/>
                  <a:pt x="58417" y="1763919"/>
                  <a:pt x="158418" y="1911882"/>
                </a:cubicBezTo>
                <a:lnTo>
                  <a:pt x="180144" y="1940928"/>
                </a:lnTo>
                <a:lnTo>
                  <a:pt x="179105" y="1918119"/>
                </a:lnTo>
                <a:cubicBezTo>
                  <a:pt x="174453" y="1883731"/>
                  <a:pt x="166239" y="1845534"/>
                  <a:pt x="153542" y="1803143"/>
                </a:cubicBezTo>
                <a:cubicBezTo>
                  <a:pt x="90057" y="1591187"/>
                  <a:pt x="105869" y="749647"/>
                  <a:pt x="126656" y="148299"/>
                </a:cubicBezTo>
                <a:lnTo>
                  <a:pt x="132087" y="0"/>
                </a:lnTo>
                <a:lnTo>
                  <a:pt x="104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6" name="任意多边形: 形状 145"/>
          <p:cNvSpPr/>
          <p:nvPr userDrawn="1">
            <p:custDataLst>
              <p:tags r:id="rId96"/>
            </p:custDataLst>
          </p:nvPr>
        </p:nvSpPr>
        <p:spPr>
          <a:xfrm flipH="1">
            <a:off x="4095513" y="1597992"/>
            <a:ext cx="316631" cy="465881"/>
          </a:xfrm>
          <a:custGeom>
            <a:avLst/>
            <a:gdLst>
              <a:gd name="connsiteX0" fmla="*/ 124079 w 1029633"/>
              <a:gd name="connsiteY0" fmla="*/ 1498096 h 1514972"/>
              <a:gd name="connsiteX1" fmla="*/ 53234 w 1029633"/>
              <a:gd name="connsiteY1" fmla="*/ 1447196 h 1514972"/>
              <a:gd name="connsiteX2" fmla="*/ 255 w 1029633"/>
              <a:gd name="connsiteY2" fmla="*/ 1298960 h 1514972"/>
              <a:gd name="connsiteX3" fmla="*/ 71828 w 1029633"/>
              <a:gd name="connsiteY3" fmla="*/ 1153114 h 1514972"/>
              <a:gd name="connsiteX4" fmla="*/ 73282 w 1029633"/>
              <a:gd name="connsiteY4" fmla="*/ 1151868 h 1514972"/>
              <a:gd name="connsiteX5" fmla="*/ 872007 w 1029633"/>
              <a:gd name="connsiteY5" fmla="*/ 402278 h 1514972"/>
              <a:gd name="connsiteX6" fmla="*/ 916467 w 1029633"/>
              <a:gd name="connsiteY6" fmla="*/ 294763 h 1514972"/>
              <a:gd name="connsiteX7" fmla="*/ 752027 w 1029633"/>
              <a:gd name="connsiteY7" fmla="*/ 113183 h 1514972"/>
              <a:gd name="connsiteX8" fmla="*/ 570446 w 1029633"/>
              <a:gd name="connsiteY8" fmla="*/ 277623 h 1514972"/>
              <a:gd name="connsiteX9" fmla="*/ 511132 w 1029633"/>
              <a:gd name="connsiteY9" fmla="*/ 331328 h 1514972"/>
              <a:gd name="connsiteX10" fmla="*/ 457426 w 1029633"/>
              <a:gd name="connsiteY10" fmla="*/ 272014 h 1514972"/>
              <a:gd name="connsiteX11" fmla="*/ 551229 w 1029633"/>
              <a:gd name="connsiteY11" fmla="*/ 74020 h 1514972"/>
              <a:gd name="connsiteX12" fmla="*/ 757532 w 1029633"/>
              <a:gd name="connsiteY12" fmla="*/ 370 h 1514972"/>
              <a:gd name="connsiteX13" fmla="*/ 1029279 w 1029633"/>
              <a:gd name="connsiteY13" fmla="*/ 300476 h 1514972"/>
              <a:gd name="connsiteX14" fmla="*/ 953656 w 1029633"/>
              <a:gd name="connsiteY14" fmla="*/ 480499 h 1514972"/>
              <a:gd name="connsiteX15" fmla="*/ 950851 w 1029633"/>
              <a:gd name="connsiteY15" fmla="*/ 483303 h 1514972"/>
              <a:gd name="connsiteX16" fmla="*/ 148283 w 1029633"/>
              <a:gd name="connsiteY16" fmla="*/ 1236529 h 1514972"/>
              <a:gd name="connsiteX17" fmla="*/ 144855 w 1029633"/>
              <a:gd name="connsiteY17" fmla="*/ 1239438 h 1514972"/>
              <a:gd name="connsiteX18" fmla="*/ 113172 w 1029633"/>
              <a:gd name="connsiteY18" fmla="*/ 1304674 h 1514972"/>
              <a:gd name="connsiteX19" fmla="*/ 136960 w 1029633"/>
              <a:gd name="connsiteY19" fmla="*/ 1371364 h 1514972"/>
              <a:gd name="connsiteX20" fmla="*/ 200949 w 1029633"/>
              <a:gd name="connsiteY20" fmla="*/ 1401697 h 1514972"/>
              <a:gd name="connsiteX21" fmla="*/ 267640 w 1029633"/>
              <a:gd name="connsiteY21" fmla="*/ 1377908 h 1514972"/>
              <a:gd name="connsiteX22" fmla="*/ 297972 w 1029633"/>
              <a:gd name="connsiteY22" fmla="*/ 1313919 h 1514972"/>
              <a:gd name="connsiteX23" fmla="*/ 357287 w 1029633"/>
              <a:gd name="connsiteY23" fmla="*/ 1260214 h 1514972"/>
              <a:gd name="connsiteX24" fmla="*/ 410992 w 1029633"/>
              <a:gd name="connsiteY24" fmla="*/ 1319528 h 1514972"/>
              <a:gd name="connsiteX25" fmla="*/ 343679 w 1029633"/>
              <a:gd name="connsiteY25" fmla="*/ 1461739 h 1514972"/>
              <a:gd name="connsiteX26" fmla="*/ 195444 w 1029633"/>
              <a:gd name="connsiteY26" fmla="*/ 1514717 h 1514972"/>
              <a:gd name="connsiteX27" fmla="*/ 124079 w 1029633"/>
              <a:gd name="connsiteY27" fmla="*/ 1498200 h 1514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29633" h="1514972">
                <a:moveTo>
                  <a:pt x="124079" y="1498096"/>
                </a:moveTo>
                <a:cubicBezTo>
                  <a:pt x="97382" y="1486566"/>
                  <a:pt x="73282" y="1469426"/>
                  <a:pt x="53234" y="1447196"/>
                </a:cubicBezTo>
                <a:cubicBezTo>
                  <a:pt x="16357" y="1406475"/>
                  <a:pt x="-2446" y="1353809"/>
                  <a:pt x="255" y="1298960"/>
                </a:cubicBezTo>
                <a:cubicBezTo>
                  <a:pt x="3060" y="1242866"/>
                  <a:pt x="29134" y="1189680"/>
                  <a:pt x="71828" y="1153114"/>
                </a:cubicBezTo>
                <a:lnTo>
                  <a:pt x="73282" y="1151868"/>
                </a:lnTo>
                <a:lnTo>
                  <a:pt x="872007" y="402278"/>
                </a:lnTo>
                <a:cubicBezTo>
                  <a:pt x="898704" y="372776"/>
                  <a:pt x="914493" y="334653"/>
                  <a:pt x="916467" y="294763"/>
                </a:cubicBezTo>
                <a:cubicBezTo>
                  <a:pt x="921245" y="199402"/>
                  <a:pt x="847491" y="117961"/>
                  <a:pt x="752027" y="113183"/>
                </a:cubicBezTo>
                <a:cubicBezTo>
                  <a:pt x="656666" y="108404"/>
                  <a:pt x="575225" y="182158"/>
                  <a:pt x="570446" y="277623"/>
                </a:cubicBezTo>
                <a:cubicBezTo>
                  <a:pt x="568888" y="308787"/>
                  <a:pt x="542399" y="332886"/>
                  <a:pt x="511132" y="331328"/>
                </a:cubicBezTo>
                <a:cubicBezTo>
                  <a:pt x="479968" y="329770"/>
                  <a:pt x="455868" y="303281"/>
                  <a:pt x="457426" y="272014"/>
                </a:cubicBezTo>
                <a:cubicBezTo>
                  <a:pt x="461270" y="195663"/>
                  <a:pt x="494511" y="125337"/>
                  <a:pt x="551229" y="74020"/>
                </a:cubicBezTo>
                <a:cubicBezTo>
                  <a:pt x="607947" y="22704"/>
                  <a:pt x="681181" y="-3473"/>
                  <a:pt x="757532" y="370"/>
                </a:cubicBezTo>
                <a:cubicBezTo>
                  <a:pt x="915220" y="8161"/>
                  <a:pt x="1037070" y="142892"/>
                  <a:pt x="1029279" y="300476"/>
                </a:cubicBezTo>
                <a:cubicBezTo>
                  <a:pt x="1025955" y="367478"/>
                  <a:pt x="999051" y="431364"/>
                  <a:pt x="953656" y="480499"/>
                </a:cubicBezTo>
                <a:lnTo>
                  <a:pt x="950851" y="483303"/>
                </a:lnTo>
                <a:lnTo>
                  <a:pt x="148283" y="1236529"/>
                </a:lnTo>
                <a:lnTo>
                  <a:pt x="144855" y="1239438"/>
                </a:lnTo>
                <a:cubicBezTo>
                  <a:pt x="125845" y="1255747"/>
                  <a:pt x="114418" y="1279120"/>
                  <a:pt x="113172" y="1304674"/>
                </a:cubicBezTo>
                <a:cubicBezTo>
                  <a:pt x="111925" y="1329397"/>
                  <a:pt x="120443" y="1353081"/>
                  <a:pt x="136960" y="1371364"/>
                </a:cubicBezTo>
                <a:cubicBezTo>
                  <a:pt x="153581" y="1389647"/>
                  <a:pt x="176330" y="1400450"/>
                  <a:pt x="200949" y="1401697"/>
                </a:cubicBezTo>
                <a:cubicBezTo>
                  <a:pt x="225672" y="1402943"/>
                  <a:pt x="249357" y="1394425"/>
                  <a:pt x="267640" y="1377908"/>
                </a:cubicBezTo>
                <a:cubicBezTo>
                  <a:pt x="285922" y="1361288"/>
                  <a:pt x="296726" y="1338538"/>
                  <a:pt x="297972" y="1313919"/>
                </a:cubicBezTo>
                <a:cubicBezTo>
                  <a:pt x="299530" y="1282755"/>
                  <a:pt x="326019" y="1258655"/>
                  <a:pt x="357287" y="1260214"/>
                </a:cubicBezTo>
                <a:cubicBezTo>
                  <a:pt x="388451" y="1261772"/>
                  <a:pt x="412551" y="1288261"/>
                  <a:pt x="410992" y="1319528"/>
                </a:cubicBezTo>
                <a:cubicBezTo>
                  <a:pt x="408292" y="1374376"/>
                  <a:pt x="384296" y="1424862"/>
                  <a:pt x="343679" y="1461739"/>
                </a:cubicBezTo>
                <a:cubicBezTo>
                  <a:pt x="302958" y="1498615"/>
                  <a:pt x="250292" y="1517418"/>
                  <a:pt x="195444" y="1514717"/>
                </a:cubicBezTo>
                <a:cubicBezTo>
                  <a:pt x="170513" y="1513470"/>
                  <a:pt x="146413" y="1507861"/>
                  <a:pt x="124079" y="1498200"/>
                </a:cubicBezTo>
                <a:close/>
              </a:path>
            </a:pathLst>
          </a:custGeom>
          <a:solidFill>
            <a:schemeClr val="accent4"/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7" name="任意多边形: 形状 146"/>
          <p:cNvSpPr/>
          <p:nvPr userDrawn="1">
            <p:custDataLst>
              <p:tags r:id="rId97"/>
            </p:custDataLst>
          </p:nvPr>
        </p:nvSpPr>
        <p:spPr>
          <a:xfrm flipH="1">
            <a:off x="4763693" y="1309934"/>
            <a:ext cx="266579" cy="487456"/>
          </a:xfrm>
          <a:custGeom>
            <a:avLst/>
            <a:gdLst>
              <a:gd name="connsiteX0" fmla="*/ 124285 w 866872"/>
              <a:gd name="connsiteY0" fmla="*/ 1568153 h 1585131"/>
              <a:gd name="connsiteX1" fmla="*/ 63308 w 866872"/>
              <a:gd name="connsiteY1" fmla="*/ 1527536 h 1585131"/>
              <a:gd name="connsiteX2" fmla="*/ 46 w 866872"/>
              <a:gd name="connsiteY2" fmla="*/ 1383456 h 1585131"/>
              <a:gd name="connsiteX3" fmla="*/ 57283 w 866872"/>
              <a:gd name="connsiteY3" fmla="*/ 1236883 h 1585131"/>
              <a:gd name="connsiteX4" fmla="*/ 137270 w 866872"/>
              <a:gd name="connsiteY4" fmla="*/ 1235221 h 1585131"/>
              <a:gd name="connsiteX5" fmla="*/ 138932 w 866872"/>
              <a:gd name="connsiteY5" fmla="*/ 1315208 h 1585131"/>
              <a:gd name="connsiteX6" fmla="*/ 141633 w 866872"/>
              <a:gd name="connsiteY6" fmla="*/ 1446095 h 1585131"/>
              <a:gd name="connsiteX7" fmla="*/ 207596 w 866872"/>
              <a:gd name="connsiteY7" fmla="*/ 1471857 h 1585131"/>
              <a:gd name="connsiteX8" fmla="*/ 272416 w 866872"/>
              <a:gd name="connsiteY8" fmla="*/ 1443394 h 1585131"/>
              <a:gd name="connsiteX9" fmla="*/ 298074 w 866872"/>
              <a:gd name="connsiteY9" fmla="*/ 1374938 h 1585131"/>
              <a:gd name="connsiteX10" fmla="*/ 297866 w 866872"/>
              <a:gd name="connsiteY10" fmla="*/ 1369537 h 1585131"/>
              <a:gd name="connsiteX11" fmla="*/ 294750 w 866872"/>
              <a:gd name="connsiteY11" fmla="*/ 268524 h 1585131"/>
              <a:gd name="connsiteX12" fmla="*/ 294750 w 866872"/>
              <a:gd name="connsiteY12" fmla="*/ 266550 h 1585131"/>
              <a:gd name="connsiteX13" fmla="*/ 373906 w 866872"/>
              <a:gd name="connsiteY13" fmla="*/ 87983 h 1585131"/>
              <a:gd name="connsiteX14" fmla="*/ 778722 w 866872"/>
              <a:gd name="connsiteY14" fmla="*/ 79568 h 1585131"/>
              <a:gd name="connsiteX15" fmla="*/ 866811 w 866872"/>
              <a:gd name="connsiteY15" fmla="*/ 280158 h 1585131"/>
              <a:gd name="connsiteX16" fmla="*/ 787240 w 866872"/>
              <a:gd name="connsiteY16" fmla="*/ 484280 h 1585131"/>
              <a:gd name="connsiteX17" fmla="*/ 707253 w 866872"/>
              <a:gd name="connsiteY17" fmla="*/ 485943 h 1585131"/>
              <a:gd name="connsiteX18" fmla="*/ 705591 w 866872"/>
              <a:gd name="connsiteY18" fmla="*/ 405956 h 1585131"/>
              <a:gd name="connsiteX19" fmla="*/ 700501 w 866872"/>
              <a:gd name="connsiteY19" fmla="*/ 161113 h 1585131"/>
              <a:gd name="connsiteX20" fmla="*/ 455658 w 866872"/>
              <a:gd name="connsiteY20" fmla="*/ 166203 h 1585131"/>
              <a:gd name="connsiteX21" fmla="*/ 407978 w 866872"/>
              <a:gd name="connsiteY21" fmla="*/ 272368 h 1585131"/>
              <a:gd name="connsiteX22" fmla="*/ 411094 w 866872"/>
              <a:gd name="connsiteY22" fmla="*/ 1367667 h 1585131"/>
              <a:gd name="connsiteX23" fmla="*/ 411094 w 866872"/>
              <a:gd name="connsiteY23" fmla="*/ 1369017 h 1585131"/>
              <a:gd name="connsiteX24" fmla="*/ 354169 w 866872"/>
              <a:gd name="connsiteY24" fmla="*/ 1521823 h 1585131"/>
              <a:gd name="connsiteX25" fmla="*/ 210089 w 866872"/>
              <a:gd name="connsiteY25" fmla="*/ 1585085 h 1585131"/>
              <a:gd name="connsiteX26" fmla="*/ 124492 w 866872"/>
              <a:gd name="connsiteY26" fmla="*/ 1568465 h 1585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66872" h="1585131">
                <a:moveTo>
                  <a:pt x="124285" y="1568153"/>
                </a:moveTo>
                <a:cubicBezTo>
                  <a:pt x="101951" y="1558492"/>
                  <a:pt x="81383" y="1544884"/>
                  <a:pt x="63308" y="1527536"/>
                </a:cubicBezTo>
                <a:cubicBezTo>
                  <a:pt x="23626" y="1489517"/>
                  <a:pt x="1188" y="1438304"/>
                  <a:pt x="46" y="1383456"/>
                </a:cubicBezTo>
                <a:cubicBezTo>
                  <a:pt x="-1097" y="1328504"/>
                  <a:pt x="19263" y="1276461"/>
                  <a:pt x="57283" y="1236883"/>
                </a:cubicBezTo>
                <a:cubicBezTo>
                  <a:pt x="78890" y="1214341"/>
                  <a:pt x="114728" y="1213614"/>
                  <a:pt x="137270" y="1235221"/>
                </a:cubicBezTo>
                <a:cubicBezTo>
                  <a:pt x="159811" y="1256828"/>
                  <a:pt x="160538" y="1292666"/>
                  <a:pt x="138932" y="1315208"/>
                </a:cubicBezTo>
                <a:cubicBezTo>
                  <a:pt x="103613" y="1352085"/>
                  <a:pt x="104859" y="1410777"/>
                  <a:pt x="141633" y="1446095"/>
                </a:cubicBezTo>
                <a:cubicBezTo>
                  <a:pt x="159500" y="1463235"/>
                  <a:pt x="182872" y="1472377"/>
                  <a:pt x="207596" y="1471857"/>
                </a:cubicBezTo>
                <a:cubicBezTo>
                  <a:pt x="232319" y="1471338"/>
                  <a:pt x="255380" y="1461261"/>
                  <a:pt x="272416" y="1443394"/>
                </a:cubicBezTo>
                <a:cubicBezTo>
                  <a:pt x="290179" y="1424904"/>
                  <a:pt x="299321" y="1400596"/>
                  <a:pt x="298074" y="1374938"/>
                </a:cubicBezTo>
                <a:lnTo>
                  <a:pt x="297866" y="1369537"/>
                </a:lnTo>
                <a:lnTo>
                  <a:pt x="294750" y="268524"/>
                </a:lnTo>
                <a:lnTo>
                  <a:pt x="294750" y="266550"/>
                </a:lnTo>
                <a:cubicBezTo>
                  <a:pt x="299425" y="199756"/>
                  <a:pt x="327472" y="136390"/>
                  <a:pt x="373906" y="87983"/>
                </a:cubicBezTo>
                <a:cubicBezTo>
                  <a:pt x="483186" y="-25973"/>
                  <a:pt x="664766" y="-29712"/>
                  <a:pt x="778722" y="79568"/>
                </a:cubicBezTo>
                <a:cubicBezTo>
                  <a:pt x="833881" y="132547"/>
                  <a:pt x="865149" y="203807"/>
                  <a:pt x="866811" y="280158"/>
                </a:cubicBezTo>
                <a:cubicBezTo>
                  <a:pt x="868369" y="356613"/>
                  <a:pt x="840114" y="429121"/>
                  <a:pt x="787240" y="484280"/>
                </a:cubicBezTo>
                <a:cubicBezTo>
                  <a:pt x="765633" y="506822"/>
                  <a:pt x="729795" y="507549"/>
                  <a:pt x="707253" y="485943"/>
                </a:cubicBezTo>
                <a:cubicBezTo>
                  <a:pt x="684711" y="464336"/>
                  <a:pt x="683984" y="428498"/>
                  <a:pt x="705591" y="405956"/>
                </a:cubicBezTo>
                <a:cubicBezTo>
                  <a:pt x="771658" y="337084"/>
                  <a:pt x="769373" y="227180"/>
                  <a:pt x="700501" y="161113"/>
                </a:cubicBezTo>
                <a:cubicBezTo>
                  <a:pt x="631629" y="95046"/>
                  <a:pt x="521725" y="97332"/>
                  <a:pt x="455658" y="166203"/>
                </a:cubicBezTo>
                <a:cubicBezTo>
                  <a:pt x="428027" y="194978"/>
                  <a:pt x="411094" y="232686"/>
                  <a:pt x="407978" y="272368"/>
                </a:cubicBezTo>
                <a:lnTo>
                  <a:pt x="411094" y="1367667"/>
                </a:lnTo>
                <a:lnTo>
                  <a:pt x="411094" y="1369017"/>
                </a:lnTo>
                <a:cubicBezTo>
                  <a:pt x="413899" y="1425735"/>
                  <a:pt x="393123" y="1481206"/>
                  <a:pt x="354169" y="1521823"/>
                </a:cubicBezTo>
                <a:cubicBezTo>
                  <a:pt x="316149" y="1561505"/>
                  <a:pt x="264937" y="1583942"/>
                  <a:pt x="210089" y="1585085"/>
                </a:cubicBezTo>
                <a:cubicBezTo>
                  <a:pt x="180172" y="1585709"/>
                  <a:pt x="151086" y="1579995"/>
                  <a:pt x="124492" y="1568465"/>
                </a:cubicBezTo>
                <a:close/>
              </a:path>
            </a:pathLst>
          </a:custGeom>
          <a:solidFill>
            <a:schemeClr val="accent4"/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8" name="任意多边形: 形状 147"/>
          <p:cNvSpPr/>
          <p:nvPr userDrawn="1">
            <p:custDataLst>
              <p:tags r:id="rId98"/>
            </p:custDataLst>
          </p:nvPr>
        </p:nvSpPr>
        <p:spPr>
          <a:xfrm rot="20200201" flipH="1">
            <a:off x="4093712" y="1399748"/>
            <a:ext cx="736674" cy="43604"/>
          </a:xfrm>
          <a:custGeom>
            <a:avLst/>
            <a:gdLst>
              <a:gd name="connsiteX0" fmla="*/ 0 w 2395549"/>
              <a:gd name="connsiteY0" fmla="*/ 0 h 141794"/>
              <a:gd name="connsiteX1" fmla="*/ 2395550 w 2395549"/>
              <a:gd name="connsiteY1" fmla="*/ 0 h 141794"/>
              <a:gd name="connsiteX2" fmla="*/ 2395550 w 2395549"/>
              <a:gd name="connsiteY2" fmla="*/ 141795 h 141794"/>
              <a:gd name="connsiteX3" fmla="*/ 0 w 2395549"/>
              <a:gd name="connsiteY3" fmla="*/ 141795 h 141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5549" h="141794">
                <a:moveTo>
                  <a:pt x="0" y="0"/>
                </a:moveTo>
                <a:lnTo>
                  <a:pt x="2395550" y="0"/>
                </a:lnTo>
                <a:lnTo>
                  <a:pt x="2395550" y="141795"/>
                </a:lnTo>
                <a:lnTo>
                  <a:pt x="0" y="141795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6" name="任意多边形: 形状 85"/>
          <p:cNvSpPr/>
          <p:nvPr userDrawn="1">
            <p:custDataLst>
              <p:tags r:id="rId99"/>
            </p:custDataLst>
          </p:nvPr>
        </p:nvSpPr>
        <p:spPr>
          <a:xfrm flipH="1">
            <a:off x="4680712" y="2005580"/>
            <a:ext cx="206929" cy="265906"/>
          </a:xfrm>
          <a:custGeom>
            <a:avLst/>
            <a:gdLst>
              <a:gd name="connsiteX0" fmla="*/ 197295 w 245447"/>
              <a:gd name="connsiteY0" fmla="*/ 9549 h 315403"/>
              <a:gd name="connsiteX1" fmla="*/ 166066 w 245447"/>
              <a:gd name="connsiteY1" fmla="*/ 39115 h 315403"/>
              <a:gd name="connsiteX2" fmla="*/ 93812 w 245447"/>
              <a:gd name="connsiteY2" fmla="*/ 58622 h 315403"/>
              <a:gd name="connsiteX3" fmla="*/ 96174 w 245447"/>
              <a:gd name="connsiteY3" fmla="*/ 71218 h 315403"/>
              <a:gd name="connsiteX4" fmla="*/ 116818 w 245447"/>
              <a:gd name="connsiteY4" fmla="*/ 67326 h 315403"/>
              <a:gd name="connsiteX5" fmla="*/ 245099 w 245447"/>
              <a:gd name="connsiteY5" fmla="*/ 125103 h 315403"/>
              <a:gd name="connsiteX6" fmla="*/ 218114 w 245447"/>
              <a:gd name="connsiteY6" fmla="*/ 164554 h 315403"/>
              <a:gd name="connsiteX7" fmla="*/ 162742 w 245447"/>
              <a:gd name="connsiteY7" fmla="*/ 147671 h 315403"/>
              <a:gd name="connsiteX8" fmla="*/ 236352 w 245447"/>
              <a:gd name="connsiteY8" fmla="*/ 186029 h 315403"/>
              <a:gd name="connsiteX9" fmla="*/ 162174 w 245447"/>
              <a:gd name="connsiteY9" fmla="*/ 214195 h 315403"/>
              <a:gd name="connsiteX10" fmla="*/ 121586 w 245447"/>
              <a:gd name="connsiteY10" fmla="*/ 206410 h 315403"/>
              <a:gd name="connsiteX11" fmla="*/ 214658 w 245447"/>
              <a:gd name="connsiteY11" fmla="*/ 245861 h 315403"/>
              <a:gd name="connsiteX12" fmla="*/ 135494 w 245447"/>
              <a:gd name="connsiteY12" fmla="*/ 267861 h 315403"/>
              <a:gd name="connsiteX13" fmla="*/ 86202 w 245447"/>
              <a:gd name="connsiteY13" fmla="*/ 258151 h 315403"/>
              <a:gd name="connsiteX14" fmla="*/ 35642 w 245447"/>
              <a:gd name="connsiteY14" fmla="*/ 279495 h 315403"/>
              <a:gd name="connsiteX15" fmla="*/ 47976 w 245447"/>
              <a:gd name="connsiteY15" fmla="*/ 300926 h 315403"/>
              <a:gd name="connsiteX16" fmla="*/ 34067 w 245447"/>
              <a:gd name="connsiteY16" fmla="*/ 315403 h 315403"/>
              <a:gd name="connsiteX17" fmla="*/ 9924 w 245447"/>
              <a:gd name="connsiteY17" fmla="*/ 230990 h 315403"/>
              <a:gd name="connsiteX18" fmla="*/ 8131 w 245447"/>
              <a:gd name="connsiteY18" fmla="*/ 170852 h 315403"/>
              <a:gd name="connsiteX19" fmla="*/ 14079 w 245447"/>
              <a:gd name="connsiteY19" fmla="*/ 113993 h 315403"/>
              <a:gd name="connsiteX20" fmla="*/ 48894 w 245447"/>
              <a:gd name="connsiteY20" fmla="*/ 90856 h 315403"/>
              <a:gd name="connsiteX21" fmla="*/ 40409 w 245447"/>
              <a:gd name="connsiteY21" fmla="*/ 14141 h 315403"/>
              <a:gd name="connsiteX22" fmla="*/ 197338 w 245447"/>
              <a:gd name="connsiteY22" fmla="*/ 9593 h 31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45447" h="315403">
                <a:moveTo>
                  <a:pt x="197295" y="9549"/>
                </a:moveTo>
                <a:cubicBezTo>
                  <a:pt x="197295" y="9549"/>
                  <a:pt x="204336" y="34348"/>
                  <a:pt x="166066" y="39115"/>
                </a:cubicBezTo>
                <a:cubicBezTo>
                  <a:pt x="127840" y="43926"/>
                  <a:pt x="93812" y="58622"/>
                  <a:pt x="93812" y="58622"/>
                </a:cubicBezTo>
                <a:lnTo>
                  <a:pt x="96174" y="71218"/>
                </a:lnTo>
                <a:cubicBezTo>
                  <a:pt x="96174" y="71218"/>
                  <a:pt x="102691" y="61684"/>
                  <a:pt x="116818" y="67326"/>
                </a:cubicBezTo>
                <a:cubicBezTo>
                  <a:pt x="130945" y="72968"/>
                  <a:pt x="244531" y="115699"/>
                  <a:pt x="245099" y="125103"/>
                </a:cubicBezTo>
                <a:cubicBezTo>
                  <a:pt x="245668" y="134506"/>
                  <a:pt x="248686" y="169496"/>
                  <a:pt x="218114" y="164554"/>
                </a:cubicBezTo>
                <a:cubicBezTo>
                  <a:pt x="187541" y="159611"/>
                  <a:pt x="162742" y="147671"/>
                  <a:pt x="162742" y="147671"/>
                </a:cubicBezTo>
                <a:cubicBezTo>
                  <a:pt x="162742" y="147671"/>
                  <a:pt x="237664" y="173957"/>
                  <a:pt x="236352" y="186029"/>
                </a:cubicBezTo>
                <a:cubicBezTo>
                  <a:pt x="235040" y="198100"/>
                  <a:pt x="230579" y="230990"/>
                  <a:pt x="162174" y="214195"/>
                </a:cubicBezTo>
                <a:cubicBezTo>
                  <a:pt x="93769" y="197400"/>
                  <a:pt x="121586" y="206410"/>
                  <a:pt x="121586" y="206410"/>
                </a:cubicBezTo>
                <a:cubicBezTo>
                  <a:pt x="121586" y="206410"/>
                  <a:pt x="219688" y="233090"/>
                  <a:pt x="214658" y="245861"/>
                </a:cubicBezTo>
                <a:cubicBezTo>
                  <a:pt x="209629" y="258632"/>
                  <a:pt x="197120" y="288461"/>
                  <a:pt x="135494" y="267861"/>
                </a:cubicBezTo>
                <a:cubicBezTo>
                  <a:pt x="95562" y="254477"/>
                  <a:pt x="86202" y="258151"/>
                  <a:pt x="86202" y="258151"/>
                </a:cubicBezTo>
                <a:lnTo>
                  <a:pt x="35642" y="279495"/>
                </a:lnTo>
                <a:lnTo>
                  <a:pt x="47976" y="300926"/>
                </a:lnTo>
                <a:lnTo>
                  <a:pt x="34067" y="315403"/>
                </a:lnTo>
                <a:cubicBezTo>
                  <a:pt x="34067" y="315403"/>
                  <a:pt x="-9189" y="261825"/>
                  <a:pt x="9924" y="230990"/>
                </a:cubicBezTo>
                <a:cubicBezTo>
                  <a:pt x="9924" y="230990"/>
                  <a:pt x="-11157" y="194601"/>
                  <a:pt x="8131" y="170852"/>
                </a:cubicBezTo>
                <a:cubicBezTo>
                  <a:pt x="8131" y="170852"/>
                  <a:pt x="-5471" y="123572"/>
                  <a:pt x="14079" y="113993"/>
                </a:cubicBezTo>
                <a:lnTo>
                  <a:pt x="48894" y="90856"/>
                </a:lnTo>
                <a:cubicBezTo>
                  <a:pt x="48894" y="90856"/>
                  <a:pt x="24051" y="27918"/>
                  <a:pt x="40409" y="14141"/>
                </a:cubicBezTo>
                <a:cubicBezTo>
                  <a:pt x="56811" y="408"/>
                  <a:pt x="153864" y="-7159"/>
                  <a:pt x="197338" y="9593"/>
                </a:cubicBezTo>
                <a:close/>
              </a:path>
            </a:pathLst>
          </a:custGeom>
          <a:solidFill>
            <a:srgbClr val="F6A68F"/>
          </a:solidFill>
          <a:ln w="43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2" name="任意多边形: 形状 71"/>
          <p:cNvSpPr/>
          <p:nvPr userDrawn="1">
            <p:custDataLst>
              <p:tags r:id="rId100"/>
            </p:custDataLst>
          </p:nvPr>
        </p:nvSpPr>
        <p:spPr>
          <a:xfrm flipH="1">
            <a:off x="3500535" y="1970708"/>
            <a:ext cx="110694" cy="110694"/>
          </a:xfrm>
          <a:custGeom>
            <a:avLst/>
            <a:gdLst>
              <a:gd name="connsiteX0" fmla="*/ 131299 w 131299"/>
              <a:gd name="connsiteY0" fmla="*/ 65650 h 131299"/>
              <a:gd name="connsiteX1" fmla="*/ 65650 w 131299"/>
              <a:gd name="connsiteY1" fmla="*/ 131299 h 131299"/>
              <a:gd name="connsiteX2" fmla="*/ 0 w 131299"/>
              <a:gd name="connsiteY2" fmla="*/ 65650 h 131299"/>
              <a:gd name="connsiteX3" fmla="*/ 65650 w 131299"/>
              <a:gd name="connsiteY3" fmla="*/ 0 h 131299"/>
              <a:gd name="connsiteX4" fmla="*/ 131299 w 131299"/>
              <a:gd name="connsiteY4" fmla="*/ 65650 h 13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299" h="131299">
                <a:moveTo>
                  <a:pt x="131299" y="65650"/>
                </a:moveTo>
                <a:cubicBezTo>
                  <a:pt x="131299" y="101907"/>
                  <a:pt x="101907" y="131299"/>
                  <a:pt x="65650" y="131299"/>
                </a:cubicBezTo>
                <a:cubicBezTo>
                  <a:pt x="29392" y="131299"/>
                  <a:pt x="0" y="101907"/>
                  <a:pt x="0" y="65650"/>
                </a:cubicBezTo>
                <a:cubicBezTo>
                  <a:pt x="0" y="29392"/>
                  <a:pt x="29392" y="0"/>
                  <a:pt x="65650" y="0"/>
                </a:cubicBezTo>
                <a:cubicBezTo>
                  <a:pt x="101907" y="0"/>
                  <a:pt x="131299" y="29392"/>
                  <a:pt x="131299" y="65650"/>
                </a:cubicBezTo>
                <a:close/>
              </a:path>
            </a:pathLst>
          </a:custGeom>
          <a:noFill/>
          <a:ln w="2492" cap="rnd">
            <a:solidFill>
              <a:schemeClr val="dk2">
                <a:lumMod val="10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0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0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0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04"/>
            </p:custDataLst>
          </p:nvPr>
        </p:nvSpPr>
        <p:spPr>
          <a:xfrm>
            <a:off x="6095999" y="3440827"/>
            <a:ext cx="4923845" cy="1691131"/>
          </a:xfrm>
        </p:spPr>
        <p:txBody>
          <a:bodyPr wrap="square" anchor="t" anchorCtr="0">
            <a:normAutofit/>
          </a:bodyPr>
          <a:lstStyle>
            <a:lvl1pPr algn="r">
              <a:defRPr sz="48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05"/>
            </p:custDataLst>
          </p:nvPr>
        </p:nvSpPr>
        <p:spPr>
          <a:xfrm>
            <a:off x="6105808" y="1514107"/>
            <a:ext cx="4911636" cy="1799421"/>
          </a:xfrm>
          <a:noFill/>
        </p:spPr>
        <p:txBody>
          <a:bodyPr wrap="none" lIns="0" tIns="0" rIns="0" bIns="0" rtlCol="0" anchor="b" anchorCtr="0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lang="zh-CN" altLang="en-US" sz="8800" b="1" dirty="0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marL="0" lvl="0" algn="r">
              <a:lnSpc>
                <a:spcPct val="100000"/>
              </a:lnSpc>
            </a:pPr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124" name="箭头: V 形 123"/>
          <p:cNvSpPr/>
          <p:nvPr userDrawn="1">
            <p:custDataLst>
              <p:tags r:id="rId106"/>
            </p:custDataLst>
          </p:nvPr>
        </p:nvSpPr>
        <p:spPr>
          <a:xfrm>
            <a:off x="10309578" y="6264569"/>
            <a:ext cx="221258" cy="347830"/>
          </a:xfrm>
          <a:prstGeom prst="chevron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25" name="箭头: V 形 124"/>
          <p:cNvSpPr/>
          <p:nvPr userDrawn="1">
            <p:custDataLst>
              <p:tags r:id="rId107"/>
            </p:custDataLst>
          </p:nvPr>
        </p:nvSpPr>
        <p:spPr>
          <a:xfrm>
            <a:off x="10558363" y="6264569"/>
            <a:ext cx="221258" cy="347830"/>
          </a:xfrm>
          <a:prstGeom prst="chevron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26" name="箭头: V 形 125"/>
          <p:cNvSpPr/>
          <p:nvPr userDrawn="1">
            <p:custDataLst>
              <p:tags r:id="rId108"/>
            </p:custDataLst>
          </p:nvPr>
        </p:nvSpPr>
        <p:spPr>
          <a:xfrm>
            <a:off x="10807148" y="6264569"/>
            <a:ext cx="221258" cy="347830"/>
          </a:xfrm>
          <a:prstGeom prst="chevron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27" name="箭头: V 形 126"/>
          <p:cNvSpPr/>
          <p:nvPr userDrawn="1">
            <p:custDataLst>
              <p:tags r:id="rId109"/>
            </p:custDataLst>
          </p:nvPr>
        </p:nvSpPr>
        <p:spPr>
          <a:xfrm>
            <a:off x="11055933" y="6264569"/>
            <a:ext cx="221258" cy="34783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28" name="直角三角形 127"/>
          <p:cNvSpPr/>
          <p:nvPr userDrawn="1">
            <p:custDataLst>
              <p:tags r:id="rId110"/>
            </p:custDataLst>
          </p:nvPr>
        </p:nvSpPr>
        <p:spPr>
          <a:xfrm rot="2700000">
            <a:off x="788819" y="6381960"/>
            <a:ext cx="113050" cy="113049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9" name="直角三角形 128"/>
          <p:cNvSpPr/>
          <p:nvPr userDrawn="1">
            <p:custDataLst>
              <p:tags r:id="rId111"/>
            </p:custDataLst>
          </p:nvPr>
        </p:nvSpPr>
        <p:spPr>
          <a:xfrm rot="18900000" flipH="1">
            <a:off x="889796" y="6381959"/>
            <a:ext cx="113050" cy="113049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838200" y="1364400"/>
            <a:ext cx="5181600" cy="481320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64400"/>
            <a:ext cx="5181600" cy="481320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839788" y="1364400"/>
            <a:ext cx="5157787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839788" y="2061275"/>
            <a:ext cx="5157787" cy="4128388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64400"/>
            <a:ext cx="518318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2061275"/>
            <a:ext cx="5183188" cy="4128388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360000"/>
            <a:ext cx="10515600" cy="581760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838200" y="1296000"/>
            <a:ext cx="10514012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3200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7465927" y="1334928"/>
            <a:ext cx="4135277" cy="413527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>
            <a:off x="8410809" y="4615205"/>
            <a:ext cx="2041966" cy="1897334"/>
          </a:xfrm>
          <a:custGeom>
            <a:avLst/>
            <a:gdLst>
              <a:gd name="connsiteX0" fmla="*/ 150249 w 2041966"/>
              <a:gd name="connsiteY0" fmla="*/ 159060 h 1897334"/>
              <a:gd name="connsiteX1" fmla="*/ 1084253 w 2041966"/>
              <a:gd name="connsiteY1" fmla="*/ 557 h 1897334"/>
              <a:gd name="connsiteX2" fmla="*/ 1912106 w 2041966"/>
              <a:gd name="connsiteY2" fmla="*/ 159060 h 1897334"/>
              <a:gd name="connsiteX3" fmla="*/ 2041966 w 2041966"/>
              <a:gd name="connsiteY3" fmla="*/ 1759936 h 1897334"/>
              <a:gd name="connsiteX4" fmla="*/ 1214000 w 2041966"/>
              <a:gd name="connsiteY4" fmla="*/ 1859296 h 1897334"/>
              <a:gd name="connsiteX5" fmla="*/ 1197793 w 2041966"/>
              <a:gd name="connsiteY5" fmla="*/ 1529048 h 1897334"/>
              <a:gd name="connsiteX6" fmla="*/ 1147617 w 2041966"/>
              <a:gd name="connsiteY6" fmla="*/ 1532781 h 1897334"/>
              <a:gd name="connsiteX7" fmla="*/ 1112221 w 2041966"/>
              <a:gd name="connsiteY7" fmla="*/ 1850293 h 1897334"/>
              <a:gd name="connsiteX8" fmla="*/ 583703 w 2041966"/>
              <a:gd name="connsiteY8" fmla="*/ 1894598 h 1897334"/>
              <a:gd name="connsiteX9" fmla="*/ 0 w 2041966"/>
              <a:gd name="connsiteY9" fmla="*/ 1838231 h 1897334"/>
              <a:gd name="connsiteX10" fmla="*/ 150231 w 2041966"/>
              <a:gd name="connsiteY10" fmla="*/ 159078 h 1897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41966" h="1897334">
                <a:moveTo>
                  <a:pt x="150249" y="159060"/>
                </a:moveTo>
                <a:cubicBezTo>
                  <a:pt x="355722" y="82828"/>
                  <a:pt x="680530" y="-7959"/>
                  <a:pt x="1084253" y="557"/>
                </a:cubicBezTo>
                <a:cubicBezTo>
                  <a:pt x="1434966" y="7966"/>
                  <a:pt x="1719859" y="87668"/>
                  <a:pt x="1912106" y="159060"/>
                </a:cubicBezTo>
                <a:cubicBezTo>
                  <a:pt x="1954743" y="675197"/>
                  <a:pt x="1999349" y="1243781"/>
                  <a:pt x="2041966" y="1759936"/>
                </a:cubicBezTo>
                <a:cubicBezTo>
                  <a:pt x="1991827" y="1779970"/>
                  <a:pt x="1431102" y="1875522"/>
                  <a:pt x="1214000" y="1859296"/>
                </a:cubicBezTo>
                <a:cubicBezTo>
                  <a:pt x="1188677" y="1781846"/>
                  <a:pt x="1228050" y="1604716"/>
                  <a:pt x="1197793" y="1529048"/>
                </a:cubicBezTo>
                <a:cubicBezTo>
                  <a:pt x="1199650" y="1533681"/>
                  <a:pt x="1147617" y="1532781"/>
                  <a:pt x="1147617" y="1532781"/>
                </a:cubicBezTo>
                <a:cubicBezTo>
                  <a:pt x="1147617" y="1532781"/>
                  <a:pt x="1114959" y="1806774"/>
                  <a:pt x="1112221" y="1850293"/>
                </a:cubicBezTo>
                <a:cubicBezTo>
                  <a:pt x="1108131" y="1849505"/>
                  <a:pt x="721891" y="1890359"/>
                  <a:pt x="583703" y="1894598"/>
                </a:cubicBezTo>
                <a:cubicBezTo>
                  <a:pt x="374385" y="1900995"/>
                  <a:pt x="199901" y="1901107"/>
                  <a:pt x="0" y="1838231"/>
                </a:cubicBezTo>
                <a:cubicBezTo>
                  <a:pt x="12136" y="1708484"/>
                  <a:pt x="95739" y="572761"/>
                  <a:pt x="150231" y="159078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 sz="1800"/>
          </a:p>
        </p:txBody>
      </p:sp>
      <p:sp>
        <p:nvSpPr>
          <p:cNvPr id="11" name="任意多边形: 形状 10"/>
          <p:cNvSpPr/>
          <p:nvPr userDrawn="1">
            <p:custDataLst>
              <p:tags r:id="rId5"/>
            </p:custDataLst>
          </p:nvPr>
        </p:nvSpPr>
        <p:spPr>
          <a:xfrm flipH="1">
            <a:off x="9206849" y="5335064"/>
            <a:ext cx="130535" cy="1107211"/>
          </a:xfrm>
          <a:custGeom>
            <a:avLst/>
            <a:gdLst>
              <a:gd name="connsiteX0" fmla="*/ 0 w 130535"/>
              <a:gd name="connsiteY0" fmla="*/ 1107211 h 1107211"/>
              <a:gd name="connsiteX1" fmla="*/ 33708 w 130535"/>
              <a:gd name="connsiteY1" fmla="*/ 819506 h 1107211"/>
              <a:gd name="connsiteX2" fmla="*/ 130535 w 130535"/>
              <a:gd name="connsiteY2" fmla="*/ 799829 h 1107211"/>
              <a:gd name="connsiteX3" fmla="*/ 113128 w 130535"/>
              <a:gd name="connsiteY3" fmla="*/ 0 h 1107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535" h="1107211">
                <a:moveTo>
                  <a:pt x="0" y="1107211"/>
                </a:moveTo>
                <a:cubicBezTo>
                  <a:pt x="0" y="1069302"/>
                  <a:pt x="27743" y="819506"/>
                  <a:pt x="33708" y="819506"/>
                </a:cubicBezTo>
                <a:cubicBezTo>
                  <a:pt x="63608" y="819506"/>
                  <a:pt x="100635" y="815472"/>
                  <a:pt x="130535" y="799829"/>
                </a:cubicBezTo>
                <a:cubicBezTo>
                  <a:pt x="130535" y="486594"/>
                  <a:pt x="107144" y="313216"/>
                  <a:pt x="113128" y="0"/>
                </a:cubicBezTo>
              </a:path>
            </a:pathLst>
          </a:custGeom>
          <a:solidFill>
            <a:schemeClr val="accent1">
              <a:lumMod val="10000"/>
              <a:alpha val="80000"/>
            </a:schemeClr>
          </a:solidFill>
          <a:ln w="5414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 sz="1800"/>
          </a:p>
        </p:txBody>
      </p:sp>
      <p:sp>
        <p:nvSpPr>
          <p:cNvPr id="12" name="任意多边形: 形状 11"/>
          <p:cNvSpPr/>
          <p:nvPr userDrawn="1">
            <p:custDataLst>
              <p:tags r:id="rId6"/>
            </p:custDataLst>
          </p:nvPr>
        </p:nvSpPr>
        <p:spPr>
          <a:xfrm flipH="1">
            <a:off x="9447380" y="1632424"/>
            <a:ext cx="293520" cy="293520"/>
          </a:xfrm>
          <a:custGeom>
            <a:avLst/>
            <a:gdLst>
              <a:gd name="connsiteX0" fmla="*/ 293521 w 293520"/>
              <a:gd name="connsiteY0" fmla="*/ 146760 h 293520"/>
              <a:gd name="connsiteX1" fmla="*/ 146761 w 293520"/>
              <a:gd name="connsiteY1" fmla="*/ 293521 h 293520"/>
              <a:gd name="connsiteX2" fmla="*/ 0 w 293520"/>
              <a:gd name="connsiteY2" fmla="*/ 146760 h 293520"/>
              <a:gd name="connsiteX3" fmla="*/ 146761 w 293520"/>
              <a:gd name="connsiteY3" fmla="*/ 0 h 293520"/>
              <a:gd name="connsiteX4" fmla="*/ 293521 w 293520"/>
              <a:gd name="connsiteY4" fmla="*/ 146760 h 293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520" h="293520">
                <a:moveTo>
                  <a:pt x="293521" y="146760"/>
                </a:moveTo>
                <a:cubicBezTo>
                  <a:pt x="293521" y="227814"/>
                  <a:pt x="227814" y="293521"/>
                  <a:pt x="146761" y="293521"/>
                </a:cubicBezTo>
                <a:cubicBezTo>
                  <a:pt x="65707" y="293521"/>
                  <a:pt x="0" y="227814"/>
                  <a:pt x="0" y="146760"/>
                </a:cubicBezTo>
                <a:cubicBezTo>
                  <a:pt x="0" y="65707"/>
                  <a:pt x="65707" y="0"/>
                  <a:pt x="146761" y="0"/>
                </a:cubicBezTo>
                <a:cubicBezTo>
                  <a:pt x="227814" y="0"/>
                  <a:pt x="293521" y="65707"/>
                  <a:pt x="293521" y="146760"/>
                </a:cubicBezTo>
                <a:close/>
              </a:path>
            </a:pathLst>
          </a:custGeom>
          <a:solidFill>
            <a:srgbClr val="000000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3" name="任意多边形: 形状 12"/>
          <p:cNvSpPr/>
          <p:nvPr userDrawn="1">
            <p:custDataLst>
              <p:tags r:id="rId7"/>
            </p:custDataLst>
          </p:nvPr>
        </p:nvSpPr>
        <p:spPr>
          <a:xfrm flipH="1">
            <a:off x="8998383" y="1938193"/>
            <a:ext cx="1109408" cy="778313"/>
          </a:xfrm>
          <a:custGeom>
            <a:avLst/>
            <a:gdLst>
              <a:gd name="connsiteX0" fmla="*/ 380059 w 1109408"/>
              <a:gd name="connsiteY0" fmla="*/ 36878 h 778313"/>
              <a:gd name="connsiteX1" fmla="*/ 134464 w 1109408"/>
              <a:gd name="connsiteY1" fmla="*/ 360504 h 778313"/>
              <a:gd name="connsiteX2" fmla="*/ 2222 w 1109408"/>
              <a:gd name="connsiteY2" fmla="*/ 659540 h 778313"/>
              <a:gd name="connsiteX3" fmla="*/ 92896 w 1109408"/>
              <a:gd name="connsiteY3" fmla="*/ 663629 h 778313"/>
              <a:gd name="connsiteX4" fmla="*/ 176012 w 1109408"/>
              <a:gd name="connsiteY4" fmla="*/ 565320 h 778313"/>
              <a:gd name="connsiteX5" fmla="*/ 145793 w 1109408"/>
              <a:gd name="connsiteY5" fmla="*/ 663629 h 778313"/>
              <a:gd name="connsiteX6" fmla="*/ 300695 w 1109408"/>
              <a:gd name="connsiteY6" fmla="*/ 688202 h 778313"/>
              <a:gd name="connsiteX7" fmla="*/ 319584 w 1109408"/>
              <a:gd name="connsiteY7" fmla="*/ 639038 h 778313"/>
              <a:gd name="connsiteX8" fmla="*/ 346032 w 1109408"/>
              <a:gd name="connsiteY8" fmla="*/ 704577 h 778313"/>
              <a:gd name="connsiteX9" fmla="*/ 882540 w 1109408"/>
              <a:gd name="connsiteY9" fmla="*/ 778314 h 778313"/>
              <a:gd name="connsiteX10" fmla="*/ 1003453 w 1109408"/>
              <a:gd name="connsiteY10" fmla="*/ 536621 h 778313"/>
              <a:gd name="connsiteX11" fmla="*/ 1101687 w 1109408"/>
              <a:gd name="connsiteY11" fmla="*/ 192529 h 778313"/>
              <a:gd name="connsiteX12" fmla="*/ 780536 w 1109408"/>
              <a:gd name="connsiteY12" fmla="*/ 0 h 778313"/>
              <a:gd name="connsiteX13" fmla="*/ 380040 w 1109408"/>
              <a:gd name="connsiteY13" fmla="*/ 36859 h 778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09408" h="778313">
                <a:moveTo>
                  <a:pt x="380059" y="36878"/>
                </a:moveTo>
                <a:cubicBezTo>
                  <a:pt x="380059" y="36878"/>
                  <a:pt x="296943" y="204834"/>
                  <a:pt x="134464" y="360504"/>
                </a:cubicBezTo>
                <a:cubicBezTo>
                  <a:pt x="-27997" y="516175"/>
                  <a:pt x="2222" y="659540"/>
                  <a:pt x="2222" y="659540"/>
                </a:cubicBezTo>
                <a:lnTo>
                  <a:pt x="92896" y="663629"/>
                </a:lnTo>
                <a:lnTo>
                  <a:pt x="176012" y="565320"/>
                </a:lnTo>
                <a:lnTo>
                  <a:pt x="145793" y="663629"/>
                </a:lnTo>
                <a:lnTo>
                  <a:pt x="300695" y="688202"/>
                </a:lnTo>
                <a:lnTo>
                  <a:pt x="319584" y="639038"/>
                </a:lnTo>
                <a:lnTo>
                  <a:pt x="346032" y="704577"/>
                </a:lnTo>
                <a:lnTo>
                  <a:pt x="882540" y="778314"/>
                </a:lnTo>
                <a:lnTo>
                  <a:pt x="1003453" y="536621"/>
                </a:lnTo>
                <a:cubicBezTo>
                  <a:pt x="1003453" y="536621"/>
                  <a:pt x="1143254" y="348181"/>
                  <a:pt x="1101687" y="192529"/>
                </a:cubicBezTo>
                <a:cubicBezTo>
                  <a:pt x="1060120" y="36859"/>
                  <a:pt x="780536" y="0"/>
                  <a:pt x="780536" y="0"/>
                </a:cubicBezTo>
                <a:lnTo>
                  <a:pt x="380040" y="36859"/>
                </a:lnTo>
                <a:close/>
              </a:path>
            </a:pathLst>
          </a:custGeom>
          <a:solidFill>
            <a:srgbClr val="000000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5" name="任意多边形: 形状 14"/>
          <p:cNvSpPr/>
          <p:nvPr userDrawn="1">
            <p:custDataLst>
              <p:tags r:id="rId8"/>
            </p:custDataLst>
          </p:nvPr>
        </p:nvSpPr>
        <p:spPr>
          <a:xfrm flipH="1">
            <a:off x="7207064" y="2354672"/>
            <a:ext cx="494609" cy="817103"/>
          </a:xfrm>
          <a:custGeom>
            <a:avLst/>
            <a:gdLst>
              <a:gd name="connsiteX0" fmla="*/ 56686 w 494609"/>
              <a:gd name="connsiteY0" fmla="*/ 599345 h 817103"/>
              <a:gd name="connsiteX1" fmla="*/ 314586 w 494609"/>
              <a:gd name="connsiteY1" fmla="*/ 487 h 817103"/>
              <a:gd name="connsiteX2" fmla="*/ 303237 w 494609"/>
              <a:gd name="connsiteY2" fmla="*/ 262157 h 817103"/>
              <a:gd name="connsiteX3" fmla="*/ 371797 w 494609"/>
              <a:gd name="connsiteY3" fmla="*/ 282715 h 817103"/>
              <a:gd name="connsiteX4" fmla="*/ 423324 w 494609"/>
              <a:gd name="connsiteY4" fmla="*/ 316760 h 817103"/>
              <a:gd name="connsiteX5" fmla="*/ 461384 w 494609"/>
              <a:gd name="connsiteY5" fmla="*/ 372958 h 817103"/>
              <a:gd name="connsiteX6" fmla="*/ 490120 w 494609"/>
              <a:gd name="connsiteY6" fmla="*/ 428331 h 817103"/>
              <a:gd name="connsiteX7" fmla="*/ 326366 w 494609"/>
              <a:gd name="connsiteY7" fmla="*/ 817104 h 817103"/>
              <a:gd name="connsiteX8" fmla="*/ 0 w 494609"/>
              <a:gd name="connsiteY8" fmla="*/ 692684 h 817103"/>
              <a:gd name="connsiteX9" fmla="*/ 56686 w 494609"/>
              <a:gd name="connsiteY9" fmla="*/ 599345 h 817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94609" h="817103">
                <a:moveTo>
                  <a:pt x="56686" y="599345"/>
                </a:moveTo>
                <a:cubicBezTo>
                  <a:pt x="56686" y="599345"/>
                  <a:pt x="248202" y="-19772"/>
                  <a:pt x="314586" y="487"/>
                </a:cubicBezTo>
                <a:cubicBezTo>
                  <a:pt x="380969" y="20745"/>
                  <a:pt x="303237" y="262157"/>
                  <a:pt x="303237" y="262157"/>
                </a:cubicBezTo>
                <a:cubicBezTo>
                  <a:pt x="303237" y="262157"/>
                  <a:pt x="358423" y="228787"/>
                  <a:pt x="371797" y="282715"/>
                </a:cubicBezTo>
                <a:cubicBezTo>
                  <a:pt x="371797" y="282715"/>
                  <a:pt x="426813" y="261069"/>
                  <a:pt x="423324" y="316760"/>
                </a:cubicBezTo>
                <a:cubicBezTo>
                  <a:pt x="423324" y="316760"/>
                  <a:pt x="479766" y="322425"/>
                  <a:pt x="461384" y="372958"/>
                </a:cubicBezTo>
                <a:cubicBezTo>
                  <a:pt x="461384" y="372958"/>
                  <a:pt x="509178" y="370707"/>
                  <a:pt x="490120" y="428331"/>
                </a:cubicBezTo>
                <a:cubicBezTo>
                  <a:pt x="471063" y="485955"/>
                  <a:pt x="326366" y="817104"/>
                  <a:pt x="326366" y="817104"/>
                </a:cubicBezTo>
                <a:lnTo>
                  <a:pt x="0" y="692684"/>
                </a:lnTo>
                <a:lnTo>
                  <a:pt x="56686" y="599345"/>
                </a:lnTo>
                <a:close/>
              </a:path>
            </a:pathLst>
          </a:custGeom>
          <a:solidFill>
            <a:srgbClr val="F9C3B5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 flipH="1">
            <a:off x="7226801" y="2824491"/>
            <a:ext cx="1901247" cy="1952639"/>
          </a:xfrm>
          <a:custGeom>
            <a:avLst/>
            <a:gdLst>
              <a:gd name="connsiteX0" fmla="*/ 0 w 1901247"/>
              <a:gd name="connsiteY0" fmla="*/ 79482 h 1952639"/>
              <a:gd name="connsiteX1" fmla="*/ 114385 w 1901247"/>
              <a:gd name="connsiteY1" fmla="*/ 43 h 1952639"/>
              <a:gd name="connsiteX2" fmla="*/ 908399 w 1901247"/>
              <a:gd name="connsiteY2" fmla="*/ 1021775 h 1952639"/>
              <a:gd name="connsiteX3" fmla="*/ 1383814 w 1901247"/>
              <a:gd name="connsiteY3" fmla="*/ 142545 h 1952639"/>
              <a:gd name="connsiteX4" fmla="*/ 1509322 w 1901247"/>
              <a:gd name="connsiteY4" fmla="*/ 87229 h 1952639"/>
              <a:gd name="connsiteX5" fmla="*/ 1816498 w 1901247"/>
              <a:gd name="connsiteY5" fmla="*/ 163985 h 1952639"/>
              <a:gd name="connsiteX6" fmla="*/ 1899032 w 1901247"/>
              <a:gd name="connsiteY6" fmla="*/ 294633 h 1952639"/>
              <a:gd name="connsiteX7" fmla="*/ 1017325 w 1901247"/>
              <a:gd name="connsiteY7" fmla="*/ 1952552 h 1952639"/>
              <a:gd name="connsiteX8" fmla="*/ 188984 w 1901247"/>
              <a:gd name="connsiteY8" fmla="*/ 1341201 h 1952639"/>
              <a:gd name="connsiteX9" fmla="*/ 0 w 1901247"/>
              <a:gd name="connsiteY9" fmla="*/ 79463 h 1952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01247" h="1952639">
                <a:moveTo>
                  <a:pt x="0" y="79482"/>
                </a:moveTo>
                <a:lnTo>
                  <a:pt x="114385" y="43"/>
                </a:lnTo>
                <a:cubicBezTo>
                  <a:pt x="114385" y="43"/>
                  <a:pt x="694561" y="-23367"/>
                  <a:pt x="908399" y="1021775"/>
                </a:cubicBezTo>
                <a:lnTo>
                  <a:pt x="1383814" y="142545"/>
                </a:lnTo>
                <a:cubicBezTo>
                  <a:pt x="1408105" y="97621"/>
                  <a:pt x="1459764" y="74849"/>
                  <a:pt x="1509322" y="87229"/>
                </a:cubicBezTo>
                <a:lnTo>
                  <a:pt x="1816498" y="163985"/>
                </a:lnTo>
                <a:cubicBezTo>
                  <a:pt x="1874497" y="178485"/>
                  <a:pt x="1910812" y="236015"/>
                  <a:pt x="1899032" y="294633"/>
                </a:cubicBezTo>
                <a:cubicBezTo>
                  <a:pt x="1822932" y="673126"/>
                  <a:pt x="1529167" y="1945293"/>
                  <a:pt x="1017325" y="1952552"/>
                </a:cubicBezTo>
                <a:cubicBezTo>
                  <a:pt x="416009" y="1961087"/>
                  <a:pt x="188984" y="1341201"/>
                  <a:pt x="188984" y="1341201"/>
                </a:cubicBezTo>
                <a:lnTo>
                  <a:pt x="0" y="79463"/>
                </a:lnTo>
                <a:close/>
              </a:path>
            </a:pathLst>
          </a:custGeom>
          <a:solidFill>
            <a:srgbClr val="FFFFFF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7" name="任意多边形: 形状 16"/>
          <p:cNvSpPr/>
          <p:nvPr userDrawn="1">
            <p:custDataLst>
              <p:tags r:id="rId10"/>
            </p:custDataLst>
          </p:nvPr>
        </p:nvSpPr>
        <p:spPr>
          <a:xfrm flipH="1">
            <a:off x="7552999" y="4312000"/>
            <a:ext cx="1028486" cy="1028485"/>
          </a:xfrm>
          <a:custGeom>
            <a:avLst/>
            <a:gdLst>
              <a:gd name="connsiteX0" fmla="*/ 1028486 w 1028486"/>
              <a:gd name="connsiteY0" fmla="*/ 514243 h 1028485"/>
              <a:gd name="connsiteX1" fmla="*/ 514243 w 1028486"/>
              <a:gd name="connsiteY1" fmla="*/ 1028485 h 1028485"/>
              <a:gd name="connsiteX2" fmla="*/ 0 w 1028486"/>
              <a:gd name="connsiteY2" fmla="*/ 514243 h 1028485"/>
              <a:gd name="connsiteX3" fmla="*/ 514243 w 1028486"/>
              <a:gd name="connsiteY3" fmla="*/ 0 h 1028485"/>
              <a:gd name="connsiteX4" fmla="*/ 1028486 w 1028486"/>
              <a:gd name="connsiteY4" fmla="*/ 514243 h 1028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8486" h="1028485">
                <a:moveTo>
                  <a:pt x="1028486" y="514243"/>
                </a:moveTo>
                <a:cubicBezTo>
                  <a:pt x="1028486" y="798251"/>
                  <a:pt x="798252" y="1028485"/>
                  <a:pt x="514243" y="1028485"/>
                </a:cubicBezTo>
                <a:cubicBezTo>
                  <a:pt x="230234" y="1028485"/>
                  <a:pt x="0" y="798251"/>
                  <a:pt x="0" y="514243"/>
                </a:cubicBezTo>
                <a:cubicBezTo>
                  <a:pt x="0" y="230234"/>
                  <a:pt x="230234" y="0"/>
                  <a:pt x="514243" y="0"/>
                </a:cubicBezTo>
                <a:cubicBezTo>
                  <a:pt x="798251" y="0"/>
                  <a:pt x="1028486" y="230234"/>
                  <a:pt x="1028486" y="514243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9" name="任意多边形: 形状 18"/>
          <p:cNvSpPr/>
          <p:nvPr userDrawn="1">
            <p:custDataLst>
              <p:tags r:id="rId11"/>
            </p:custDataLst>
          </p:nvPr>
        </p:nvSpPr>
        <p:spPr>
          <a:xfrm flipH="1">
            <a:off x="8493875" y="2883485"/>
            <a:ext cx="523274" cy="1964507"/>
          </a:xfrm>
          <a:custGeom>
            <a:avLst/>
            <a:gdLst>
              <a:gd name="connsiteX0" fmla="*/ 89903 w 523274"/>
              <a:gd name="connsiteY0" fmla="*/ 1222 h 1964507"/>
              <a:gd name="connsiteX1" fmla="*/ 373163 w 523274"/>
              <a:gd name="connsiteY1" fmla="*/ 555119 h 1964507"/>
              <a:gd name="connsiteX2" fmla="*/ 522456 w 523274"/>
              <a:gd name="connsiteY2" fmla="*/ 1360200 h 1964507"/>
              <a:gd name="connsiteX3" fmla="*/ 425141 w 523274"/>
              <a:gd name="connsiteY3" fmla="*/ 1964142 h 1964507"/>
              <a:gd name="connsiteX4" fmla="*/ 120084 w 523274"/>
              <a:gd name="connsiteY4" fmla="*/ 1302182 h 1964507"/>
              <a:gd name="connsiteX5" fmla="*/ 89884 w 523274"/>
              <a:gd name="connsiteY5" fmla="*/ 1222 h 1964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3274" h="1964507">
                <a:moveTo>
                  <a:pt x="89903" y="1222"/>
                </a:moveTo>
                <a:cubicBezTo>
                  <a:pt x="199354" y="-11083"/>
                  <a:pt x="287028" y="62297"/>
                  <a:pt x="373163" y="555119"/>
                </a:cubicBezTo>
                <a:cubicBezTo>
                  <a:pt x="416081" y="800620"/>
                  <a:pt x="534217" y="1071443"/>
                  <a:pt x="522456" y="1360200"/>
                </a:cubicBezTo>
                <a:cubicBezTo>
                  <a:pt x="509720" y="1672778"/>
                  <a:pt x="513359" y="1950993"/>
                  <a:pt x="425141" y="1964142"/>
                </a:cubicBezTo>
                <a:cubicBezTo>
                  <a:pt x="333322" y="1977816"/>
                  <a:pt x="188756" y="1605438"/>
                  <a:pt x="120084" y="1302182"/>
                </a:cubicBezTo>
                <a:cubicBezTo>
                  <a:pt x="-18592" y="689874"/>
                  <a:pt x="-48192" y="16754"/>
                  <a:pt x="89884" y="1222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1" name="任意多边形: 形状 20"/>
          <p:cNvSpPr/>
          <p:nvPr userDrawn="1">
            <p:custDataLst>
              <p:tags r:id="rId12"/>
            </p:custDataLst>
          </p:nvPr>
        </p:nvSpPr>
        <p:spPr>
          <a:xfrm flipH="1">
            <a:off x="8479218" y="2743340"/>
            <a:ext cx="1940150" cy="2622006"/>
          </a:xfrm>
          <a:custGeom>
            <a:avLst/>
            <a:gdLst>
              <a:gd name="connsiteX0" fmla="*/ 1560550 w 1940150"/>
              <a:gd name="connsiteY0" fmla="*/ 113381 h 2622006"/>
              <a:gd name="connsiteX1" fmla="*/ 1334688 w 1940150"/>
              <a:gd name="connsiteY1" fmla="*/ 69225 h 2622006"/>
              <a:gd name="connsiteX2" fmla="*/ 634969 w 1940150"/>
              <a:gd name="connsiteY2" fmla="*/ 7156 h 2622006"/>
              <a:gd name="connsiteX3" fmla="*/ 386316 w 1940150"/>
              <a:gd name="connsiteY3" fmla="*/ 16854 h 2622006"/>
              <a:gd name="connsiteX4" fmla="*/ 19790 w 1940150"/>
              <a:gd name="connsiteY4" fmla="*/ 2535939 h 2622006"/>
              <a:gd name="connsiteX5" fmla="*/ 998006 w 1940150"/>
              <a:gd name="connsiteY5" fmla="*/ 2621249 h 2622006"/>
              <a:gd name="connsiteX6" fmla="*/ 1940150 w 1940150"/>
              <a:gd name="connsiteY6" fmla="*/ 2509528 h 2622006"/>
              <a:gd name="connsiteX7" fmla="*/ 1560550 w 1940150"/>
              <a:gd name="connsiteY7" fmla="*/ 113362 h 2622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40150" h="2622006">
                <a:moveTo>
                  <a:pt x="1560550" y="113381"/>
                </a:moveTo>
                <a:cubicBezTo>
                  <a:pt x="1474171" y="75453"/>
                  <a:pt x="1334688" y="69225"/>
                  <a:pt x="1334688" y="69225"/>
                </a:cubicBezTo>
                <a:lnTo>
                  <a:pt x="634969" y="7156"/>
                </a:lnTo>
                <a:cubicBezTo>
                  <a:pt x="634969" y="7156"/>
                  <a:pt x="427358" y="-14190"/>
                  <a:pt x="386316" y="16854"/>
                </a:cubicBezTo>
                <a:cubicBezTo>
                  <a:pt x="-128414" y="406339"/>
                  <a:pt x="19790" y="2535939"/>
                  <a:pt x="19790" y="2535939"/>
                </a:cubicBezTo>
                <a:cubicBezTo>
                  <a:pt x="282286" y="2586941"/>
                  <a:pt x="614241" y="2628152"/>
                  <a:pt x="998006" y="2621249"/>
                </a:cubicBezTo>
                <a:cubicBezTo>
                  <a:pt x="1352527" y="2614872"/>
                  <a:pt x="1692623" y="2563250"/>
                  <a:pt x="1940150" y="2509528"/>
                </a:cubicBezTo>
                <a:cubicBezTo>
                  <a:pt x="1839384" y="1127160"/>
                  <a:pt x="1641246" y="148795"/>
                  <a:pt x="1560550" y="113362"/>
                </a:cubicBezTo>
                <a:close/>
              </a:path>
            </a:pathLst>
          </a:custGeom>
          <a:solidFill>
            <a:schemeClr val="accent6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2" name="任意多边形: 形状 21"/>
          <p:cNvSpPr/>
          <p:nvPr userDrawn="1">
            <p:custDataLst>
              <p:tags r:id="rId13"/>
            </p:custDataLst>
          </p:nvPr>
        </p:nvSpPr>
        <p:spPr>
          <a:xfrm flipH="1">
            <a:off x="9244171" y="3128331"/>
            <a:ext cx="1560720" cy="1948660"/>
          </a:xfrm>
          <a:custGeom>
            <a:avLst/>
            <a:gdLst>
              <a:gd name="connsiteX0" fmla="*/ 755708 w 1560720"/>
              <a:gd name="connsiteY0" fmla="*/ 2890 h 1948660"/>
              <a:gd name="connsiteX1" fmla="*/ 725883 w 1560720"/>
              <a:gd name="connsiteY1" fmla="*/ 1079413 h 1948660"/>
              <a:gd name="connsiteX2" fmla="*/ 595892 w 1560720"/>
              <a:gd name="connsiteY2" fmla="*/ 1279577 h 1948660"/>
              <a:gd name="connsiteX3" fmla="*/ 1008806 w 1560720"/>
              <a:gd name="connsiteY3" fmla="*/ 1296647 h 1948660"/>
              <a:gd name="connsiteX4" fmla="*/ 1560414 w 1560720"/>
              <a:gd name="connsiteY4" fmla="*/ 1489757 h 1948660"/>
              <a:gd name="connsiteX5" fmla="*/ 165383 w 1560720"/>
              <a:gd name="connsiteY5" fmla="*/ 1814416 h 1948660"/>
              <a:gd name="connsiteX6" fmla="*/ 66849 w 1560720"/>
              <a:gd name="connsiteY6" fmla="*/ 877111 h 1948660"/>
              <a:gd name="connsiteX7" fmla="*/ 755708 w 1560720"/>
              <a:gd name="connsiteY7" fmla="*/ 2908 h 1948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60720" h="1948660">
                <a:moveTo>
                  <a:pt x="755708" y="2890"/>
                </a:moveTo>
                <a:cubicBezTo>
                  <a:pt x="959773" y="56199"/>
                  <a:pt x="889807" y="725587"/>
                  <a:pt x="725883" y="1079413"/>
                </a:cubicBezTo>
                <a:cubicBezTo>
                  <a:pt x="698966" y="1137525"/>
                  <a:pt x="595892" y="1279577"/>
                  <a:pt x="595892" y="1279577"/>
                </a:cubicBezTo>
                <a:cubicBezTo>
                  <a:pt x="597336" y="1301036"/>
                  <a:pt x="797781" y="1286067"/>
                  <a:pt x="1008806" y="1296647"/>
                </a:cubicBezTo>
                <a:cubicBezTo>
                  <a:pt x="1233505" y="1307920"/>
                  <a:pt x="1549441" y="1391204"/>
                  <a:pt x="1560414" y="1489757"/>
                </a:cubicBezTo>
                <a:cubicBezTo>
                  <a:pt x="1580879" y="1673601"/>
                  <a:pt x="571282" y="2191464"/>
                  <a:pt x="165383" y="1814416"/>
                </a:cubicBezTo>
                <a:cubicBezTo>
                  <a:pt x="-99288" y="1568539"/>
                  <a:pt x="22299" y="1062513"/>
                  <a:pt x="66849" y="877111"/>
                </a:cubicBezTo>
                <a:cubicBezTo>
                  <a:pt x="173412" y="433642"/>
                  <a:pt x="585181" y="-41641"/>
                  <a:pt x="755708" y="290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3" name="任意多边形: 形状 22"/>
          <p:cNvSpPr/>
          <p:nvPr userDrawn="1">
            <p:custDataLst>
              <p:tags r:id="rId14"/>
            </p:custDataLst>
          </p:nvPr>
        </p:nvSpPr>
        <p:spPr>
          <a:xfrm flipH="1">
            <a:off x="9072713" y="2224004"/>
            <a:ext cx="757971" cy="824314"/>
          </a:xfrm>
          <a:custGeom>
            <a:avLst/>
            <a:gdLst>
              <a:gd name="connsiteX0" fmla="*/ 757953 w 757971"/>
              <a:gd name="connsiteY0" fmla="*/ 590230 h 824314"/>
              <a:gd name="connsiteX1" fmla="*/ 554825 w 757971"/>
              <a:gd name="connsiteY1" fmla="*/ 573517 h 824314"/>
              <a:gd name="connsiteX2" fmla="*/ 578723 w 757971"/>
              <a:gd name="connsiteY2" fmla="*/ 62201 h 824314"/>
              <a:gd name="connsiteX3" fmla="*/ 271490 w 757971"/>
              <a:gd name="connsiteY3" fmla="*/ 0 h 824314"/>
              <a:gd name="connsiteX4" fmla="*/ 188787 w 757971"/>
              <a:gd name="connsiteY4" fmla="*/ 532925 h 824314"/>
              <a:gd name="connsiteX5" fmla="*/ 422 w 757971"/>
              <a:gd name="connsiteY5" fmla="*/ 519120 h 824314"/>
              <a:gd name="connsiteX6" fmla="*/ 356425 w 757971"/>
              <a:gd name="connsiteY6" fmla="*/ 821475 h 824314"/>
              <a:gd name="connsiteX7" fmla="*/ 757971 w 757971"/>
              <a:gd name="connsiteY7" fmla="*/ 590230 h 824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7971" h="824314">
                <a:moveTo>
                  <a:pt x="757953" y="590230"/>
                </a:moveTo>
                <a:lnTo>
                  <a:pt x="554825" y="573517"/>
                </a:lnTo>
                <a:lnTo>
                  <a:pt x="578723" y="62201"/>
                </a:lnTo>
                <a:lnTo>
                  <a:pt x="271490" y="0"/>
                </a:lnTo>
                <a:lnTo>
                  <a:pt x="188787" y="532925"/>
                </a:lnTo>
                <a:lnTo>
                  <a:pt x="422" y="519120"/>
                </a:lnTo>
                <a:cubicBezTo>
                  <a:pt x="422" y="519120"/>
                  <a:pt x="-26814" y="788574"/>
                  <a:pt x="356425" y="821475"/>
                </a:cubicBezTo>
                <a:cubicBezTo>
                  <a:pt x="739645" y="854395"/>
                  <a:pt x="757971" y="590230"/>
                  <a:pt x="757971" y="590230"/>
                </a:cubicBezTo>
                <a:close/>
              </a:path>
            </a:pathLst>
          </a:custGeom>
          <a:solidFill>
            <a:srgbClr val="F6A68F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5" name="任意多边形: 形状 24"/>
          <p:cNvSpPr/>
          <p:nvPr userDrawn="1">
            <p:custDataLst>
              <p:tags r:id="rId15"/>
            </p:custDataLst>
          </p:nvPr>
        </p:nvSpPr>
        <p:spPr>
          <a:xfrm flipH="1">
            <a:off x="9031097" y="1868027"/>
            <a:ext cx="629488" cy="788640"/>
          </a:xfrm>
          <a:custGeom>
            <a:avLst/>
            <a:gdLst>
              <a:gd name="connsiteX0" fmla="*/ 3607 w 629488"/>
              <a:gd name="connsiteY0" fmla="*/ 272411 h 788640"/>
              <a:gd name="connsiteX1" fmla="*/ 173308 w 629488"/>
              <a:gd name="connsiteY1" fmla="*/ 717607 h 788640"/>
              <a:gd name="connsiteX2" fmla="*/ 451841 w 629488"/>
              <a:gd name="connsiteY2" fmla="*/ 773655 h 788640"/>
              <a:gd name="connsiteX3" fmla="*/ 624675 w 629488"/>
              <a:gd name="connsiteY3" fmla="*/ 447590 h 788640"/>
              <a:gd name="connsiteX4" fmla="*/ 578269 w 629488"/>
              <a:gd name="connsiteY4" fmla="*/ 168137 h 788640"/>
              <a:gd name="connsiteX5" fmla="*/ 55003 w 629488"/>
              <a:gd name="connsiteY5" fmla="*/ 67183 h 788640"/>
              <a:gd name="connsiteX6" fmla="*/ 3588 w 629488"/>
              <a:gd name="connsiteY6" fmla="*/ 272393 h 78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9488" h="788640">
                <a:moveTo>
                  <a:pt x="3607" y="272411"/>
                </a:moveTo>
                <a:cubicBezTo>
                  <a:pt x="4563" y="345735"/>
                  <a:pt x="-5303" y="591443"/>
                  <a:pt x="173308" y="717607"/>
                </a:cubicBezTo>
                <a:cubicBezTo>
                  <a:pt x="202720" y="738391"/>
                  <a:pt x="331285" y="822406"/>
                  <a:pt x="451841" y="773655"/>
                </a:cubicBezTo>
                <a:cubicBezTo>
                  <a:pt x="594813" y="715844"/>
                  <a:pt x="617097" y="515605"/>
                  <a:pt x="624675" y="447590"/>
                </a:cubicBezTo>
                <a:cubicBezTo>
                  <a:pt x="631503" y="386252"/>
                  <a:pt x="640413" y="275169"/>
                  <a:pt x="578269" y="168137"/>
                </a:cubicBezTo>
                <a:cubicBezTo>
                  <a:pt x="448296" y="-55736"/>
                  <a:pt x="460057" y="-19271"/>
                  <a:pt x="55003" y="67183"/>
                </a:cubicBezTo>
                <a:cubicBezTo>
                  <a:pt x="-18677" y="82902"/>
                  <a:pt x="2613" y="196780"/>
                  <a:pt x="3588" y="272393"/>
                </a:cubicBezTo>
                <a:close/>
              </a:path>
            </a:pathLst>
          </a:custGeom>
          <a:solidFill>
            <a:srgbClr val="F9C3B5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6" name="任意多边形: 形状 25"/>
          <p:cNvSpPr/>
          <p:nvPr userDrawn="1">
            <p:custDataLst>
              <p:tags r:id="rId16"/>
            </p:custDataLst>
          </p:nvPr>
        </p:nvSpPr>
        <p:spPr>
          <a:xfrm flipH="1">
            <a:off x="9045046" y="2376317"/>
            <a:ext cx="93053" cy="177748"/>
          </a:xfrm>
          <a:custGeom>
            <a:avLst/>
            <a:gdLst>
              <a:gd name="connsiteX0" fmla="*/ 3242 w 93053"/>
              <a:gd name="connsiteY0" fmla="*/ 76775 h 177748"/>
              <a:gd name="connsiteX1" fmla="*/ 33010 w 93053"/>
              <a:gd name="connsiteY1" fmla="*/ 177748 h 177748"/>
              <a:gd name="connsiteX2" fmla="*/ 93054 w 93053"/>
              <a:gd name="connsiteY2" fmla="*/ 0 h 177748"/>
              <a:gd name="connsiteX3" fmla="*/ 3223 w 93053"/>
              <a:gd name="connsiteY3" fmla="*/ 76775 h 177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053" h="177748">
                <a:moveTo>
                  <a:pt x="3242" y="76775"/>
                </a:moveTo>
                <a:cubicBezTo>
                  <a:pt x="-6456" y="114628"/>
                  <a:pt x="6224" y="152950"/>
                  <a:pt x="33010" y="177748"/>
                </a:cubicBezTo>
                <a:cubicBezTo>
                  <a:pt x="68331" y="120537"/>
                  <a:pt x="84688" y="51790"/>
                  <a:pt x="93054" y="0"/>
                </a:cubicBezTo>
                <a:cubicBezTo>
                  <a:pt x="51149" y="3977"/>
                  <a:pt x="14290" y="33651"/>
                  <a:pt x="3223" y="76775"/>
                </a:cubicBezTo>
                <a:close/>
              </a:path>
            </a:pathLst>
          </a:custGeom>
          <a:solidFill>
            <a:srgbClr val="F06A45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7" name="任意多边形: 形状 26"/>
          <p:cNvSpPr/>
          <p:nvPr userDrawn="1">
            <p:custDataLst>
              <p:tags r:id="rId17"/>
            </p:custDataLst>
          </p:nvPr>
        </p:nvSpPr>
        <p:spPr>
          <a:xfrm flipH="1">
            <a:off x="8968907" y="1782664"/>
            <a:ext cx="790670" cy="619183"/>
          </a:xfrm>
          <a:custGeom>
            <a:avLst/>
            <a:gdLst>
              <a:gd name="connsiteX0" fmla="*/ 670771 w 790670"/>
              <a:gd name="connsiteY0" fmla="*/ 392382 h 619183"/>
              <a:gd name="connsiteX1" fmla="*/ 563439 w 790670"/>
              <a:gd name="connsiteY1" fmla="*/ 264267 h 619183"/>
              <a:gd name="connsiteX2" fmla="*/ 250991 w 790670"/>
              <a:gd name="connsiteY2" fmla="*/ 450250 h 619183"/>
              <a:gd name="connsiteX3" fmla="*/ 226587 w 790670"/>
              <a:gd name="connsiteY3" fmla="*/ 603725 h 619183"/>
              <a:gd name="connsiteX4" fmla="*/ 176392 w 790670"/>
              <a:gd name="connsiteY4" fmla="*/ 552779 h 619183"/>
              <a:gd name="connsiteX5" fmla="*/ 67710 w 790670"/>
              <a:gd name="connsiteY5" fmla="*/ 586449 h 619183"/>
              <a:gd name="connsiteX6" fmla="*/ 247409 w 790670"/>
              <a:gd name="connsiteY6" fmla="*/ 17884 h 619183"/>
              <a:gd name="connsiteX7" fmla="*/ 789432 w 790670"/>
              <a:gd name="connsiteY7" fmla="*/ 408833 h 619183"/>
              <a:gd name="connsiteX8" fmla="*/ 670771 w 790670"/>
              <a:gd name="connsiteY8" fmla="*/ 392401 h 619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0670" h="619183">
                <a:moveTo>
                  <a:pt x="670771" y="392382"/>
                </a:moveTo>
                <a:cubicBezTo>
                  <a:pt x="625602" y="353422"/>
                  <a:pt x="564620" y="264586"/>
                  <a:pt x="563439" y="264267"/>
                </a:cubicBezTo>
                <a:cubicBezTo>
                  <a:pt x="549764" y="260515"/>
                  <a:pt x="598966" y="314181"/>
                  <a:pt x="250991" y="450250"/>
                </a:cubicBezTo>
                <a:cubicBezTo>
                  <a:pt x="217415" y="463380"/>
                  <a:pt x="241050" y="552142"/>
                  <a:pt x="226587" y="603725"/>
                </a:cubicBezTo>
                <a:cubicBezTo>
                  <a:pt x="214901" y="645405"/>
                  <a:pt x="192730" y="594065"/>
                  <a:pt x="176392" y="552779"/>
                </a:cubicBezTo>
                <a:cubicBezTo>
                  <a:pt x="168420" y="532652"/>
                  <a:pt x="110965" y="584217"/>
                  <a:pt x="67710" y="586449"/>
                </a:cubicBezTo>
                <a:cubicBezTo>
                  <a:pt x="67710" y="586449"/>
                  <a:pt x="-170776" y="167327"/>
                  <a:pt x="247409" y="17884"/>
                </a:cubicBezTo>
                <a:cubicBezTo>
                  <a:pt x="628509" y="-69020"/>
                  <a:pt x="807477" y="176856"/>
                  <a:pt x="789432" y="408833"/>
                </a:cubicBezTo>
                <a:cubicBezTo>
                  <a:pt x="784180" y="476267"/>
                  <a:pt x="717796" y="432955"/>
                  <a:pt x="670771" y="392401"/>
                </a:cubicBezTo>
                <a:close/>
              </a:path>
            </a:pathLst>
          </a:custGeom>
          <a:solidFill>
            <a:srgbClr val="000000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8" name="任意多边形: 形状 27"/>
          <p:cNvSpPr/>
          <p:nvPr userDrawn="1">
            <p:custDataLst>
              <p:tags r:id="rId18"/>
            </p:custDataLst>
          </p:nvPr>
        </p:nvSpPr>
        <p:spPr>
          <a:xfrm flipH="1">
            <a:off x="9552667" y="2247454"/>
            <a:ext cx="171221" cy="219331"/>
          </a:xfrm>
          <a:custGeom>
            <a:avLst/>
            <a:gdLst>
              <a:gd name="connsiteX0" fmla="*/ 171221 w 171221"/>
              <a:gd name="connsiteY0" fmla="*/ 151766 h 219331"/>
              <a:gd name="connsiteX1" fmla="*/ 153702 w 171221"/>
              <a:gd name="connsiteY1" fmla="*/ 80731 h 219331"/>
              <a:gd name="connsiteX2" fmla="*/ 26712 w 171221"/>
              <a:gd name="connsiteY2" fmla="*/ 10783 h 219331"/>
              <a:gd name="connsiteX3" fmla="*/ 153777 w 171221"/>
              <a:gd name="connsiteY3" fmla="*/ 219331 h 219331"/>
              <a:gd name="connsiteX4" fmla="*/ 171202 w 171221"/>
              <a:gd name="connsiteY4" fmla="*/ 151766 h 21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221" h="219331">
                <a:moveTo>
                  <a:pt x="171221" y="151766"/>
                </a:moveTo>
                <a:cubicBezTo>
                  <a:pt x="171221" y="151766"/>
                  <a:pt x="165050" y="99245"/>
                  <a:pt x="153702" y="80731"/>
                </a:cubicBezTo>
                <a:cubicBezTo>
                  <a:pt x="127741" y="38394"/>
                  <a:pt x="77395" y="-25626"/>
                  <a:pt x="26712" y="10783"/>
                </a:cubicBezTo>
                <a:cubicBezTo>
                  <a:pt x="-46125" y="63117"/>
                  <a:pt x="41211" y="196522"/>
                  <a:pt x="153777" y="219331"/>
                </a:cubicBezTo>
                <a:lnTo>
                  <a:pt x="171202" y="151766"/>
                </a:lnTo>
                <a:close/>
              </a:path>
            </a:pathLst>
          </a:custGeom>
          <a:solidFill>
            <a:srgbClr val="F9C3B5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9" name="任意多边形: 形状 28"/>
          <p:cNvSpPr/>
          <p:nvPr userDrawn="1">
            <p:custDataLst>
              <p:tags r:id="rId19"/>
            </p:custDataLst>
          </p:nvPr>
        </p:nvSpPr>
        <p:spPr>
          <a:xfrm flipH="1">
            <a:off x="8865647" y="2746240"/>
            <a:ext cx="1014492" cy="431689"/>
          </a:xfrm>
          <a:custGeom>
            <a:avLst/>
            <a:gdLst>
              <a:gd name="connsiteX0" fmla="*/ 761414 w 1014492"/>
              <a:gd name="connsiteY0" fmla="*/ 64883 h 431689"/>
              <a:gd name="connsiteX1" fmla="*/ 946196 w 1014492"/>
              <a:gd name="connsiteY1" fmla="*/ 82496 h 431689"/>
              <a:gd name="connsiteX2" fmla="*/ 1014493 w 1014492"/>
              <a:gd name="connsiteY2" fmla="*/ 101460 h 431689"/>
              <a:gd name="connsiteX3" fmla="*/ 586854 w 1014492"/>
              <a:gd name="connsiteY3" fmla="*/ 431690 h 431689"/>
              <a:gd name="connsiteX4" fmla="*/ 203634 w 1014492"/>
              <a:gd name="connsiteY4" fmla="*/ 403853 h 431689"/>
              <a:gd name="connsiteX5" fmla="*/ 0 w 1014492"/>
              <a:gd name="connsiteY5" fmla="*/ 9248 h 431689"/>
              <a:gd name="connsiteX6" fmla="*/ 30106 w 1014492"/>
              <a:gd name="connsiteY6" fmla="*/ 0 h 431689"/>
              <a:gd name="connsiteX7" fmla="*/ 209955 w 1014492"/>
              <a:gd name="connsiteY7" fmla="*/ 20615 h 431689"/>
              <a:gd name="connsiteX8" fmla="*/ 470819 w 1014492"/>
              <a:gd name="connsiteY8" fmla="*/ 204159 h 431689"/>
              <a:gd name="connsiteX9" fmla="*/ 566633 w 1014492"/>
              <a:gd name="connsiteY9" fmla="*/ 121813 h 431689"/>
              <a:gd name="connsiteX10" fmla="*/ 761414 w 1014492"/>
              <a:gd name="connsiteY10" fmla="*/ 64883 h 431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14492" h="431689">
                <a:moveTo>
                  <a:pt x="761414" y="64883"/>
                </a:moveTo>
                <a:lnTo>
                  <a:pt x="946196" y="82496"/>
                </a:lnTo>
                <a:lnTo>
                  <a:pt x="1014493" y="101460"/>
                </a:lnTo>
                <a:lnTo>
                  <a:pt x="586854" y="431690"/>
                </a:lnTo>
                <a:lnTo>
                  <a:pt x="203634" y="403853"/>
                </a:lnTo>
                <a:lnTo>
                  <a:pt x="0" y="9248"/>
                </a:lnTo>
                <a:lnTo>
                  <a:pt x="30106" y="0"/>
                </a:lnTo>
                <a:lnTo>
                  <a:pt x="209955" y="20615"/>
                </a:lnTo>
                <a:lnTo>
                  <a:pt x="470819" y="204159"/>
                </a:lnTo>
                <a:lnTo>
                  <a:pt x="566633" y="121813"/>
                </a:lnTo>
                <a:lnTo>
                  <a:pt x="761414" y="64883"/>
                </a:lnTo>
                <a:close/>
              </a:path>
            </a:pathLst>
          </a:custGeom>
          <a:solidFill>
            <a:schemeClr val="accent6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0" name="任意多边形: 形状 29"/>
          <p:cNvSpPr/>
          <p:nvPr userDrawn="1">
            <p:custDataLst>
              <p:tags r:id="rId20"/>
            </p:custDataLst>
          </p:nvPr>
        </p:nvSpPr>
        <p:spPr>
          <a:xfrm flipH="1">
            <a:off x="9070481" y="2795402"/>
            <a:ext cx="338839" cy="331805"/>
          </a:xfrm>
          <a:custGeom>
            <a:avLst/>
            <a:gdLst>
              <a:gd name="connsiteX0" fmla="*/ 133461 w 338839"/>
              <a:gd name="connsiteY0" fmla="*/ 2120 h 331805"/>
              <a:gd name="connsiteX1" fmla="*/ 0 w 338839"/>
              <a:gd name="connsiteY1" fmla="*/ 151187 h 331805"/>
              <a:gd name="connsiteX2" fmla="*/ 132448 w 338839"/>
              <a:gd name="connsiteY2" fmla="*/ 331805 h 331805"/>
              <a:gd name="connsiteX3" fmla="*/ 338839 w 338839"/>
              <a:gd name="connsiteY3" fmla="*/ 0 h 331805"/>
              <a:gd name="connsiteX4" fmla="*/ 133461 w 338839"/>
              <a:gd name="connsiteY4" fmla="*/ 2120 h 331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8839" h="331805">
                <a:moveTo>
                  <a:pt x="133461" y="2120"/>
                </a:moveTo>
                <a:lnTo>
                  <a:pt x="0" y="151187"/>
                </a:lnTo>
                <a:lnTo>
                  <a:pt x="132448" y="331805"/>
                </a:lnTo>
                <a:lnTo>
                  <a:pt x="338839" y="0"/>
                </a:lnTo>
                <a:lnTo>
                  <a:pt x="133461" y="2120"/>
                </a:lnTo>
                <a:close/>
              </a:path>
            </a:pathLst>
          </a:custGeom>
          <a:solidFill>
            <a:srgbClr val="FFFFFF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1" name="任意多边形: 形状 30"/>
          <p:cNvSpPr/>
          <p:nvPr userDrawn="1">
            <p:custDataLst>
              <p:tags r:id="rId21"/>
            </p:custDataLst>
          </p:nvPr>
        </p:nvSpPr>
        <p:spPr>
          <a:xfrm flipH="1">
            <a:off x="9409321" y="2742430"/>
            <a:ext cx="440712" cy="367913"/>
          </a:xfrm>
          <a:custGeom>
            <a:avLst/>
            <a:gdLst>
              <a:gd name="connsiteX0" fmla="*/ 205378 w 440712"/>
              <a:gd name="connsiteY0" fmla="*/ 2120 h 367913"/>
              <a:gd name="connsiteX1" fmla="*/ 440713 w 440712"/>
              <a:gd name="connsiteY1" fmla="*/ 204159 h 367913"/>
              <a:gd name="connsiteX2" fmla="*/ 327510 w 440712"/>
              <a:gd name="connsiteY2" fmla="*/ 367914 h 367913"/>
              <a:gd name="connsiteX3" fmla="*/ 0 w 440712"/>
              <a:gd name="connsiteY3" fmla="*/ 0 h 367913"/>
              <a:gd name="connsiteX4" fmla="*/ 205378 w 440712"/>
              <a:gd name="connsiteY4" fmla="*/ 2120 h 36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712" h="367913">
                <a:moveTo>
                  <a:pt x="205378" y="2120"/>
                </a:moveTo>
                <a:lnTo>
                  <a:pt x="440713" y="204159"/>
                </a:lnTo>
                <a:lnTo>
                  <a:pt x="327510" y="367914"/>
                </a:lnTo>
                <a:lnTo>
                  <a:pt x="0" y="0"/>
                </a:lnTo>
                <a:lnTo>
                  <a:pt x="205378" y="2120"/>
                </a:lnTo>
                <a:close/>
              </a:path>
            </a:pathLst>
          </a:custGeom>
          <a:solidFill>
            <a:srgbClr val="FFFFFF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2" name="任意多边形: 形状 31"/>
          <p:cNvSpPr/>
          <p:nvPr userDrawn="1">
            <p:custDataLst>
              <p:tags r:id="rId22"/>
            </p:custDataLst>
          </p:nvPr>
        </p:nvSpPr>
        <p:spPr>
          <a:xfrm rot="11327399" flipH="1">
            <a:off x="8988434" y="3729882"/>
            <a:ext cx="374816" cy="502481"/>
          </a:xfrm>
          <a:custGeom>
            <a:avLst/>
            <a:gdLst>
              <a:gd name="connsiteX0" fmla="*/ 341803 w 374816"/>
              <a:gd name="connsiteY0" fmla="*/ 0 h 502481"/>
              <a:gd name="connsiteX1" fmla="*/ 374817 w 374816"/>
              <a:gd name="connsiteY1" fmla="*/ 33014 h 502481"/>
              <a:gd name="connsiteX2" fmla="*/ 374817 w 374816"/>
              <a:gd name="connsiteY2" fmla="*/ 469468 h 502481"/>
              <a:gd name="connsiteX3" fmla="*/ 341803 w 374816"/>
              <a:gd name="connsiteY3" fmla="*/ 502482 h 502481"/>
              <a:gd name="connsiteX4" fmla="*/ 33014 w 374816"/>
              <a:gd name="connsiteY4" fmla="*/ 502482 h 502481"/>
              <a:gd name="connsiteX5" fmla="*/ 0 w 374816"/>
              <a:gd name="connsiteY5" fmla="*/ 469468 h 502481"/>
              <a:gd name="connsiteX6" fmla="*/ 0 w 374816"/>
              <a:gd name="connsiteY6" fmla="*/ 33014 h 502481"/>
              <a:gd name="connsiteX7" fmla="*/ 33014 w 374816"/>
              <a:gd name="connsiteY7" fmla="*/ 0 h 502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4816" h="502481">
                <a:moveTo>
                  <a:pt x="341803" y="0"/>
                </a:moveTo>
                <a:cubicBezTo>
                  <a:pt x="360036" y="0"/>
                  <a:pt x="374817" y="14781"/>
                  <a:pt x="374817" y="33014"/>
                </a:cubicBezTo>
                <a:lnTo>
                  <a:pt x="374817" y="469468"/>
                </a:lnTo>
                <a:cubicBezTo>
                  <a:pt x="374817" y="487701"/>
                  <a:pt x="360036" y="502482"/>
                  <a:pt x="341803" y="502482"/>
                </a:cubicBezTo>
                <a:lnTo>
                  <a:pt x="33014" y="502482"/>
                </a:lnTo>
                <a:cubicBezTo>
                  <a:pt x="14781" y="502482"/>
                  <a:pt x="0" y="487701"/>
                  <a:pt x="0" y="469468"/>
                </a:cubicBezTo>
                <a:lnTo>
                  <a:pt x="0" y="33014"/>
                </a:lnTo>
                <a:cubicBezTo>
                  <a:pt x="0" y="14781"/>
                  <a:pt x="14781" y="0"/>
                  <a:pt x="33014" y="0"/>
                </a:cubicBezTo>
                <a:close/>
              </a:path>
            </a:pathLst>
          </a:custGeom>
          <a:solidFill>
            <a:schemeClr val="accent2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3" name="任意多边形: 形状 32"/>
          <p:cNvSpPr/>
          <p:nvPr userDrawn="1">
            <p:custDataLst>
              <p:tags r:id="rId23"/>
            </p:custDataLst>
          </p:nvPr>
        </p:nvSpPr>
        <p:spPr>
          <a:xfrm rot="16727399" flipH="1">
            <a:off x="8966868" y="3850166"/>
            <a:ext cx="414695" cy="278608"/>
          </a:xfrm>
          <a:custGeom>
            <a:avLst/>
            <a:gdLst>
              <a:gd name="connsiteX0" fmla="*/ 0 w 414695"/>
              <a:gd name="connsiteY0" fmla="*/ 0 h 278608"/>
              <a:gd name="connsiteX1" fmla="*/ 414696 w 414695"/>
              <a:gd name="connsiteY1" fmla="*/ 0 h 278608"/>
              <a:gd name="connsiteX2" fmla="*/ 414696 w 414695"/>
              <a:gd name="connsiteY2" fmla="*/ 278608 h 278608"/>
              <a:gd name="connsiteX3" fmla="*/ 0 w 414695"/>
              <a:gd name="connsiteY3" fmla="*/ 278608 h 278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695" h="278608">
                <a:moveTo>
                  <a:pt x="0" y="0"/>
                </a:moveTo>
                <a:lnTo>
                  <a:pt x="414696" y="0"/>
                </a:lnTo>
                <a:lnTo>
                  <a:pt x="414696" y="278608"/>
                </a:lnTo>
                <a:lnTo>
                  <a:pt x="0" y="278608"/>
                </a:lnTo>
                <a:close/>
              </a:path>
            </a:pathLst>
          </a:custGeom>
          <a:solidFill>
            <a:srgbClr val="FFFFFF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4" name="任意多边形: 形状 33"/>
          <p:cNvSpPr/>
          <p:nvPr userDrawn="1">
            <p:custDataLst>
              <p:tags r:id="rId24"/>
            </p:custDataLst>
          </p:nvPr>
        </p:nvSpPr>
        <p:spPr>
          <a:xfrm rot="11327399" flipH="1">
            <a:off x="9113824" y="3848294"/>
            <a:ext cx="137475" cy="176885"/>
          </a:xfrm>
          <a:custGeom>
            <a:avLst/>
            <a:gdLst>
              <a:gd name="connsiteX0" fmla="*/ 0 w 137475"/>
              <a:gd name="connsiteY0" fmla="*/ 0 h 176885"/>
              <a:gd name="connsiteX1" fmla="*/ 137475 w 137475"/>
              <a:gd name="connsiteY1" fmla="*/ 0 h 176885"/>
              <a:gd name="connsiteX2" fmla="*/ 137475 w 137475"/>
              <a:gd name="connsiteY2" fmla="*/ 176885 h 176885"/>
              <a:gd name="connsiteX3" fmla="*/ 0 w 137475"/>
              <a:gd name="connsiteY3" fmla="*/ 176885 h 176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7475" h="176885">
                <a:moveTo>
                  <a:pt x="0" y="0"/>
                </a:moveTo>
                <a:lnTo>
                  <a:pt x="137475" y="0"/>
                </a:lnTo>
                <a:lnTo>
                  <a:pt x="137475" y="176885"/>
                </a:lnTo>
                <a:lnTo>
                  <a:pt x="0" y="176885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5" name="任意多边形: 形状 34"/>
          <p:cNvSpPr/>
          <p:nvPr userDrawn="1">
            <p:custDataLst>
              <p:tags r:id="rId25"/>
            </p:custDataLst>
          </p:nvPr>
        </p:nvSpPr>
        <p:spPr>
          <a:xfrm rot="11327399" flipH="1">
            <a:off x="9091860" y="4060577"/>
            <a:ext cx="139294" cy="9697"/>
          </a:xfrm>
          <a:custGeom>
            <a:avLst/>
            <a:gdLst>
              <a:gd name="connsiteX0" fmla="*/ 0 w 139294"/>
              <a:gd name="connsiteY0" fmla="*/ 0 h 9697"/>
              <a:gd name="connsiteX1" fmla="*/ 139295 w 139294"/>
              <a:gd name="connsiteY1" fmla="*/ 0 h 9697"/>
              <a:gd name="connsiteX2" fmla="*/ 139295 w 139294"/>
              <a:gd name="connsiteY2" fmla="*/ 9698 h 9697"/>
              <a:gd name="connsiteX3" fmla="*/ 0 w 139294"/>
              <a:gd name="connsiteY3" fmla="*/ 9698 h 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294" h="9697">
                <a:moveTo>
                  <a:pt x="0" y="0"/>
                </a:moveTo>
                <a:lnTo>
                  <a:pt x="139295" y="0"/>
                </a:lnTo>
                <a:lnTo>
                  <a:pt x="139295" y="9698"/>
                </a:lnTo>
                <a:lnTo>
                  <a:pt x="0" y="9698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6" name="任意多边形: 形状 35"/>
          <p:cNvSpPr/>
          <p:nvPr userDrawn="1">
            <p:custDataLst>
              <p:tags r:id="rId26"/>
            </p:custDataLst>
          </p:nvPr>
        </p:nvSpPr>
        <p:spPr>
          <a:xfrm rot="11327399" flipH="1">
            <a:off x="9087625" y="4095528"/>
            <a:ext cx="139294" cy="9697"/>
          </a:xfrm>
          <a:custGeom>
            <a:avLst/>
            <a:gdLst>
              <a:gd name="connsiteX0" fmla="*/ 0 w 139294"/>
              <a:gd name="connsiteY0" fmla="*/ 0 h 9697"/>
              <a:gd name="connsiteX1" fmla="*/ 139295 w 139294"/>
              <a:gd name="connsiteY1" fmla="*/ 0 h 9697"/>
              <a:gd name="connsiteX2" fmla="*/ 139295 w 139294"/>
              <a:gd name="connsiteY2" fmla="*/ 9698 h 9697"/>
              <a:gd name="connsiteX3" fmla="*/ 0 w 139294"/>
              <a:gd name="connsiteY3" fmla="*/ 9698 h 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294" h="9697">
                <a:moveTo>
                  <a:pt x="0" y="0"/>
                </a:moveTo>
                <a:lnTo>
                  <a:pt x="139295" y="0"/>
                </a:lnTo>
                <a:lnTo>
                  <a:pt x="139295" y="9698"/>
                </a:lnTo>
                <a:lnTo>
                  <a:pt x="0" y="9698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7" name="任意多边形: 形状 36"/>
          <p:cNvSpPr/>
          <p:nvPr userDrawn="1">
            <p:custDataLst>
              <p:tags r:id="rId27"/>
            </p:custDataLst>
          </p:nvPr>
        </p:nvSpPr>
        <p:spPr>
          <a:xfrm rot="11327399" flipH="1">
            <a:off x="9157112" y="3751172"/>
            <a:ext cx="105643" cy="18495"/>
          </a:xfrm>
          <a:custGeom>
            <a:avLst/>
            <a:gdLst>
              <a:gd name="connsiteX0" fmla="*/ 96396 w 105643"/>
              <a:gd name="connsiteY0" fmla="*/ 0 h 18495"/>
              <a:gd name="connsiteX1" fmla="*/ 105644 w 105643"/>
              <a:gd name="connsiteY1" fmla="*/ 9248 h 18495"/>
              <a:gd name="connsiteX2" fmla="*/ 105644 w 105643"/>
              <a:gd name="connsiteY2" fmla="*/ 9248 h 18495"/>
              <a:gd name="connsiteX3" fmla="*/ 96396 w 105643"/>
              <a:gd name="connsiteY3" fmla="*/ 18495 h 18495"/>
              <a:gd name="connsiteX4" fmla="*/ 9248 w 105643"/>
              <a:gd name="connsiteY4" fmla="*/ 18495 h 18495"/>
              <a:gd name="connsiteX5" fmla="*/ 0 w 105643"/>
              <a:gd name="connsiteY5" fmla="*/ 9248 h 18495"/>
              <a:gd name="connsiteX6" fmla="*/ 0 w 105643"/>
              <a:gd name="connsiteY6" fmla="*/ 9248 h 18495"/>
              <a:gd name="connsiteX7" fmla="*/ 9248 w 105643"/>
              <a:gd name="connsiteY7" fmla="*/ 0 h 1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43" h="18495">
                <a:moveTo>
                  <a:pt x="96396" y="0"/>
                </a:moveTo>
                <a:cubicBezTo>
                  <a:pt x="101503" y="0"/>
                  <a:pt x="105644" y="4140"/>
                  <a:pt x="105644" y="9248"/>
                </a:cubicBezTo>
                <a:lnTo>
                  <a:pt x="105644" y="9248"/>
                </a:lnTo>
                <a:cubicBezTo>
                  <a:pt x="105644" y="14355"/>
                  <a:pt x="101503" y="18495"/>
                  <a:pt x="96396" y="18495"/>
                </a:cubicBezTo>
                <a:lnTo>
                  <a:pt x="9248" y="18495"/>
                </a:lnTo>
                <a:cubicBezTo>
                  <a:pt x="4140" y="18495"/>
                  <a:pt x="0" y="14355"/>
                  <a:pt x="0" y="9248"/>
                </a:cubicBezTo>
                <a:lnTo>
                  <a:pt x="0" y="9248"/>
                </a:lnTo>
                <a:cubicBezTo>
                  <a:pt x="0" y="4140"/>
                  <a:pt x="4140" y="0"/>
                  <a:pt x="9248" y="0"/>
                </a:cubicBezTo>
                <a:close/>
              </a:path>
            </a:pathLst>
          </a:custGeom>
          <a:solidFill>
            <a:schemeClr val="lt1">
              <a:lumMod val="100000"/>
            </a:schemeClr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8" name="任意多边形: 形状 37"/>
          <p:cNvSpPr/>
          <p:nvPr userDrawn="1">
            <p:custDataLst>
              <p:tags r:id="rId28"/>
            </p:custDataLst>
          </p:nvPr>
        </p:nvSpPr>
        <p:spPr>
          <a:xfrm flipH="1">
            <a:off x="9183627" y="3699880"/>
            <a:ext cx="62838" cy="62838"/>
          </a:xfrm>
          <a:custGeom>
            <a:avLst/>
            <a:gdLst>
              <a:gd name="connsiteX0" fmla="*/ 62838 w 62838"/>
              <a:gd name="connsiteY0" fmla="*/ 31419 h 62838"/>
              <a:gd name="connsiteX1" fmla="*/ 31419 w 62838"/>
              <a:gd name="connsiteY1" fmla="*/ 62838 h 62838"/>
              <a:gd name="connsiteX2" fmla="*/ 0 w 62838"/>
              <a:gd name="connsiteY2" fmla="*/ 31419 h 62838"/>
              <a:gd name="connsiteX3" fmla="*/ 31419 w 62838"/>
              <a:gd name="connsiteY3" fmla="*/ 0 h 62838"/>
              <a:gd name="connsiteX4" fmla="*/ 62838 w 62838"/>
              <a:gd name="connsiteY4" fmla="*/ 31419 h 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38" h="62838">
                <a:moveTo>
                  <a:pt x="62838" y="31419"/>
                </a:moveTo>
                <a:cubicBezTo>
                  <a:pt x="62838" y="48771"/>
                  <a:pt x="48771" y="62838"/>
                  <a:pt x="31419" y="62838"/>
                </a:cubicBezTo>
                <a:cubicBezTo>
                  <a:pt x="14067" y="62838"/>
                  <a:pt x="0" y="48771"/>
                  <a:pt x="0" y="31419"/>
                </a:cubicBezTo>
                <a:cubicBezTo>
                  <a:pt x="0" y="14067"/>
                  <a:pt x="14067" y="0"/>
                  <a:pt x="31419" y="0"/>
                </a:cubicBezTo>
                <a:cubicBezTo>
                  <a:pt x="48771" y="0"/>
                  <a:pt x="62838" y="14067"/>
                  <a:pt x="62838" y="31419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9" name="任意多边形: 形状 38"/>
          <p:cNvSpPr/>
          <p:nvPr userDrawn="1">
            <p:custDataLst>
              <p:tags r:id="rId29"/>
            </p:custDataLst>
          </p:nvPr>
        </p:nvSpPr>
        <p:spPr>
          <a:xfrm rot="11327399" flipH="1">
            <a:off x="9136294" y="3662781"/>
            <a:ext cx="171295" cy="50120"/>
          </a:xfrm>
          <a:custGeom>
            <a:avLst/>
            <a:gdLst>
              <a:gd name="connsiteX0" fmla="*/ 146235 w 171295"/>
              <a:gd name="connsiteY0" fmla="*/ 0 h 50120"/>
              <a:gd name="connsiteX1" fmla="*/ 171295 w 171295"/>
              <a:gd name="connsiteY1" fmla="*/ 25060 h 50120"/>
              <a:gd name="connsiteX2" fmla="*/ 171295 w 171295"/>
              <a:gd name="connsiteY2" fmla="*/ 25060 h 50120"/>
              <a:gd name="connsiteX3" fmla="*/ 146235 w 171295"/>
              <a:gd name="connsiteY3" fmla="*/ 50121 h 50120"/>
              <a:gd name="connsiteX4" fmla="*/ 25060 w 171295"/>
              <a:gd name="connsiteY4" fmla="*/ 50121 h 50120"/>
              <a:gd name="connsiteX5" fmla="*/ 0 w 171295"/>
              <a:gd name="connsiteY5" fmla="*/ 25060 h 50120"/>
              <a:gd name="connsiteX6" fmla="*/ 0 w 171295"/>
              <a:gd name="connsiteY6" fmla="*/ 25060 h 50120"/>
              <a:gd name="connsiteX7" fmla="*/ 25060 w 171295"/>
              <a:gd name="connsiteY7" fmla="*/ 0 h 5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1295" h="50120">
                <a:moveTo>
                  <a:pt x="146235" y="0"/>
                </a:moveTo>
                <a:cubicBezTo>
                  <a:pt x="160076" y="0"/>
                  <a:pt x="171295" y="11220"/>
                  <a:pt x="171295" y="25060"/>
                </a:cubicBezTo>
                <a:lnTo>
                  <a:pt x="171295" y="25060"/>
                </a:lnTo>
                <a:cubicBezTo>
                  <a:pt x="171295" y="38901"/>
                  <a:pt x="160076" y="50121"/>
                  <a:pt x="146235" y="50121"/>
                </a:cubicBezTo>
                <a:lnTo>
                  <a:pt x="25060" y="50121"/>
                </a:lnTo>
                <a:cubicBezTo>
                  <a:pt x="11220" y="50121"/>
                  <a:pt x="0" y="38901"/>
                  <a:pt x="0" y="25060"/>
                </a:cubicBezTo>
                <a:lnTo>
                  <a:pt x="0" y="25060"/>
                </a:lnTo>
                <a:cubicBezTo>
                  <a:pt x="0" y="11220"/>
                  <a:pt x="11220" y="0"/>
                  <a:pt x="25060" y="0"/>
                </a:cubicBezTo>
                <a:close/>
              </a:path>
            </a:pathLst>
          </a:custGeom>
          <a:noFill/>
          <a:ln w="5917" cap="flat">
            <a:solidFill>
              <a:schemeClr val="accent2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0" name="任意多边形: 形状 39"/>
          <p:cNvSpPr/>
          <p:nvPr userDrawn="1">
            <p:custDataLst>
              <p:tags r:id="rId30"/>
            </p:custDataLst>
          </p:nvPr>
        </p:nvSpPr>
        <p:spPr>
          <a:xfrm flipH="1">
            <a:off x="9159580" y="2777338"/>
            <a:ext cx="90787" cy="910067"/>
          </a:xfrm>
          <a:custGeom>
            <a:avLst/>
            <a:gdLst>
              <a:gd name="connsiteX0" fmla="*/ 25173 w 90787"/>
              <a:gd name="connsiteY0" fmla="*/ 910068 h 910067"/>
              <a:gd name="connsiteX1" fmla="*/ 0 w 90787"/>
              <a:gd name="connsiteY1" fmla="*/ 835093 h 910067"/>
              <a:gd name="connsiteX2" fmla="*/ 21778 w 90787"/>
              <a:gd name="connsiteY2" fmla="*/ 0 h 91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787" h="910067">
                <a:moveTo>
                  <a:pt x="25173" y="910068"/>
                </a:moveTo>
                <a:lnTo>
                  <a:pt x="0" y="835093"/>
                </a:lnTo>
                <a:cubicBezTo>
                  <a:pt x="0" y="835093"/>
                  <a:pt x="188872" y="364500"/>
                  <a:pt x="21778" y="0"/>
                </a:cubicBezTo>
              </a:path>
            </a:pathLst>
          </a:custGeom>
          <a:noFill/>
          <a:ln w="7883" cap="rnd">
            <a:solidFill>
              <a:schemeClr val="accent5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1" name="任意多边形: 形状 40"/>
          <p:cNvSpPr/>
          <p:nvPr userDrawn="1">
            <p:custDataLst>
              <p:tags r:id="rId31"/>
            </p:custDataLst>
          </p:nvPr>
        </p:nvSpPr>
        <p:spPr>
          <a:xfrm flipH="1">
            <a:off x="9250386" y="2750477"/>
            <a:ext cx="452211" cy="861972"/>
          </a:xfrm>
          <a:custGeom>
            <a:avLst/>
            <a:gdLst>
              <a:gd name="connsiteX0" fmla="*/ 0 w 452211"/>
              <a:gd name="connsiteY0" fmla="*/ 0 h 861972"/>
              <a:gd name="connsiteX1" fmla="*/ 452211 w 452211"/>
              <a:gd name="connsiteY1" fmla="*/ 861973 h 86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2211" h="861972">
                <a:moveTo>
                  <a:pt x="0" y="0"/>
                </a:moveTo>
                <a:cubicBezTo>
                  <a:pt x="0" y="0"/>
                  <a:pt x="56386" y="652262"/>
                  <a:pt x="452211" y="861973"/>
                </a:cubicBezTo>
              </a:path>
            </a:pathLst>
          </a:custGeom>
          <a:noFill/>
          <a:ln w="7883" cap="rnd">
            <a:solidFill>
              <a:schemeClr val="accent5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2" name="任意多边形: 形状 41"/>
          <p:cNvSpPr/>
          <p:nvPr userDrawn="1">
            <p:custDataLst>
              <p:tags r:id="rId32"/>
            </p:custDataLst>
          </p:nvPr>
        </p:nvSpPr>
        <p:spPr>
          <a:xfrm flipH="1">
            <a:off x="8508762" y="4216898"/>
            <a:ext cx="389710" cy="464891"/>
          </a:xfrm>
          <a:custGeom>
            <a:avLst/>
            <a:gdLst>
              <a:gd name="connsiteX0" fmla="*/ 0 w 389710"/>
              <a:gd name="connsiteY0" fmla="*/ 249553 h 464891"/>
              <a:gd name="connsiteX1" fmla="*/ 123069 w 389710"/>
              <a:gd name="connsiteY1" fmla="*/ 95721 h 464891"/>
              <a:gd name="connsiteX2" fmla="*/ 389711 w 389710"/>
              <a:gd name="connsiteY2" fmla="*/ 0 h 464891"/>
              <a:gd name="connsiteX3" fmla="*/ 335013 w 389710"/>
              <a:gd name="connsiteY3" fmla="*/ 331580 h 464891"/>
              <a:gd name="connsiteX4" fmla="*/ 92307 w 389710"/>
              <a:gd name="connsiteY4" fmla="*/ 464891 h 464891"/>
              <a:gd name="connsiteX5" fmla="*/ 19 w 389710"/>
              <a:gd name="connsiteY5" fmla="*/ 249534 h 464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9710" h="464891">
                <a:moveTo>
                  <a:pt x="0" y="249553"/>
                </a:moveTo>
                <a:cubicBezTo>
                  <a:pt x="0" y="249553"/>
                  <a:pt x="95721" y="109395"/>
                  <a:pt x="123069" y="95721"/>
                </a:cubicBezTo>
                <a:cubicBezTo>
                  <a:pt x="150418" y="82046"/>
                  <a:pt x="389711" y="0"/>
                  <a:pt x="389711" y="0"/>
                </a:cubicBezTo>
                <a:lnTo>
                  <a:pt x="335013" y="331580"/>
                </a:lnTo>
                <a:lnTo>
                  <a:pt x="92307" y="464891"/>
                </a:lnTo>
                <a:lnTo>
                  <a:pt x="19" y="249534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3" name="任意多边形: 形状 42"/>
          <p:cNvSpPr/>
          <p:nvPr userDrawn="1">
            <p:custDataLst>
              <p:tags r:id="rId33"/>
            </p:custDataLst>
          </p:nvPr>
        </p:nvSpPr>
        <p:spPr>
          <a:xfrm flipH="1">
            <a:off x="7304749" y="4021143"/>
            <a:ext cx="1436488" cy="806356"/>
          </a:xfrm>
          <a:custGeom>
            <a:avLst/>
            <a:gdLst>
              <a:gd name="connsiteX0" fmla="*/ 1357067 w 1436488"/>
              <a:gd name="connsiteY0" fmla="*/ 0 h 806356"/>
              <a:gd name="connsiteX1" fmla="*/ 195982 w 1436488"/>
              <a:gd name="connsiteY1" fmla="*/ 0 h 806356"/>
              <a:gd name="connsiteX2" fmla="*/ 117838 w 1436488"/>
              <a:gd name="connsiteY2" fmla="*/ 65333 h 806356"/>
              <a:gd name="connsiteX3" fmla="*/ 1277 w 1436488"/>
              <a:gd name="connsiteY3" fmla="*/ 712906 h 806356"/>
              <a:gd name="connsiteX4" fmla="*/ 79422 w 1436488"/>
              <a:gd name="connsiteY4" fmla="*/ 806356 h 806356"/>
              <a:gd name="connsiteX5" fmla="*/ 1240506 w 1436488"/>
              <a:gd name="connsiteY5" fmla="*/ 806356 h 806356"/>
              <a:gd name="connsiteX6" fmla="*/ 1318651 w 1436488"/>
              <a:gd name="connsiteY6" fmla="*/ 741023 h 806356"/>
              <a:gd name="connsiteX7" fmla="*/ 1435211 w 1436488"/>
              <a:gd name="connsiteY7" fmla="*/ 93451 h 806356"/>
              <a:gd name="connsiteX8" fmla="*/ 1357067 w 1436488"/>
              <a:gd name="connsiteY8" fmla="*/ 0 h 806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36488" h="806356">
                <a:moveTo>
                  <a:pt x="1357067" y="0"/>
                </a:moveTo>
                <a:lnTo>
                  <a:pt x="195982" y="0"/>
                </a:lnTo>
                <a:cubicBezTo>
                  <a:pt x="157566" y="0"/>
                  <a:pt x="124647" y="27518"/>
                  <a:pt x="117838" y="65333"/>
                </a:cubicBezTo>
                <a:lnTo>
                  <a:pt x="1277" y="712906"/>
                </a:lnTo>
                <a:cubicBezTo>
                  <a:pt x="-7483" y="761601"/>
                  <a:pt x="29939" y="806356"/>
                  <a:pt x="79422" y="806356"/>
                </a:cubicBezTo>
                <a:lnTo>
                  <a:pt x="1240506" y="806356"/>
                </a:lnTo>
                <a:cubicBezTo>
                  <a:pt x="1278922" y="806356"/>
                  <a:pt x="1311842" y="778839"/>
                  <a:pt x="1318651" y="741023"/>
                </a:cubicBezTo>
                <a:lnTo>
                  <a:pt x="1435211" y="93451"/>
                </a:lnTo>
                <a:cubicBezTo>
                  <a:pt x="1443971" y="44756"/>
                  <a:pt x="1406549" y="0"/>
                  <a:pt x="1357067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4" name="任意多边形: 形状 43"/>
          <p:cNvSpPr/>
          <p:nvPr userDrawn="1">
            <p:custDataLst>
              <p:tags r:id="rId34"/>
            </p:custDataLst>
          </p:nvPr>
        </p:nvSpPr>
        <p:spPr>
          <a:xfrm flipH="1">
            <a:off x="7270244" y="4021143"/>
            <a:ext cx="1436488" cy="806356"/>
          </a:xfrm>
          <a:custGeom>
            <a:avLst/>
            <a:gdLst>
              <a:gd name="connsiteX0" fmla="*/ 1357067 w 1436488"/>
              <a:gd name="connsiteY0" fmla="*/ 0 h 806356"/>
              <a:gd name="connsiteX1" fmla="*/ 195982 w 1436488"/>
              <a:gd name="connsiteY1" fmla="*/ 0 h 806356"/>
              <a:gd name="connsiteX2" fmla="*/ 117837 w 1436488"/>
              <a:gd name="connsiteY2" fmla="*/ 65333 h 806356"/>
              <a:gd name="connsiteX3" fmla="*/ 1277 w 1436488"/>
              <a:gd name="connsiteY3" fmla="*/ 712906 h 806356"/>
              <a:gd name="connsiteX4" fmla="*/ 79422 w 1436488"/>
              <a:gd name="connsiteY4" fmla="*/ 806356 h 806356"/>
              <a:gd name="connsiteX5" fmla="*/ 1240506 w 1436488"/>
              <a:gd name="connsiteY5" fmla="*/ 806356 h 806356"/>
              <a:gd name="connsiteX6" fmla="*/ 1318651 w 1436488"/>
              <a:gd name="connsiteY6" fmla="*/ 741023 h 806356"/>
              <a:gd name="connsiteX7" fmla="*/ 1435211 w 1436488"/>
              <a:gd name="connsiteY7" fmla="*/ 93451 h 806356"/>
              <a:gd name="connsiteX8" fmla="*/ 1357067 w 1436488"/>
              <a:gd name="connsiteY8" fmla="*/ 0 h 806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36488" h="806356">
                <a:moveTo>
                  <a:pt x="1357067" y="0"/>
                </a:moveTo>
                <a:lnTo>
                  <a:pt x="195982" y="0"/>
                </a:lnTo>
                <a:cubicBezTo>
                  <a:pt x="157566" y="0"/>
                  <a:pt x="124646" y="27518"/>
                  <a:pt x="117837" y="65333"/>
                </a:cubicBezTo>
                <a:lnTo>
                  <a:pt x="1277" y="712906"/>
                </a:lnTo>
                <a:cubicBezTo>
                  <a:pt x="-7483" y="761601"/>
                  <a:pt x="29939" y="806356"/>
                  <a:pt x="79422" y="806356"/>
                </a:cubicBezTo>
                <a:lnTo>
                  <a:pt x="1240506" y="806356"/>
                </a:lnTo>
                <a:cubicBezTo>
                  <a:pt x="1278922" y="806356"/>
                  <a:pt x="1311842" y="778839"/>
                  <a:pt x="1318651" y="741023"/>
                </a:cubicBezTo>
                <a:lnTo>
                  <a:pt x="1435211" y="93451"/>
                </a:lnTo>
                <a:cubicBezTo>
                  <a:pt x="1443971" y="44756"/>
                  <a:pt x="1406549" y="0"/>
                  <a:pt x="1357067" y="0"/>
                </a:cubicBezTo>
                <a:close/>
              </a:path>
            </a:pathLst>
          </a:custGeom>
          <a:solidFill>
            <a:schemeClr val="accent1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5" name="任意多边形: 形状 44"/>
          <p:cNvSpPr/>
          <p:nvPr userDrawn="1">
            <p:custDataLst>
              <p:tags r:id="rId35"/>
            </p:custDataLst>
          </p:nvPr>
        </p:nvSpPr>
        <p:spPr>
          <a:xfrm flipH="1">
            <a:off x="8295528" y="4250571"/>
            <a:ext cx="600599" cy="502329"/>
          </a:xfrm>
          <a:custGeom>
            <a:avLst/>
            <a:gdLst>
              <a:gd name="connsiteX0" fmla="*/ 0 w 600599"/>
              <a:gd name="connsiteY0" fmla="*/ 255009 h 502329"/>
              <a:gd name="connsiteX1" fmla="*/ 270055 w 600599"/>
              <a:gd name="connsiteY1" fmla="*/ 84089 h 502329"/>
              <a:gd name="connsiteX2" fmla="*/ 596589 w 600599"/>
              <a:gd name="connsiteY2" fmla="*/ 5250 h 502329"/>
              <a:gd name="connsiteX3" fmla="*/ 436511 w 600599"/>
              <a:gd name="connsiteY3" fmla="*/ 142857 h 502329"/>
              <a:gd name="connsiteX4" fmla="*/ 387741 w 600599"/>
              <a:gd name="connsiteY4" fmla="*/ 304754 h 502329"/>
              <a:gd name="connsiteX5" fmla="*/ 57399 w 600599"/>
              <a:gd name="connsiteY5" fmla="*/ 502329 h 502329"/>
              <a:gd name="connsiteX6" fmla="*/ 0 w 600599"/>
              <a:gd name="connsiteY6" fmla="*/ 255028 h 50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0599" h="502329">
                <a:moveTo>
                  <a:pt x="0" y="255009"/>
                </a:moveTo>
                <a:lnTo>
                  <a:pt x="270055" y="84089"/>
                </a:lnTo>
                <a:cubicBezTo>
                  <a:pt x="270055" y="84089"/>
                  <a:pt x="581640" y="-24819"/>
                  <a:pt x="596589" y="5250"/>
                </a:cubicBezTo>
                <a:cubicBezTo>
                  <a:pt x="630653" y="73753"/>
                  <a:pt x="436511" y="142857"/>
                  <a:pt x="436511" y="142857"/>
                </a:cubicBezTo>
                <a:cubicBezTo>
                  <a:pt x="436511" y="142857"/>
                  <a:pt x="426401" y="260580"/>
                  <a:pt x="387741" y="304754"/>
                </a:cubicBezTo>
                <a:cubicBezTo>
                  <a:pt x="349081" y="348929"/>
                  <a:pt x="148055" y="496964"/>
                  <a:pt x="57399" y="502329"/>
                </a:cubicBezTo>
                <a:lnTo>
                  <a:pt x="0" y="255028"/>
                </a:lnTo>
                <a:close/>
              </a:path>
            </a:pathLst>
          </a:custGeom>
          <a:solidFill>
            <a:srgbClr val="F9C3B5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6" name="任意多边形: 形状 45"/>
          <p:cNvSpPr/>
          <p:nvPr userDrawn="1">
            <p:custDataLst>
              <p:tags r:id="rId36"/>
            </p:custDataLst>
          </p:nvPr>
        </p:nvSpPr>
        <p:spPr>
          <a:xfrm flipH="1">
            <a:off x="8751675" y="2745062"/>
            <a:ext cx="2414888" cy="2445281"/>
          </a:xfrm>
          <a:custGeom>
            <a:avLst/>
            <a:gdLst>
              <a:gd name="connsiteX0" fmla="*/ 1241724 w 2414888"/>
              <a:gd name="connsiteY0" fmla="*/ 119031 h 2445281"/>
              <a:gd name="connsiteX1" fmla="*/ 1180405 w 2414888"/>
              <a:gd name="connsiteY1" fmla="*/ 2020 h 2445281"/>
              <a:gd name="connsiteX2" fmla="*/ 580383 w 2414888"/>
              <a:gd name="connsiteY2" fmla="*/ 426995 h 2445281"/>
              <a:gd name="connsiteX3" fmla="*/ 86905 w 2414888"/>
              <a:gd name="connsiteY3" fmla="*/ 2380817 h 2445281"/>
              <a:gd name="connsiteX4" fmla="*/ 2414889 w 2414888"/>
              <a:gd name="connsiteY4" fmla="*/ 2027478 h 2445281"/>
              <a:gd name="connsiteX5" fmla="*/ 2319412 w 2414888"/>
              <a:gd name="connsiteY5" fmla="*/ 1620285 h 2445281"/>
              <a:gd name="connsiteX6" fmla="*/ 794127 w 2414888"/>
              <a:gd name="connsiteY6" fmla="*/ 1824800 h 2445281"/>
              <a:gd name="connsiteX7" fmla="*/ 1241724 w 2414888"/>
              <a:gd name="connsiteY7" fmla="*/ 119031 h 2445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14888" h="2445281">
                <a:moveTo>
                  <a:pt x="1241724" y="119031"/>
                </a:moveTo>
                <a:cubicBezTo>
                  <a:pt x="1235872" y="32276"/>
                  <a:pt x="1180405" y="2020"/>
                  <a:pt x="1180405" y="2020"/>
                </a:cubicBezTo>
                <a:cubicBezTo>
                  <a:pt x="1180405" y="2020"/>
                  <a:pt x="812754" y="-54234"/>
                  <a:pt x="580383" y="426995"/>
                </a:cubicBezTo>
                <a:cubicBezTo>
                  <a:pt x="326891" y="951967"/>
                  <a:pt x="-209486" y="2120159"/>
                  <a:pt x="86905" y="2380817"/>
                </a:cubicBezTo>
                <a:cubicBezTo>
                  <a:pt x="383296" y="2641474"/>
                  <a:pt x="2414889" y="2027478"/>
                  <a:pt x="2414889" y="2027478"/>
                </a:cubicBezTo>
                <a:lnTo>
                  <a:pt x="2319412" y="1620285"/>
                </a:lnTo>
                <a:cubicBezTo>
                  <a:pt x="2319412" y="1620285"/>
                  <a:pt x="1302237" y="1557709"/>
                  <a:pt x="794127" y="1824800"/>
                </a:cubicBezTo>
                <a:cubicBezTo>
                  <a:pt x="794127" y="1824800"/>
                  <a:pt x="1294208" y="897457"/>
                  <a:pt x="1241724" y="119031"/>
                </a:cubicBezTo>
                <a:close/>
              </a:path>
            </a:pathLst>
          </a:custGeom>
          <a:solidFill>
            <a:srgbClr val="FFFFFF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7" name="任意多边形: 形状 46"/>
          <p:cNvSpPr/>
          <p:nvPr userDrawn="1">
            <p:custDataLst>
              <p:tags r:id="rId37"/>
            </p:custDataLst>
          </p:nvPr>
        </p:nvSpPr>
        <p:spPr>
          <a:xfrm flipH="1">
            <a:off x="10620637" y="4562903"/>
            <a:ext cx="545356" cy="625106"/>
          </a:xfrm>
          <a:custGeom>
            <a:avLst/>
            <a:gdLst>
              <a:gd name="connsiteX0" fmla="*/ 529674 w 545356"/>
              <a:gd name="connsiteY0" fmla="*/ 619173 h 625106"/>
              <a:gd name="connsiteX1" fmla="*/ 535039 w 545356"/>
              <a:gd name="connsiteY1" fmla="*/ 395319 h 625106"/>
              <a:gd name="connsiteX2" fmla="*/ 38203 w 545356"/>
              <a:gd name="connsiteY2" fmla="*/ 150 h 625106"/>
              <a:gd name="connsiteX3" fmla="*/ 86916 w 545356"/>
              <a:gd name="connsiteY3" fmla="*/ 560649 h 625106"/>
              <a:gd name="connsiteX4" fmla="*/ 529693 w 545356"/>
              <a:gd name="connsiteY4" fmla="*/ 619173 h 625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356" h="625106">
                <a:moveTo>
                  <a:pt x="529674" y="619173"/>
                </a:moveTo>
                <a:cubicBezTo>
                  <a:pt x="548019" y="548175"/>
                  <a:pt x="550870" y="471982"/>
                  <a:pt x="535039" y="395319"/>
                </a:cubicBezTo>
                <a:cubicBezTo>
                  <a:pt x="485837" y="157040"/>
                  <a:pt x="273124" y="-5646"/>
                  <a:pt x="38203" y="150"/>
                </a:cubicBezTo>
                <a:cubicBezTo>
                  <a:pt x="-18577" y="256193"/>
                  <a:pt x="-19590" y="466992"/>
                  <a:pt x="86916" y="560649"/>
                </a:cubicBezTo>
                <a:cubicBezTo>
                  <a:pt x="156039" y="621443"/>
                  <a:pt x="319569" y="634648"/>
                  <a:pt x="529693" y="61917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8" name="任意多边形: 形状 47"/>
          <p:cNvSpPr/>
          <p:nvPr userDrawn="1">
            <p:custDataLst>
              <p:tags r:id="rId38"/>
            </p:custDataLst>
          </p:nvPr>
        </p:nvSpPr>
        <p:spPr>
          <a:xfrm flipH="1">
            <a:off x="7865973" y="4344207"/>
            <a:ext cx="183112" cy="183112"/>
          </a:xfrm>
          <a:custGeom>
            <a:avLst/>
            <a:gdLst>
              <a:gd name="connsiteX0" fmla="*/ 183113 w 183112"/>
              <a:gd name="connsiteY0" fmla="*/ 91556 h 183112"/>
              <a:gd name="connsiteX1" fmla="*/ 91556 w 183112"/>
              <a:gd name="connsiteY1" fmla="*/ 183113 h 183112"/>
              <a:gd name="connsiteX2" fmla="*/ 0 w 183112"/>
              <a:gd name="connsiteY2" fmla="*/ 91556 h 183112"/>
              <a:gd name="connsiteX3" fmla="*/ 91556 w 183112"/>
              <a:gd name="connsiteY3" fmla="*/ 0 h 183112"/>
              <a:gd name="connsiteX4" fmla="*/ 183113 w 183112"/>
              <a:gd name="connsiteY4" fmla="*/ 91556 h 183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3112" h="183112">
                <a:moveTo>
                  <a:pt x="183113" y="91556"/>
                </a:moveTo>
                <a:cubicBezTo>
                  <a:pt x="183113" y="142122"/>
                  <a:pt x="142122" y="183113"/>
                  <a:pt x="91556" y="183113"/>
                </a:cubicBezTo>
                <a:cubicBezTo>
                  <a:pt x="40991" y="183113"/>
                  <a:pt x="0" y="142122"/>
                  <a:pt x="0" y="91556"/>
                </a:cubicBezTo>
                <a:cubicBezTo>
                  <a:pt x="0" y="40991"/>
                  <a:pt x="40991" y="0"/>
                  <a:pt x="91556" y="0"/>
                </a:cubicBezTo>
                <a:cubicBezTo>
                  <a:pt x="142122" y="0"/>
                  <a:pt x="183113" y="40991"/>
                  <a:pt x="183113" y="91556"/>
                </a:cubicBezTo>
                <a:close/>
              </a:path>
            </a:pathLst>
          </a:custGeom>
          <a:solidFill>
            <a:srgbClr val="FFFFFF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9" name="任意多边形: 形状 48"/>
          <p:cNvSpPr/>
          <p:nvPr userDrawn="1">
            <p:custDataLst>
              <p:tags r:id="rId39"/>
            </p:custDataLst>
          </p:nvPr>
        </p:nvSpPr>
        <p:spPr>
          <a:xfrm flipH="1">
            <a:off x="9345844" y="2361892"/>
            <a:ext cx="190728" cy="190728"/>
          </a:xfrm>
          <a:custGeom>
            <a:avLst/>
            <a:gdLst>
              <a:gd name="connsiteX0" fmla="*/ 190729 w 190728"/>
              <a:gd name="connsiteY0" fmla="*/ 95364 h 190728"/>
              <a:gd name="connsiteX1" fmla="*/ 95364 w 190728"/>
              <a:gd name="connsiteY1" fmla="*/ 190728 h 190728"/>
              <a:gd name="connsiteX2" fmla="*/ 0 w 190728"/>
              <a:gd name="connsiteY2" fmla="*/ 95364 h 190728"/>
              <a:gd name="connsiteX3" fmla="*/ 95364 w 190728"/>
              <a:gd name="connsiteY3" fmla="*/ 0 h 190728"/>
              <a:gd name="connsiteX4" fmla="*/ 190729 w 190728"/>
              <a:gd name="connsiteY4" fmla="*/ 95364 h 190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28" h="190728">
                <a:moveTo>
                  <a:pt x="190729" y="95364"/>
                </a:moveTo>
                <a:cubicBezTo>
                  <a:pt x="190729" y="148032"/>
                  <a:pt x="148033" y="190728"/>
                  <a:pt x="95364" y="190728"/>
                </a:cubicBezTo>
                <a:cubicBezTo>
                  <a:pt x="42696" y="190728"/>
                  <a:pt x="0" y="148032"/>
                  <a:pt x="0" y="95364"/>
                </a:cubicBezTo>
                <a:cubicBezTo>
                  <a:pt x="0" y="42696"/>
                  <a:pt x="42696" y="0"/>
                  <a:pt x="95364" y="0"/>
                </a:cubicBezTo>
                <a:cubicBezTo>
                  <a:pt x="148033" y="0"/>
                  <a:pt x="190729" y="42696"/>
                  <a:pt x="190729" y="95364"/>
                </a:cubicBezTo>
                <a:close/>
              </a:path>
            </a:pathLst>
          </a:custGeom>
          <a:solidFill>
            <a:srgbClr val="F06A45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0" name="任意多边形: 形状 49"/>
          <p:cNvSpPr/>
          <p:nvPr userDrawn="1">
            <p:custDataLst>
              <p:tags r:id="rId40"/>
            </p:custDataLst>
          </p:nvPr>
        </p:nvSpPr>
        <p:spPr>
          <a:xfrm rot="5024401" flipH="1">
            <a:off x="9027496" y="2315138"/>
            <a:ext cx="116035" cy="53947"/>
          </a:xfrm>
          <a:custGeom>
            <a:avLst/>
            <a:gdLst>
              <a:gd name="connsiteX0" fmla="*/ 116035 w 116035"/>
              <a:gd name="connsiteY0" fmla="*/ 26974 h 53947"/>
              <a:gd name="connsiteX1" fmla="*/ 58017 w 116035"/>
              <a:gd name="connsiteY1" fmla="*/ 53947 h 53947"/>
              <a:gd name="connsiteX2" fmla="*/ 0 w 116035"/>
              <a:gd name="connsiteY2" fmla="*/ 26974 h 53947"/>
              <a:gd name="connsiteX3" fmla="*/ 58017 w 116035"/>
              <a:gd name="connsiteY3" fmla="*/ 0 h 53947"/>
              <a:gd name="connsiteX4" fmla="*/ 116035 w 116035"/>
              <a:gd name="connsiteY4" fmla="*/ 26974 h 53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035" h="53947">
                <a:moveTo>
                  <a:pt x="116035" y="26974"/>
                </a:moveTo>
                <a:cubicBezTo>
                  <a:pt x="116035" y="41871"/>
                  <a:pt x="90060" y="53947"/>
                  <a:pt x="58017" y="53947"/>
                </a:cubicBezTo>
                <a:cubicBezTo>
                  <a:pt x="25975" y="53947"/>
                  <a:pt x="0" y="41871"/>
                  <a:pt x="0" y="26974"/>
                </a:cubicBezTo>
                <a:cubicBezTo>
                  <a:pt x="0" y="12076"/>
                  <a:pt x="25975" y="0"/>
                  <a:pt x="58017" y="0"/>
                </a:cubicBezTo>
                <a:cubicBezTo>
                  <a:pt x="90060" y="0"/>
                  <a:pt x="116035" y="12076"/>
                  <a:pt x="116035" y="26974"/>
                </a:cubicBezTo>
                <a:close/>
              </a:path>
            </a:pathLst>
          </a:custGeom>
          <a:solidFill>
            <a:srgbClr val="000000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1" name="任意多边形: 形状 50"/>
          <p:cNvSpPr/>
          <p:nvPr userDrawn="1">
            <p:custDataLst>
              <p:tags r:id="rId41"/>
            </p:custDataLst>
          </p:nvPr>
        </p:nvSpPr>
        <p:spPr>
          <a:xfrm rot="5172000" flipH="1">
            <a:off x="9265279" y="2298459"/>
            <a:ext cx="109057" cy="52296"/>
          </a:xfrm>
          <a:custGeom>
            <a:avLst/>
            <a:gdLst>
              <a:gd name="connsiteX0" fmla="*/ 109057 w 109057"/>
              <a:gd name="connsiteY0" fmla="*/ 26148 h 52296"/>
              <a:gd name="connsiteX1" fmla="*/ 54529 w 109057"/>
              <a:gd name="connsiteY1" fmla="*/ 52296 h 52296"/>
              <a:gd name="connsiteX2" fmla="*/ 0 w 109057"/>
              <a:gd name="connsiteY2" fmla="*/ 26148 h 52296"/>
              <a:gd name="connsiteX3" fmla="*/ 54529 w 109057"/>
              <a:gd name="connsiteY3" fmla="*/ 0 h 52296"/>
              <a:gd name="connsiteX4" fmla="*/ 109057 w 109057"/>
              <a:gd name="connsiteY4" fmla="*/ 26148 h 52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057" h="52296">
                <a:moveTo>
                  <a:pt x="109057" y="26148"/>
                </a:moveTo>
                <a:cubicBezTo>
                  <a:pt x="109057" y="40590"/>
                  <a:pt x="84644" y="52296"/>
                  <a:pt x="54529" y="52296"/>
                </a:cubicBezTo>
                <a:cubicBezTo>
                  <a:pt x="24413" y="52296"/>
                  <a:pt x="0" y="40590"/>
                  <a:pt x="0" y="26148"/>
                </a:cubicBezTo>
                <a:cubicBezTo>
                  <a:pt x="0" y="11707"/>
                  <a:pt x="24413" y="0"/>
                  <a:pt x="54529" y="0"/>
                </a:cubicBezTo>
                <a:cubicBezTo>
                  <a:pt x="84644" y="0"/>
                  <a:pt x="109057" y="11707"/>
                  <a:pt x="109057" y="26148"/>
                </a:cubicBezTo>
                <a:close/>
              </a:path>
            </a:pathLst>
          </a:custGeom>
          <a:solidFill>
            <a:srgbClr val="000000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2" name="任意多边形: 形状 51"/>
          <p:cNvSpPr/>
          <p:nvPr userDrawn="1">
            <p:custDataLst>
              <p:tags r:id="rId42"/>
            </p:custDataLst>
          </p:nvPr>
        </p:nvSpPr>
        <p:spPr>
          <a:xfrm flipH="1">
            <a:off x="9163073" y="2320944"/>
            <a:ext cx="72073" cy="143449"/>
          </a:xfrm>
          <a:custGeom>
            <a:avLst/>
            <a:gdLst>
              <a:gd name="connsiteX0" fmla="*/ 17793 w 72073"/>
              <a:gd name="connsiteY0" fmla="*/ 0 h 143449"/>
              <a:gd name="connsiteX1" fmla="*/ 17868 w 72073"/>
              <a:gd name="connsiteY1" fmla="*/ 132411 h 143449"/>
              <a:gd name="connsiteX2" fmla="*/ 60129 w 72073"/>
              <a:gd name="connsiteY2" fmla="*/ 140120 h 143449"/>
              <a:gd name="connsiteX3" fmla="*/ 72003 w 72073"/>
              <a:gd name="connsiteY3" fmla="*/ 116579 h 143449"/>
              <a:gd name="connsiteX4" fmla="*/ 48274 w 72073"/>
              <a:gd name="connsiteY4" fmla="*/ 81258 h 143449"/>
              <a:gd name="connsiteX5" fmla="*/ 40715 w 72073"/>
              <a:gd name="connsiteY5" fmla="*/ 57868 h 143449"/>
              <a:gd name="connsiteX6" fmla="*/ 50018 w 72073"/>
              <a:gd name="connsiteY6" fmla="*/ 2926 h 143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073" h="143449">
                <a:moveTo>
                  <a:pt x="17793" y="0"/>
                </a:moveTo>
                <a:cubicBezTo>
                  <a:pt x="-5054" y="60175"/>
                  <a:pt x="-6817" y="113259"/>
                  <a:pt x="17868" y="132411"/>
                </a:cubicBezTo>
                <a:cubicBezTo>
                  <a:pt x="25896" y="138638"/>
                  <a:pt x="46342" y="148730"/>
                  <a:pt x="60129" y="140120"/>
                </a:cubicBezTo>
                <a:cubicBezTo>
                  <a:pt x="67501" y="135524"/>
                  <a:pt x="72753" y="125733"/>
                  <a:pt x="72003" y="116579"/>
                </a:cubicBezTo>
                <a:cubicBezTo>
                  <a:pt x="70933" y="103505"/>
                  <a:pt x="58366" y="100823"/>
                  <a:pt x="48274" y="81258"/>
                </a:cubicBezTo>
                <a:cubicBezTo>
                  <a:pt x="43303" y="71636"/>
                  <a:pt x="41765" y="63382"/>
                  <a:pt x="40715" y="57868"/>
                </a:cubicBezTo>
                <a:cubicBezTo>
                  <a:pt x="40715" y="57868"/>
                  <a:pt x="35106" y="26955"/>
                  <a:pt x="50018" y="2926"/>
                </a:cubicBezTo>
              </a:path>
            </a:pathLst>
          </a:custGeom>
          <a:gradFill>
            <a:gsLst>
              <a:gs pos="15000">
                <a:srgbClr val="F06A45"/>
              </a:gs>
              <a:gs pos="100000">
                <a:srgbClr val="F06A45">
                  <a:alpha val="0"/>
                </a:srgbClr>
              </a:gs>
            </a:gsLst>
            <a:lin ang="16200000" scaled="1"/>
          </a:gra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3" name="任意多边形: 形状 52"/>
          <p:cNvSpPr/>
          <p:nvPr userDrawn="1">
            <p:custDataLst>
              <p:tags r:id="rId43"/>
            </p:custDataLst>
          </p:nvPr>
        </p:nvSpPr>
        <p:spPr>
          <a:xfrm flipH="1">
            <a:off x="9022169" y="2234165"/>
            <a:ext cx="124796" cy="28796"/>
          </a:xfrm>
          <a:custGeom>
            <a:avLst/>
            <a:gdLst>
              <a:gd name="connsiteX0" fmla="*/ 123961 w 124796"/>
              <a:gd name="connsiteY0" fmla="*/ 17150 h 28796"/>
              <a:gd name="connsiteX1" fmla="*/ 122179 w 124796"/>
              <a:gd name="connsiteY1" fmla="*/ 21277 h 28796"/>
              <a:gd name="connsiteX2" fmla="*/ 75885 w 124796"/>
              <a:gd name="connsiteY2" fmla="*/ 15068 h 28796"/>
              <a:gd name="connsiteX3" fmla="*/ 2748 w 124796"/>
              <a:gd name="connsiteY3" fmla="*/ 26998 h 28796"/>
              <a:gd name="connsiteX4" fmla="*/ 65137 w 124796"/>
              <a:gd name="connsiteY4" fmla="*/ 756 h 28796"/>
              <a:gd name="connsiteX5" fmla="*/ 123942 w 124796"/>
              <a:gd name="connsiteY5" fmla="*/ 17150 h 28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4796" h="28796">
                <a:moveTo>
                  <a:pt x="123961" y="17150"/>
                </a:moveTo>
                <a:cubicBezTo>
                  <a:pt x="125780" y="18632"/>
                  <a:pt x="124373" y="21952"/>
                  <a:pt x="122179" y="21277"/>
                </a:cubicBezTo>
                <a:cubicBezTo>
                  <a:pt x="110418" y="17601"/>
                  <a:pt x="91097" y="12799"/>
                  <a:pt x="75885" y="15068"/>
                </a:cubicBezTo>
                <a:cubicBezTo>
                  <a:pt x="52400" y="18557"/>
                  <a:pt x="8319" y="33995"/>
                  <a:pt x="2748" y="26998"/>
                </a:cubicBezTo>
                <a:cubicBezTo>
                  <a:pt x="-8506" y="12855"/>
                  <a:pt x="15297" y="4189"/>
                  <a:pt x="65137" y="756"/>
                </a:cubicBezTo>
                <a:cubicBezTo>
                  <a:pt x="76654" y="-32"/>
                  <a:pt x="98075" y="-3746"/>
                  <a:pt x="123942" y="17150"/>
                </a:cubicBezTo>
                <a:close/>
              </a:path>
            </a:pathLst>
          </a:custGeom>
          <a:solidFill>
            <a:srgbClr val="000000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4" name="任意多边形: 形状 53"/>
          <p:cNvSpPr/>
          <p:nvPr userDrawn="1">
            <p:custDataLst>
              <p:tags r:id="rId44"/>
            </p:custDataLst>
          </p:nvPr>
        </p:nvSpPr>
        <p:spPr>
          <a:xfrm flipH="1">
            <a:off x="9029346" y="2299560"/>
            <a:ext cx="61712" cy="24516"/>
          </a:xfrm>
          <a:custGeom>
            <a:avLst/>
            <a:gdLst>
              <a:gd name="connsiteX0" fmla="*/ 61619 w 61712"/>
              <a:gd name="connsiteY0" fmla="*/ 3189 h 24516"/>
              <a:gd name="connsiteX1" fmla="*/ 3358 w 61712"/>
              <a:gd name="connsiteY1" fmla="*/ 21440 h 24516"/>
              <a:gd name="connsiteX2" fmla="*/ 244 w 61712"/>
              <a:gd name="connsiteY2" fmla="*/ 24516 h 24516"/>
              <a:gd name="connsiteX3" fmla="*/ 0 w 61712"/>
              <a:gd name="connsiteY3" fmla="*/ 24347 h 24516"/>
              <a:gd name="connsiteX4" fmla="*/ 4933 w 61712"/>
              <a:gd name="connsiteY4" fmla="*/ 17032 h 24516"/>
              <a:gd name="connsiteX5" fmla="*/ 26974 w 61712"/>
              <a:gd name="connsiteY5" fmla="*/ 2513 h 24516"/>
              <a:gd name="connsiteX6" fmla="*/ 61713 w 61712"/>
              <a:gd name="connsiteY6" fmla="*/ 2945 h 24516"/>
              <a:gd name="connsiteX7" fmla="*/ 61619 w 61712"/>
              <a:gd name="connsiteY7" fmla="*/ 3226 h 24516"/>
              <a:gd name="connsiteX8" fmla="*/ 61619 w 61712"/>
              <a:gd name="connsiteY8" fmla="*/ 3226 h 24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712" h="24516">
                <a:moveTo>
                  <a:pt x="61619" y="3189"/>
                </a:moveTo>
                <a:cubicBezTo>
                  <a:pt x="39504" y="-2551"/>
                  <a:pt x="18664" y="5083"/>
                  <a:pt x="3358" y="21440"/>
                </a:cubicBezTo>
                <a:cubicBezTo>
                  <a:pt x="2326" y="22453"/>
                  <a:pt x="1332" y="23503"/>
                  <a:pt x="244" y="24516"/>
                </a:cubicBezTo>
                <a:lnTo>
                  <a:pt x="0" y="24347"/>
                </a:lnTo>
                <a:cubicBezTo>
                  <a:pt x="1519" y="21871"/>
                  <a:pt x="3020" y="19283"/>
                  <a:pt x="4933" y="17032"/>
                </a:cubicBezTo>
                <a:cubicBezTo>
                  <a:pt x="10504" y="10073"/>
                  <a:pt x="18401" y="4952"/>
                  <a:pt x="26974" y="2513"/>
                </a:cubicBezTo>
                <a:cubicBezTo>
                  <a:pt x="38247" y="-1051"/>
                  <a:pt x="50571" y="-750"/>
                  <a:pt x="61713" y="2945"/>
                </a:cubicBezTo>
                <a:cubicBezTo>
                  <a:pt x="61713" y="2945"/>
                  <a:pt x="61619" y="3226"/>
                  <a:pt x="61619" y="3226"/>
                </a:cubicBezTo>
                <a:lnTo>
                  <a:pt x="61619" y="3226"/>
                </a:lnTo>
                <a:close/>
              </a:path>
            </a:pathLst>
          </a:custGeom>
          <a:solidFill>
            <a:srgbClr val="000000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5" name="任意多边形: 形状 54"/>
          <p:cNvSpPr/>
          <p:nvPr userDrawn="1">
            <p:custDataLst>
              <p:tags r:id="rId45"/>
            </p:custDataLst>
          </p:nvPr>
        </p:nvSpPr>
        <p:spPr>
          <a:xfrm flipH="1">
            <a:off x="9272695" y="2192210"/>
            <a:ext cx="146344" cy="51223"/>
          </a:xfrm>
          <a:custGeom>
            <a:avLst/>
            <a:gdLst>
              <a:gd name="connsiteX0" fmla="*/ 1541 w 146344"/>
              <a:gd name="connsiteY0" fmla="*/ 8028 h 51223"/>
              <a:gd name="connsiteX1" fmla="*/ 2535 w 146344"/>
              <a:gd name="connsiteY1" fmla="*/ 12774 h 51223"/>
              <a:gd name="connsiteX2" fmla="*/ 58527 w 146344"/>
              <a:gd name="connsiteY2" fmla="*/ 18626 h 51223"/>
              <a:gd name="connsiteX3" fmla="*/ 141192 w 146344"/>
              <a:gd name="connsiteY3" fmla="*/ 50439 h 51223"/>
              <a:gd name="connsiteX4" fmla="*/ 74940 w 146344"/>
              <a:gd name="connsiteY4" fmla="*/ 6621 h 51223"/>
              <a:gd name="connsiteX5" fmla="*/ 1560 w 146344"/>
              <a:gd name="connsiteY5" fmla="*/ 8010 h 51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6344" h="51223">
                <a:moveTo>
                  <a:pt x="1541" y="8028"/>
                </a:moveTo>
                <a:cubicBezTo>
                  <a:pt x="-991" y="9079"/>
                  <a:pt x="-222" y="12905"/>
                  <a:pt x="2535" y="12774"/>
                </a:cubicBezTo>
                <a:cubicBezTo>
                  <a:pt x="17297" y="12080"/>
                  <a:pt x="41289" y="12249"/>
                  <a:pt x="58527" y="18626"/>
                </a:cubicBezTo>
                <a:cubicBezTo>
                  <a:pt x="85163" y="28493"/>
                  <a:pt x="132807" y="56217"/>
                  <a:pt x="141192" y="50439"/>
                </a:cubicBezTo>
                <a:cubicBezTo>
                  <a:pt x="158149" y="38753"/>
                  <a:pt x="132526" y="23428"/>
                  <a:pt x="74940" y="6621"/>
                </a:cubicBezTo>
                <a:cubicBezTo>
                  <a:pt x="61641" y="2739"/>
                  <a:pt x="37481" y="-6809"/>
                  <a:pt x="1560" y="8010"/>
                </a:cubicBezTo>
                <a:close/>
              </a:path>
            </a:pathLst>
          </a:custGeom>
          <a:solidFill>
            <a:srgbClr val="000000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6" name="任意多边形: 形状 55"/>
          <p:cNvSpPr/>
          <p:nvPr userDrawn="1">
            <p:custDataLst>
              <p:tags r:id="rId46"/>
            </p:custDataLst>
          </p:nvPr>
        </p:nvSpPr>
        <p:spPr>
          <a:xfrm flipH="1">
            <a:off x="9314819" y="2264912"/>
            <a:ext cx="52465" cy="33954"/>
          </a:xfrm>
          <a:custGeom>
            <a:avLst/>
            <a:gdLst>
              <a:gd name="connsiteX0" fmla="*/ 0 w 52465"/>
              <a:gd name="connsiteY0" fmla="*/ 228 h 33954"/>
              <a:gd name="connsiteX1" fmla="*/ 52465 w 52465"/>
              <a:gd name="connsiteY1" fmla="*/ 33861 h 33954"/>
              <a:gd name="connsiteX2" fmla="*/ 52203 w 52465"/>
              <a:gd name="connsiteY2" fmla="*/ 33955 h 33954"/>
              <a:gd name="connsiteX3" fmla="*/ 47851 w 52465"/>
              <a:gd name="connsiteY3" fmla="*/ 26902 h 33954"/>
              <a:gd name="connsiteX4" fmla="*/ 0 w 52465"/>
              <a:gd name="connsiteY4" fmla="*/ 209 h 33954"/>
              <a:gd name="connsiteX5" fmla="*/ 0 w 52465"/>
              <a:gd name="connsiteY5" fmla="*/ 209 h 33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465" h="33954">
                <a:moveTo>
                  <a:pt x="0" y="228"/>
                </a:moveTo>
                <a:cubicBezTo>
                  <a:pt x="22322" y="-1910"/>
                  <a:pt x="46913" y="11108"/>
                  <a:pt x="52465" y="33861"/>
                </a:cubicBezTo>
                <a:cubicBezTo>
                  <a:pt x="52465" y="33861"/>
                  <a:pt x="52203" y="33955"/>
                  <a:pt x="52203" y="33955"/>
                </a:cubicBezTo>
                <a:cubicBezTo>
                  <a:pt x="50608" y="31666"/>
                  <a:pt x="49464" y="29153"/>
                  <a:pt x="47851" y="26902"/>
                </a:cubicBezTo>
                <a:cubicBezTo>
                  <a:pt x="35940" y="8913"/>
                  <a:pt x="20952" y="1129"/>
                  <a:pt x="0" y="209"/>
                </a:cubicBezTo>
                <a:lnTo>
                  <a:pt x="0" y="209"/>
                </a:lnTo>
                <a:close/>
              </a:path>
            </a:pathLst>
          </a:custGeom>
          <a:solidFill>
            <a:srgbClr val="000000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7" name="任意多边形: 形状 56"/>
          <p:cNvSpPr/>
          <p:nvPr userDrawn="1">
            <p:custDataLst>
              <p:tags r:id="rId47"/>
            </p:custDataLst>
          </p:nvPr>
        </p:nvSpPr>
        <p:spPr>
          <a:xfrm flipH="1">
            <a:off x="9190005" y="2489501"/>
            <a:ext cx="128190" cy="20953"/>
          </a:xfrm>
          <a:custGeom>
            <a:avLst/>
            <a:gdLst>
              <a:gd name="connsiteX0" fmla="*/ 0 w 128190"/>
              <a:gd name="connsiteY0" fmla="*/ 0 h 20953"/>
              <a:gd name="connsiteX1" fmla="*/ 66759 w 128190"/>
              <a:gd name="connsiteY1" fmla="*/ 20165 h 20953"/>
              <a:gd name="connsiteX2" fmla="*/ 128190 w 128190"/>
              <a:gd name="connsiteY2" fmla="*/ 15212 h 2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190" h="20953">
                <a:moveTo>
                  <a:pt x="0" y="0"/>
                </a:moveTo>
                <a:cubicBezTo>
                  <a:pt x="13374" y="7147"/>
                  <a:pt x="36427" y="17276"/>
                  <a:pt x="66759" y="20165"/>
                </a:cubicBezTo>
                <a:cubicBezTo>
                  <a:pt x="92870" y="22641"/>
                  <a:pt x="114366" y="18814"/>
                  <a:pt x="128190" y="15212"/>
                </a:cubicBezTo>
              </a:path>
            </a:pathLst>
          </a:custGeom>
          <a:noFill/>
          <a:ln w="209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8" name="任意多边形: 形状 57"/>
          <p:cNvSpPr/>
          <p:nvPr userDrawn="1">
            <p:custDataLst>
              <p:tags r:id="rId48"/>
            </p:custDataLst>
          </p:nvPr>
        </p:nvSpPr>
        <p:spPr>
          <a:xfrm flipH="1">
            <a:off x="9599768" y="2300370"/>
            <a:ext cx="94705" cy="69400"/>
          </a:xfrm>
          <a:custGeom>
            <a:avLst/>
            <a:gdLst>
              <a:gd name="connsiteX0" fmla="*/ 54 w 94705"/>
              <a:gd name="connsiteY0" fmla="*/ 12846 h 69400"/>
              <a:gd name="connsiteX1" fmla="*/ 46761 w 94705"/>
              <a:gd name="connsiteY1" fmla="*/ 4236 h 69400"/>
              <a:gd name="connsiteX2" fmla="*/ 60360 w 94705"/>
              <a:gd name="connsiteY2" fmla="*/ 14459 h 69400"/>
              <a:gd name="connsiteX3" fmla="*/ 80975 w 94705"/>
              <a:gd name="connsiteY3" fmla="*/ 39763 h 69400"/>
              <a:gd name="connsiteX4" fmla="*/ 94706 w 94705"/>
              <a:gd name="connsiteY4" fmla="*/ 69400 h 69400"/>
              <a:gd name="connsiteX5" fmla="*/ 78518 w 94705"/>
              <a:gd name="connsiteY5" fmla="*/ 41526 h 69400"/>
              <a:gd name="connsiteX6" fmla="*/ 57641 w 94705"/>
              <a:gd name="connsiteY6" fmla="*/ 17179 h 69400"/>
              <a:gd name="connsiteX7" fmla="*/ 45054 w 94705"/>
              <a:gd name="connsiteY7" fmla="*/ 7443 h 69400"/>
              <a:gd name="connsiteX8" fmla="*/ 317 w 94705"/>
              <a:gd name="connsiteY8" fmla="*/ 13165 h 69400"/>
              <a:gd name="connsiteX9" fmla="*/ 54 w 94705"/>
              <a:gd name="connsiteY9" fmla="*/ 12883 h 69400"/>
              <a:gd name="connsiteX10" fmla="*/ 54 w 94705"/>
              <a:gd name="connsiteY10" fmla="*/ 12883 h 6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05" h="69400">
                <a:moveTo>
                  <a:pt x="54" y="12846"/>
                </a:moveTo>
                <a:cubicBezTo>
                  <a:pt x="11684" y="391"/>
                  <a:pt x="31436" y="-4074"/>
                  <a:pt x="46761" y="4236"/>
                </a:cubicBezTo>
                <a:cubicBezTo>
                  <a:pt x="51919" y="6825"/>
                  <a:pt x="56440" y="10557"/>
                  <a:pt x="60360" y="14459"/>
                </a:cubicBezTo>
                <a:cubicBezTo>
                  <a:pt x="68014" y="22206"/>
                  <a:pt x="75048" y="30609"/>
                  <a:pt x="80975" y="39763"/>
                </a:cubicBezTo>
                <a:cubicBezTo>
                  <a:pt x="86734" y="48898"/>
                  <a:pt x="92417" y="58990"/>
                  <a:pt x="94706" y="69400"/>
                </a:cubicBezTo>
                <a:cubicBezTo>
                  <a:pt x="90242" y="59853"/>
                  <a:pt x="84896" y="50155"/>
                  <a:pt x="78518" y="41526"/>
                </a:cubicBezTo>
                <a:cubicBezTo>
                  <a:pt x="72253" y="32841"/>
                  <a:pt x="65219" y="24738"/>
                  <a:pt x="57641" y="17179"/>
                </a:cubicBezTo>
                <a:cubicBezTo>
                  <a:pt x="53908" y="13371"/>
                  <a:pt x="49781" y="9920"/>
                  <a:pt x="45054" y="7443"/>
                </a:cubicBezTo>
                <a:cubicBezTo>
                  <a:pt x="30798" y="-716"/>
                  <a:pt x="12585" y="2979"/>
                  <a:pt x="317" y="13165"/>
                </a:cubicBezTo>
                <a:cubicBezTo>
                  <a:pt x="148" y="13315"/>
                  <a:pt x="-114" y="13033"/>
                  <a:pt x="54" y="12883"/>
                </a:cubicBezTo>
                <a:lnTo>
                  <a:pt x="54" y="12883"/>
                </a:lnTo>
                <a:close/>
              </a:path>
            </a:pathLst>
          </a:custGeom>
          <a:solidFill>
            <a:srgbClr val="F06A45"/>
          </a:solidFill>
          <a:ln w="187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9" name="任意多边形: 形状 58"/>
          <p:cNvSpPr/>
          <p:nvPr userDrawn="1">
            <p:custDataLst>
              <p:tags r:id="rId49"/>
            </p:custDataLst>
          </p:nvPr>
        </p:nvSpPr>
        <p:spPr>
          <a:xfrm>
            <a:off x="11208303" y="3326339"/>
            <a:ext cx="127581" cy="127581"/>
          </a:xfrm>
          <a:custGeom>
            <a:avLst/>
            <a:gdLst>
              <a:gd name="connsiteX0" fmla="*/ 127582 w 127581"/>
              <a:gd name="connsiteY0" fmla="*/ 63791 h 127581"/>
              <a:gd name="connsiteX1" fmla="*/ 63791 w 127581"/>
              <a:gd name="connsiteY1" fmla="*/ 127582 h 127581"/>
              <a:gd name="connsiteX2" fmla="*/ 0 w 127581"/>
              <a:gd name="connsiteY2" fmla="*/ 63791 h 127581"/>
              <a:gd name="connsiteX3" fmla="*/ 63791 w 127581"/>
              <a:gd name="connsiteY3" fmla="*/ 0 h 127581"/>
              <a:gd name="connsiteX4" fmla="*/ 127582 w 127581"/>
              <a:gd name="connsiteY4" fmla="*/ 63791 h 127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581" h="127581">
                <a:moveTo>
                  <a:pt x="127582" y="63791"/>
                </a:moveTo>
                <a:cubicBezTo>
                  <a:pt x="127582" y="99021"/>
                  <a:pt x="99022" y="127582"/>
                  <a:pt x="63791" y="127582"/>
                </a:cubicBezTo>
                <a:cubicBezTo>
                  <a:pt x="28560" y="127582"/>
                  <a:pt x="0" y="99021"/>
                  <a:pt x="0" y="63791"/>
                </a:cubicBezTo>
                <a:cubicBezTo>
                  <a:pt x="0" y="28560"/>
                  <a:pt x="28560" y="0"/>
                  <a:pt x="63791" y="0"/>
                </a:cubicBezTo>
                <a:cubicBezTo>
                  <a:pt x="99022" y="0"/>
                  <a:pt x="127582" y="28560"/>
                  <a:pt x="127582" y="63791"/>
                </a:cubicBezTo>
                <a:close/>
              </a:path>
            </a:pathLst>
          </a:custGeom>
          <a:solidFill>
            <a:schemeClr val="accent4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0" name="任意多边形: 形状 59"/>
          <p:cNvSpPr/>
          <p:nvPr userDrawn="1">
            <p:custDataLst>
              <p:tags r:id="rId50"/>
            </p:custDataLst>
          </p:nvPr>
        </p:nvSpPr>
        <p:spPr>
          <a:xfrm>
            <a:off x="10957298" y="2750359"/>
            <a:ext cx="110003" cy="110003"/>
          </a:xfrm>
          <a:custGeom>
            <a:avLst/>
            <a:gdLst>
              <a:gd name="connsiteX0" fmla="*/ 75206 w 75206"/>
              <a:gd name="connsiteY0" fmla="*/ 37603 h 75206"/>
              <a:gd name="connsiteX1" fmla="*/ 37603 w 75206"/>
              <a:gd name="connsiteY1" fmla="*/ 75206 h 75206"/>
              <a:gd name="connsiteX2" fmla="*/ 0 w 75206"/>
              <a:gd name="connsiteY2" fmla="*/ 37603 h 75206"/>
              <a:gd name="connsiteX3" fmla="*/ 37603 w 75206"/>
              <a:gd name="connsiteY3" fmla="*/ 0 h 75206"/>
              <a:gd name="connsiteX4" fmla="*/ 75206 w 75206"/>
              <a:gd name="connsiteY4" fmla="*/ 37603 h 75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206" h="75206">
                <a:moveTo>
                  <a:pt x="75206" y="37603"/>
                </a:moveTo>
                <a:cubicBezTo>
                  <a:pt x="75206" y="58370"/>
                  <a:pt x="58371" y="75206"/>
                  <a:pt x="37603" y="75206"/>
                </a:cubicBezTo>
                <a:cubicBezTo>
                  <a:pt x="16836" y="75206"/>
                  <a:pt x="0" y="58371"/>
                  <a:pt x="0" y="37603"/>
                </a:cubicBezTo>
                <a:cubicBezTo>
                  <a:pt x="0" y="16835"/>
                  <a:pt x="16836" y="0"/>
                  <a:pt x="37603" y="0"/>
                </a:cubicBezTo>
                <a:cubicBezTo>
                  <a:pt x="58371" y="0"/>
                  <a:pt x="75206" y="16835"/>
                  <a:pt x="75206" y="37603"/>
                </a:cubicBezTo>
                <a:close/>
              </a:path>
            </a:pathLst>
          </a:custGeom>
          <a:solidFill>
            <a:schemeClr val="accent1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1" name="任意多边形: 形状 60"/>
          <p:cNvSpPr/>
          <p:nvPr userDrawn="1">
            <p:custDataLst>
              <p:tags r:id="rId51"/>
            </p:custDataLst>
          </p:nvPr>
        </p:nvSpPr>
        <p:spPr>
          <a:xfrm>
            <a:off x="11301303" y="2890883"/>
            <a:ext cx="45719" cy="45719"/>
          </a:xfrm>
          <a:custGeom>
            <a:avLst/>
            <a:gdLst>
              <a:gd name="connsiteX0" fmla="*/ 69163 w 69162"/>
              <a:gd name="connsiteY0" fmla="*/ 34581 h 69162"/>
              <a:gd name="connsiteX1" fmla="*/ 34581 w 69162"/>
              <a:gd name="connsiteY1" fmla="*/ 69163 h 69162"/>
              <a:gd name="connsiteX2" fmla="*/ 0 w 69162"/>
              <a:gd name="connsiteY2" fmla="*/ 34581 h 69162"/>
              <a:gd name="connsiteX3" fmla="*/ 34581 w 69162"/>
              <a:gd name="connsiteY3" fmla="*/ 0 h 69162"/>
              <a:gd name="connsiteX4" fmla="*/ 69163 w 69162"/>
              <a:gd name="connsiteY4" fmla="*/ 34581 h 6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162" h="69162">
                <a:moveTo>
                  <a:pt x="69163" y="34581"/>
                </a:moveTo>
                <a:cubicBezTo>
                  <a:pt x="69163" y="53680"/>
                  <a:pt x="53680" y="69163"/>
                  <a:pt x="34581" y="69163"/>
                </a:cubicBezTo>
                <a:cubicBezTo>
                  <a:pt x="15483" y="69163"/>
                  <a:pt x="0" y="53680"/>
                  <a:pt x="0" y="34581"/>
                </a:cubicBezTo>
                <a:cubicBezTo>
                  <a:pt x="0" y="15483"/>
                  <a:pt x="15482" y="0"/>
                  <a:pt x="34581" y="0"/>
                </a:cubicBezTo>
                <a:cubicBezTo>
                  <a:pt x="53680" y="0"/>
                  <a:pt x="69163" y="15483"/>
                  <a:pt x="69163" y="34581"/>
                </a:cubicBezTo>
                <a:close/>
              </a:path>
            </a:pathLst>
          </a:custGeom>
          <a:solidFill>
            <a:schemeClr val="accent4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2" name="任意多边形: 形状 61"/>
          <p:cNvSpPr/>
          <p:nvPr userDrawn="1">
            <p:custDataLst>
              <p:tags r:id="rId52"/>
            </p:custDataLst>
          </p:nvPr>
        </p:nvSpPr>
        <p:spPr>
          <a:xfrm rot="480190">
            <a:off x="9188364" y="2502879"/>
            <a:ext cx="109796" cy="45719"/>
          </a:xfrm>
          <a:custGeom>
            <a:avLst/>
            <a:gdLst>
              <a:gd name="connsiteX0" fmla="*/ 0 w 244475"/>
              <a:gd name="connsiteY0" fmla="*/ 44450 h 53975"/>
              <a:gd name="connsiteX1" fmla="*/ 142875 w 244475"/>
              <a:gd name="connsiteY1" fmla="*/ 53975 h 53975"/>
              <a:gd name="connsiteX2" fmla="*/ 244475 w 244475"/>
              <a:gd name="connsiteY2" fmla="*/ 0 h 53975"/>
              <a:gd name="connsiteX0-1" fmla="*/ 0 w 244475"/>
              <a:gd name="connsiteY0-2" fmla="*/ 44450 h 56136"/>
              <a:gd name="connsiteX1-3" fmla="*/ 142875 w 244475"/>
              <a:gd name="connsiteY1-4" fmla="*/ 53975 h 56136"/>
              <a:gd name="connsiteX2-5" fmla="*/ 244475 w 244475"/>
              <a:gd name="connsiteY2-6" fmla="*/ 0 h 56136"/>
              <a:gd name="connsiteX0-7" fmla="*/ 0 w 244475"/>
              <a:gd name="connsiteY0-8" fmla="*/ 44450 h 56136"/>
              <a:gd name="connsiteX1-9" fmla="*/ 142875 w 244475"/>
              <a:gd name="connsiteY1-10" fmla="*/ 53975 h 56136"/>
              <a:gd name="connsiteX2-11" fmla="*/ 244475 w 244475"/>
              <a:gd name="connsiteY2-12" fmla="*/ 0 h 56136"/>
              <a:gd name="connsiteX0-13" fmla="*/ 0 w 263525"/>
              <a:gd name="connsiteY0-14" fmla="*/ 41275 h 52755"/>
              <a:gd name="connsiteX1-15" fmla="*/ 142875 w 263525"/>
              <a:gd name="connsiteY1-16" fmla="*/ 50800 h 52755"/>
              <a:gd name="connsiteX2-17" fmla="*/ 263525 w 263525"/>
              <a:gd name="connsiteY2-18" fmla="*/ 0 h 52755"/>
              <a:gd name="connsiteX0-19" fmla="*/ 0 w 263525"/>
              <a:gd name="connsiteY0-20" fmla="*/ 41275 h 52755"/>
              <a:gd name="connsiteX1-21" fmla="*/ 133350 w 263525"/>
              <a:gd name="connsiteY1-22" fmla="*/ 50800 h 52755"/>
              <a:gd name="connsiteX2-23" fmla="*/ 263525 w 263525"/>
              <a:gd name="connsiteY2-24" fmla="*/ 0 h 52755"/>
              <a:gd name="connsiteX0-25" fmla="*/ 0 w 263525"/>
              <a:gd name="connsiteY0-26" fmla="*/ 41275 h 54998"/>
              <a:gd name="connsiteX1-27" fmla="*/ 133350 w 263525"/>
              <a:gd name="connsiteY1-28" fmla="*/ 50800 h 54998"/>
              <a:gd name="connsiteX2-29" fmla="*/ 263525 w 263525"/>
              <a:gd name="connsiteY2-30" fmla="*/ 0 h 54998"/>
              <a:gd name="connsiteX0-31" fmla="*/ 0 w 263525"/>
              <a:gd name="connsiteY0-32" fmla="*/ 41275 h 57275"/>
              <a:gd name="connsiteX1-33" fmla="*/ 152400 w 263525"/>
              <a:gd name="connsiteY1-34" fmla="*/ 53975 h 57275"/>
              <a:gd name="connsiteX2-35" fmla="*/ 263525 w 263525"/>
              <a:gd name="connsiteY2-36" fmla="*/ 0 h 57275"/>
              <a:gd name="connsiteX0-37" fmla="*/ 0 w 263525"/>
              <a:gd name="connsiteY0-38" fmla="*/ 41275 h 56313"/>
              <a:gd name="connsiteX1-39" fmla="*/ 135169 w 263525"/>
              <a:gd name="connsiteY1-40" fmla="*/ 52683 h 56313"/>
              <a:gd name="connsiteX2-41" fmla="*/ 263525 w 263525"/>
              <a:gd name="connsiteY2-42" fmla="*/ 0 h 56313"/>
              <a:gd name="connsiteX0-43" fmla="*/ 0 w 263525"/>
              <a:gd name="connsiteY0-44" fmla="*/ 41275 h 57051"/>
              <a:gd name="connsiteX1-45" fmla="*/ 135169 w 263525"/>
              <a:gd name="connsiteY1-46" fmla="*/ 52683 h 57051"/>
              <a:gd name="connsiteX2-47" fmla="*/ 263525 w 263525"/>
              <a:gd name="connsiteY2-48" fmla="*/ 0 h 5705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63525" h="57051">
                <a:moveTo>
                  <a:pt x="0" y="41275"/>
                </a:moveTo>
                <a:cubicBezTo>
                  <a:pt x="53975" y="57150"/>
                  <a:pt x="74604" y="61223"/>
                  <a:pt x="135169" y="52683"/>
                </a:cubicBezTo>
                <a:cubicBezTo>
                  <a:pt x="195734" y="44143"/>
                  <a:pt x="229658" y="17992"/>
                  <a:pt x="263525" y="0"/>
                </a:cubicBezTo>
              </a:path>
            </a:pathLst>
          </a:custGeom>
          <a:noFill/>
          <a:ln>
            <a:solidFill>
              <a:srgbClr val="F06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63" name="任意多边形: 形状 62"/>
          <p:cNvSpPr/>
          <p:nvPr userDrawn="1">
            <p:custDataLst>
              <p:tags r:id="rId53"/>
            </p:custDataLst>
          </p:nvPr>
        </p:nvSpPr>
        <p:spPr>
          <a:xfrm>
            <a:off x="7263059" y="1672005"/>
            <a:ext cx="982498" cy="556663"/>
          </a:xfrm>
          <a:custGeom>
            <a:avLst/>
            <a:gdLst>
              <a:gd name="connsiteX0" fmla="*/ 185958 w 656424"/>
              <a:gd name="connsiteY0" fmla="*/ 0 h 371916"/>
              <a:gd name="connsiteX1" fmla="*/ 470466 w 656424"/>
              <a:gd name="connsiteY1" fmla="*/ 0 h 371916"/>
              <a:gd name="connsiteX2" fmla="*/ 656424 w 656424"/>
              <a:gd name="connsiteY2" fmla="*/ 185958 h 371916"/>
              <a:gd name="connsiteX3" fmla="*/ 656424 w 656424"/>
              <a:gd name="connsiteY3" fmla="*/ 371916 h 371916"/>
              <a:gd name="connsiteX4" fmla="*/ 185958 w 656424"/>
              <a:gd name="connsiteY4" fmla="*/ 371916 h 371916"/>
              <a:gd name="connsiteX5" fmla="*/ 0 w 656424"/>
              <a:gd name="connsiteY5" fmla="*/ 185958 h 371916"/>
              <a:gd name="connsiteX6" fmla="*/ 0 w 656424"/>
              <a:gd name="connsiteY6" fmla="*/ 185958 h 371916"/>
              <a:gd name="connsiteX7" fmla="*/ 185958 w 656424"/>
              <a:gd name="connsiteY7" fmla="*/ 0 h 371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6424" h="371916">
                <a:moveTo>
                  <a:pt x="185958" y="0"/>
                </a:moveTo>
                <a:lnTo>
                  <a:pt x="470466" y="0"/>
                </a:lnTo>
                <a:cubicBezTo>
                  <a:pt x="573139" y="0"/>
                  <a:pt x="656424" y="83349"/>
                  <a:pt x="656424" y="185958"/>
                </a:cubicBezTo>
                <a:lnTo>
                  <a:pt x="656424" y="371916"/>
                </a:lnTo>
                <a:lnTo>
                  <a:pt x="185958" y="371916"/>
                </a:lnTo>
                <a:cubicBezTo>
                  <a:pt x="83349" y="371916"/>
                  <a:pt x="0" y="288567"/>
                  <a:pt x="0" y="185958"/>
                </a:cubicBezTo>
                <a:lnTo>
                  <a:pt x="0" y="185958"/>
                </a:lnTo>
                <a:cubicBezTo>
                  <a:pt x="0" y="83349"/>
                  <a:pt x="83349" y="0"/>
                  <a:pt x="185958" y="0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4" name="任意多边形: 形状 63"/>
          <p:cNvSpPr/>
          <p:nvPr userDrawn="1">
            <p:custDataLst>
              <p:tags r:id="rId54"/>
            </p:custDataLst>
          </p:nvPr>
        </p:nvSpPr>
        <p:spPr>
          <a:xfrm>
            <a:off x="7490100" y="1880052"/>
            <a:ext cx="571895" cy="122053"/>
          </a:xfrm>
          <a:custGeom>
            <a:avLst/>
            <a:gdLst>
              <a:gd name="connsiteX0" fmla="*/ 341320 w 382093"/>
              <a:gd name="connsiteY0" fmla="*/ 0 h 81546"/>
              <a:gd name="connsiteX1" fmla="*/ 382093 w 382093"/>
              <a:gd name="connsiteY1" fmla="*/ 40773 h 81546"/>
              <a:gd name="connsiteX2" fmla="*/ 341320 w 382093"/>
              <a:gd name="connsiteY2" fmla="*/ 81546 h 81546"/>
              <a:gd name="connsiteX3" fmla="*/ 300547 w 382093"/>
              <a:gd name="connsiteY3" fmla="*/ 40773 h 81546"/>
              <a:gd name="connsiteX4" fmla="*/ 341320 w 382093"/>
              <a:gd name="connsiteY4" fmla="*/ 0 h 81546"/>
              <a:gd name="connsiteX5" fmla="*/ 188535 w 382093"/>
              <a:gd name="connsiteY5" fmla="*/ 0 h 81546"/>
              <a:gd name="connsiteX6" fmla="*/ 229308 w 382093"/>
              <a:gd name="connsiteY6" fmla="*/ 40773 h 81546"/>
              <a:gd name="connsiteX7" fmla="*/ 188535 w 382093"/>
              <a:gd name="connsiteY7" fmla="*/ 81546 h 81546"/>
              <a:gd name="connsiteX8" fmla="*/ 147762 w 382093"/>
              <a:gd name="connsiteY8" fmla="*/ 40773 h 81546"/>
              <a:gd name="connsiteX9" fmla="*/ 188535 w 382093"/>
              <a:gd name="connsiteY9" fmla="*/ 0 h 81546"/>
              <a:gd name="connsiteX10" fmla="*/ 40773 w 382093"/>
              <a:gd name="connsiteY10" fmla="*/ 0 h 81546"/>
              <a:gd name="connsiteX11" fmla="*/ 81546 w 382093"/>
              <a:gd name="connsiteY11" fmla="*/ 40773 h 81546"/>
              <a:gd name="connsiteX12" fmla="*/ 40773 w 382093"/>
              <a:gd name="connsiteY12" fmla="*/ 81546 h 81546"/>
              <a:gd name="connsiteX13" fmla="*/ 0 w 382093"/>
              <a:gd name="connsiteY13" fmla="*/ 40773 h 81546"/>
              <a:gd name="connsiteX14" fmla="*/ 40773 w 382093"/>
              <a:gd name="connsiteY14" fmla="*/ 0 h 81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2093" h="81546">
                <a:moveTo>
                  <a:pt x="341320" y="0"/>
                </a:moveTo>
                <a:cubicBezTo>
                  <a:pt x="363800" y="0"/>
                  <a:pt x="382093" y="18229"/>
                  <a:pt x="382093" y="40773"/>
                </a:cubicBezTo>
                <a:cubicBezTo>
                  <a:pt x="382093" y="63253"/>
                  <a:pt x="363864" y="81546"/>
                  <a:pt x="341320" y="81546"/>
                </a:cubicBezTo>
                <a:cubicBezTo>
                  <a:pt x="318840" y="81546"/>
                  <a:pt x="300547" y="63317"/>
                  <a:pt x="300547" y="40773"/>
                </a:cubicBezTo>
                <a:cubicBezTo>
                  <a:pt x="300547" y="18229"/>
                  <a:pt x="318776" y="0"/>
                  <a:pt x="341320" y="0"/>
                </a:cubicBezTo>
                <a:close/>
                <a:moveTo>
                  <a:pt x="188535" y="0"/>
                </a:moveTo>
                <a:cubicBezTo>
                  <a:pt x="211015" y="0"/>
                  <a:pt x="229308" y="18229"/>
                  <a:pt x="229308" y="40773"/>
                </a:cubicBezTo>
                <a:cubicBezTo>
                  <a:pt x="229308" y="63253"/>
                  <a:pt x="211079" y="81546"/>
                  <a:pt x="188535" y="81546"/>
                </a:cubicBezTo>
                <a:cubicBezTo>
                  <a:pt x="166055" y="81546"/>
                  <a:pt x="147762" y="63317"/>
                  <a:pt x="147762" y="40773"/>
                </a:cubicBezTo>
                <a:cubicBezTo>
                  <a:pt x="147762" y="18293"/>
                  <a:pt x="165991" y="0"/>
                  <a:pt x="188535" y="0"/>
                </a:cubicBezTo>
                <a:close/>
                <a:moveTo>
                  <a:pt x="40773" y="0"/>
                </a:moveTo>
                <a:cubicBezTo>
                  <a:pt x="63291" y="0"/>
                  <a:pt x="81546" y="18255"/>
                  <a:pt x="81546" y="40773"/>
                </a:cubicBezTo>
                <a:cubicBezTo>
                  <a:pt x="81546" y="63291"/>
                  <a:pt x="63291" y="81546"/>
                  <a:pt x="40773" y="81546"/>
                </a:cubicBezTo>
                <a:cubicBezTo>
                  <a:pt x="18255" y="81546"/>
                  <a:pt x="0" y="63291"/>
                  <a:pt x="0" y="40773"/>
                </a:cubicBezTo>
                <a:cubicBezTo>
                  <a:pt x="0" y="18255"/>
                  <a:pt x="18255" y="0"/>
                  <a:pt x="40773" y="0"/>
                </a:cubicBezTo>
                <a:close/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6" name="任意多边形: 形状 65"/>
          <p:cNvSpPr/>
          <p:nvPr userDrawn="1">
            <p:custDataLst>
              <p:tags r:id="rId55"/>
            </p:custDataLst>
          </p:nvPr>
        </p:nvSpPr>
        <p:spPr>
          <a:xfrm>
            <a:off x="6840178" y="4334739"/>
            <a:ext cx="118080" cy="118080"/>
          </a:xfrm>
          <a:custGeom>
            <a:avLst/>
            <a:gdLst>
              <a:gd name="connsiteX0" fmla="*/ 95350 w 95350"/>
              <a:gd name="connsiteY0" fmla="*/ 47675 h 95350"/>
              <a:gd name="connsiteX1" fmla="*/ 47675 w 95350"/>
              <a:gd name="connsiteY1" fmla="*/ 95350 h 95350"/>
              <a:gd name="connsiteX2" fmla="*/ 0 w 95350"/>
              <a:gd name="connsiteY2" fmla="*/ 47675 h 95350"/>
              <a:gd name="connsiteX3" fmla="*/ 47675 w 95350"/>
              <a:gd name="connsiteY3" fmla="*/ 0 h 95350"/>
              <a:gd name="connsiteX4" fmla="*/ 95350 w 95350"/>
              <a:gd name="connsiteY4" fmla="*/ 47675 h 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350" h="95350">
                <a:moveTo>
                  <a:pt x="95350" y="47675"/>
                </a:moveTo>
                <a:cubicBezTo>
                  <a:pt x="95350" y="74006"/>
                  <a:pt x="74006" y="95350"/>
                  <a:pt x="47675" y="95350"/>
                </a:cubicBezTo>
                <a:cubicBezTo>
                  <a:pt x="21345" y="95350"/>
                  <a:pt x="0" y="74006"/>
                  <a:pt x="0" y="47675"/>
                </a:cubicBezTo>
                <a:cubicBezTo>
                  <a:pt x="0" y="21345"/>
                  <a:pt x="21345" y="0"/>
                  <a:pt x="47675" y="0"/>
                </a:cubicBezTo>
                <a:cubicBezTo>
                  <a:pt x="74006" y="0"/>
                  <a:pt x="95350" y="21345"/>
                  <a:pt x="95350" y="47675"/>
                </a:cubicBezTo>
                <a:close/>
              </a:path>
            </a:pathLst>
          </a:custGeom>
          <a:solidFill>
            <a:schemeClr val="accent1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7" name="任意多边形: 形状 66"/>
          <p:cNvSpPr/>
          <p:nvPr userDrawn="1">
            <p:custDataLst>
              <p:tags r:id="rId56"/>
            </p:custDataLst>
          </p:nvPr>
        </p:nvSpPr>
        <p:spPr>
          <a:xfrm>
            <a:off x="6764972" y="3521789"/>
            <a:ext cx="75206" cy="75206"/>
          </a:xfrm>
          <a:custGeom>
            <a:avLst/>
            <a:gdLst>
              <a:gd name="connsiteX0" fmla="*/ 75206 w 75206"/>
              <a:gd name="connsiteY0" fmla="*/ 37603 h 75206"/>
              <a:gd name="connsiteX1" fmla="*/ 37603 w 75206"/>
              <a:gd name="connsiteY1" fmla="*/ 75206 h 75206"/>
              <a:gd name="connsiteX2" fmla="*/ 0 w 75206"/>
              <a:gd name="connsiteY2" fmla="*/ 37603 h 75206"/>
              <a:gd name="connsiteX3" fmla="*/ 37603 w 75206"/>
              <a:gd name="connsiteY3" fmla="*/ 0 h 75206"/>
              <a:gd name="connsiteX4" fmla="*/ 75206 w 75206"/>
              <a:gd name="connsiteY4" fmla="*/ 37603 h 75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206" h="75206">
                <a:moveTo>
                  <a:pt x="75206" y="37603"/>
                </a:moveTo>
                <a:cubicBezTo>
                  <a:pt x="75206" y="58371"/>
                  <a:pt x="58371" y="75206"/>
                  <a:pt x="37603" y="75206"/>
                </a:cubicBezTo>
                <a:cubicBezTo>
                  <a:pt x="16835" y="75206"/>
                  <a:pt x="0" y="58371"/>
                  <a:pt x="0" y="37603"/>
                </a:cubicBezTo>
                <a:cubicBezTo>
                  <a:pt x="0" y="16835"/>
                  <a:pt x="16835" y="0"/>
                  <a:pt x="37603" y="0"/>
                </a:cubicBezTo>
                <a:cubicBezTo>
                  <a:pt x="58371" y="0"/>
                  <a:pt x="75206" y="16835"/>
                  <a:pt x="75206" y="37603"/>
                </a:cubicBezTo>
                <a:close/>
              </a:path>
            </a:pathLst>
          </a:custGeom>
          <a:solidFill>
            <a:schemeClr val="accent4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8" name="任意多边形: 形状 67"/>
          <p:cNvSpPr/>
          <p:nvPr userDrawn="1">
            <p:custDataLst>
              <p:tags r:id="rId57"/>
            </p:custDataLst>
          </p:nvPr>
        </p:nvSpPr>
        <p:spPr>
          <a:xfrm>
            <a:off x="6364746" y="4055257"/>
            <a:ext cx="69162" cy="69162"/>
          </a:xfrm>
          <a:custGeom>
            <a:avLst/>
            <a:gdLst>
              <a:gd name="connsiteX0" fmla="*/ 69163 w 69162"/>
              <a:gd name="connsiteY0" fmla="*/ 34581 h 69162"/>
              <a:gd name="connsiteX1" fmla="*/ 34581 w 69162"/>
              <a:gd name="connsiteY1" fmla="*/ 69163 h 69162"/>
              <a:gd name="connsiteX2" fmla="*/ 0 w 69162"/>
              <a:gd name="connsiteY2" fmla="*/ 34581 h 69162"/>
              <a:gd name="connsiteX3" fmla="*/ 34581 w 69162"/>
              <a:gd name="connsiteY3" fmla="*/ 0 h 69162"/>
              <a:gd name="connsiteX4" fmla="*/ 69163 w 69162"/>
              <a:gd name="connsiteY4" fmla="*/ 34581 h 6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162" h="69162">
                <a:moveTo>
                  <a:pt x="69163" y="34581"/>
                </a:moveTo>
                <a:cubicBezTo>
                  <a:pt x="69163" y="53680"/>
                  <a:pt x="53680" y="69163"/>
                  <a:pt x="34581" y="69163"/>
                </a:cubicBezTo>
                <a:cubicBezTo>
                  <a:pt x="15483" y="69163"/>
                  <a:pt x="0" y="53680"/>
                  <a:pt x="0" y="34581"/>
                </a:cubicBezTo>
                <a:cubicBezTo>
                  <a:pt x="0" y="15483"/>
                  <a:pt x="15483" y="0"/>
                  <a:pt x="34581" y="0"/>
                </a:cubicBezTo>
                <a:cubicBezTo>
                  <a:pt x="53680" y="0"/>
                  <a:pt x="69163" y="15483"/>
                  <a:pt x="69163" y="34581"/>
                </a:cubicBezTo>
                <a:close/>
              </a:path>
            </a:pathLst>
          </a:custGeom>
          <a:solidFill>
            <a:schemeClr val="accent1"/>
          </a:solidFill>
          <a:ln w="67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4" name="任意多边形: 形状 73"/>
          <p:cNvSpPr/>
          <p:nvPr userDrawn="1">
            <p:custDataLst>
              <p:tags r:id="rId58"/>
            </p:custDataLst>
          </p:nvPr>
        </p:nvSpPr>
        <p:spPr>
          <a:xfrm>
            <a:off x="10694029" y="4582428"/>
            <a:ext cx="1431970" cy="1359734"/>
          </a:xfrm>
          <a:custGeom>
            <a:avLst/>
            <a:gdLst>
              <a:gd name="connsiteX0" fmla="*/ 768117 w 1431970"/>
              <a:gd name="connsiteY0" fmla="*/ 1085695 h 1359734"/>
              <a:gd name="connsiteX1" fmla="*/ 949189 w 1431970"/>
              <a:gd name="connsiteY1" fmla="*/ 1198568 h 1359734"/>
              <a:gd name="connsiteX2" fmla="*/ 913901 w 1431970"/>
              <a:gd name="connsiteY2" fmla="*/ 1314454 h 1359734"/>
              <a:gd name="connsiteX3" fmla="*/ 628417 w 1431970"/>
              <a:gd name="connsiteY3" fmla="*/ 1331083 h 1359734"/>
              <a:gd name="connsiteX4" fmla="*/ 443406 w 1431970"/>
              <a:gd name="connsiteY4" fmla="*/ 1226786 h 1359734"/>
              <a:gd name="connsiteX5" fmla="*/ 554888 w 1431970"/>
              <a:gd name="connsiteY5" fmla="*/ 1166815 h 1359734"/>
              <a:gd name="connsiteX6" fmla="*/ 768117 w 1431970"/>
              <a:gd name="connsiteY6" fmla="*/ 1085695 h 1359734"/>
              <a:gd name="connsiteX7" fmla="*/ 921144 w 1431970"/>
              <a:gd name="connsiteY7" fmla="*/ 794302 h 1359734"/>
              <a:gd name="connsiteX8" fmla="*/ 1061482 w 1431970"/>
              <a:gd name="connsiteY8" fmla="*/ 895354 h 1359734"/>
              <a:gd name="connsiteX9" fmla="*/ 1026716 w 1431970"/>
              <a:gd name="connsiteY9" fmla="*/ 987135 h 1359734"/>
              <a:gd name="connsiteX10" fmla="*/ 794945 w 1431970"/>
              <a:gd name="connsiteY10" fmla="*/ 985165 h 1359734"/>
              <a:gd name="connsiteX11" fmla="*/ 650957 w 1431970"/>
              <a:gd name="connsiteY11" fmla="*/ 890834 h 1359734"/>
              <a:gd name="connsiteX12" fmla="*/ 744361 w 1431970"/>
              <a:gd name="connsiteY12" fmla="*/ 848362 h 1359734"/>
              <a:gd name="connsiteX13" fmla="*/ 921144 w 1431970"/>
              <a:gd name="connsiteY13" fmla="*/ 794302 h 1359734"/>
              <a:gd name="connsiteX14" fmla="*/ 108670 w 1431970"/>
              <a:gd name="connsiteY14" fmla="*/ 711733 h 1359734"/>
              <a:gd name="connsiteX15" fmla="*/ 266912 w 1431970"/>
              <a:gd name="connsiteY15" fmla="*/ 841351 h 1359734"/>
              <a:gd name="connsiteX16" fmla="*/ 258916 w 1431970"/>
              <a:gd name="connsiteY16" fmla="*/ 1059911 h 1359734"/>
              <a:gd name="connsiteX17" fmla="*/ 238810 w 1431970"/>
              <a:gd name="connsiteY17" fmla="*/ 1179621 h 1359734"/>
              <a:gd name="connsiteX18" fmla="*/ 238810 w 1431970"/>
              <a:gd name="connsiteY18" fmla="*/ 1179563 h 1359734"/>
              <a:gd name="connsiteX19" fmla="*/ 87174 w 1431970"/>
              <a:gd name="connsiteY19" fmla="*/ 1043687 h 1359734"/>
              <a:gd name="connsiteX20" fmla="*/ 14339 w 1431970"/>
              <a:gd name="connsiteY20" fmla="*/ 779410 h 1359734"/>
              <a:gd name="connsiteX21" fmla="*/ 108670 w 1431970"/>
              <a:gd name="connsiteY21" fmla="*/ 711733 h 1359734"/>
              <a:gd name="connsiteX22" fmla="*/ 1049650 w 1431970"/>
              <a:gd name="connsiteY22" fmla="*/ 554422 h 1359734"/>
              <a:gd name="connsiteX23" fmla="*/ 1080081 w 1431970"/>
              <a:gd name="connsiteY23" fmla="*/ 555634 h 1359734"/>
              <a:gd name="connsiteX24" fmla="*/ 1207207 w 1431970"/>
              <a:gd name="connsiteY24" fmla="*/ 664683 h 1359734"/>
              <a:gd name="connsiteX25" fmla="*/ 1166126 w 1431970"/>
              <a:gd name="connsiteY25" fmla="*/ 750438 h 1359734"/>
              <a:gd name="connsiteX26" fmla="*/ 942641 w 1431970"/>
              <a:gd name="connsiteY26" fmla="*/ 729521 h 1359734"/>
              <a:gd name="connsiteX27" fmla="*/ 811458 w 1431970"/>
              <a:gd name="connsiteY27" fmla="*/ 626672 h 1359734"/>
              <a:gd name="connsiteX28" fmla="*/ 811400 w 1431970"/>
              <a:gd name="connsiteY28" fmla="*/ 626614 h 1359734"/>
              <a:gd name="connsiteX29" fmla="*/ 905036 w 1431970"/>
              <a:gd name="connsiteY29" fmla="*/ 593297 h 1359734"/>
              <a:gd name="connsiteX30" fmla="*/ 1049650 w 1431970"/>
              <a:gd name="connsiteY30" fmla="*/ 554422 h 1359734"/>
              <a:gd name="connsiteX31" fmla="*/ 338471 w 1431970"/>
              <a:gd name="connsiteY31" fmla="*/ 356659 h 1359734"/>
              <a:gd name="connsiteX32" fmla="*/ 472203 w 1431970"/>
              <a:gd name="connsiteY32" fmla="*/ 488073 h 1359734"/>
              <a:gd name="connsiteX33" fmla="*/ 446824 w 1431970"/>
              <a:gd name="connsiteY33" fmla="*/ 686933 h 1359734"/>
              <a:gd name="connsiteX34" fmla="*/ 418548 w 1431970"/>
              <a:gd name="connsiteY34" fmla="*/ 794533 h 1359734"/>
              <a:gd name="connsiteX35" fmla="*/ 418548 w 1431970"/>
              <a:gd name="connsiteY35" fmla="*/ 794475 h 1359734"/>
              <a:gd name="connsiteX36" fmla="*/ 291363 w 1431970"/>
              <a:gd name="connsiteY36" fmla="*/ 657904 h 1359734"/>
              <a:gd name="connsiteX37" fmla="*/ 246747 w 1431970"/>
              <a:gd name="connsiteY37" fmla="*/ 410661 h 1359734"/>
              <a:gd name="connsiteX38" fmla="*/ 338471 w 1431970"/>
              <a:gd name="connsiteY38" fmla="*/ 356659 h 1359734"/>
              <a:gd name="connsiteX39" fmla="*/ 1142901 w 1431970"/>
              <a:gd name="connsiteY39" fmla="*/ 347876 h 1359734"/>
              <a:gd name="connsiteX40" fmla="*/ 1166126 w 1431970"/>
              <a:gd name="connsiteY40" fmla="*/ 348779 h 1359734"/>
              <a:gd name="connsiteX41" fmla="*/ 1263181 w 1431970"/>
              <a:gd name="connsiteY41" fmla="*/ 432043 h 1359734"/>
              <a:gd name="connsiteX42" fmla="*/ 1231776 w 1431970"/>
              <a:gd name="connsiteY42" fmla="*/ 497518 h 1359734"/>
              <a:gd name="connsiteX43" fmla="*/ 1061134 w 1431970"/>
              <a:gd name="connsiteY43" fmla="*/ 481526 h 1359734"/>
              <a:gd name="connsiteX44" fmla="*/ 960951 w 1431970"/>
              <a:gd name="connsiteY44" fmla="*/ 403013 h 1359734"/>
              <a:gd name="connsiteX45" fmla="*/ 1032453 w 1431970"/>
              <a:gd name="connsiteY45" fmla="*/ 377576 h 1359734"/>
              <a:gd name="connsiteX46" fmla="*/ 1142901 w 1431970"/>
              <a:gd name="connsiteY46" fmla="*/ 347876 h 1359734"/>
              <a:gd name="connsiteX47" fmla="*/ 599561 w 1431970"/>
              <a:gd name="connsiteY47" fmla="*/ 142154 h 1359734"/>
              <a:gd name="connsiteX48" fmla="*/ 706002 w 1431970"/>
              <a:gd name="connsiteY48" fmla="*/ 254506 h 1359734"/>
              <a:gd name="connsiteX49" fmla="*/ 679232 w 1431970"/>
              <a:gd name="connsiteY49" fmla="*/ 417789 h 1359734"/>
              <a:gd name="connsiteX50" fmla="*/ 652752 w 1431970"/>
              <a:gd name="connsiteY50" fmla="*/ 505688 h 1359734"/>
              <a:gd name="connsiteX51" fmla="*/ 551874 w 1431970"/>
              <a:gd name="connsiteY51" fmla="*/ 389281 h 1359734"/>
              <a:gd name="connsiteX52" fmla="*/ 522323 w 1431970"/>
              <a:gd name="connsiteY52" fmla="*/ 183989 h 1359734"/>
              <a:gd name="connsiteX53" fmla="*/ 599561 w 1431970"/>
              <a:gd name="connsiteY53" fmla="*/ 142154 h 1359734"/>
              <a:gd name="connsiteX54" fmla="*/ 1331737 w 1431970"/>
              <a:gd name="connsiteY54" fmla="*/ 51401 h 1359734"/>
              <a:gd name="connsiteX55" fmla="*/ 1384338 w 1431970"/>
              <a:gd name="connsiteY55" fmla="*/ 60687 h 1359734"/>
              <a:gd name="connsiteX56" fmla="*/ 1431620 w 1431970"/>
              <a:gd name="connsiteY56" fmla="*/ 125988 h 1359734"/>
              <a:gd name="connsiteX57" fmla="*/ 1342098 w 1431970"/>
              <a:gd name="connsiteY57" fmla="*/ 236253 h 1359734"/>
              <a:gd name="connsiteX58" fmla="*/ 1190288 w 1431970"/>
              <a:gd name="connsiteY58" fmla="*/ 231328 h 1359734"/>
              <a:gd name="connsiteX59" fmla="*/ 1107140 w 1431970"/>
              <a:gd name="connsiteY59" fmla="*/ 217712 h 1359734"/>
              <a:gd name="connsiteX60" fmla="*/ 1107082 w 1431970"/>
              <a:gd name="connsiteY60" fmla="*/ 217712 h 1359734"/>
              <a:gd name="connsiteX61" fmla="*/ 1201007 w 1431970"/>
              <a:gd name="connsiteY61" fmla="*/ 112024 h 1359734"/>
              <a:gd name="connsiteX62" fmla="*/ 1331737 w 1431970"/>
              <a:gd name="connsiteY62" fmla="*/ 51401 h 1359734"/>
              <a:gd name="connsiteX63" fmla="*/ 865518 w 1431970"/>
              <a:gd name="connsiteY63" fmla="*/ 21 h 1359734"/>
              <a:gd name="connsiteX64" fmla="*/ 953939 w 1431970"/>
              <a:gd name="connsiteY64" fmla="*/ 93309 h 1359734"/>
              <a:gd name="connsiteX65" fmla="*/ 931689 w 1431970"/>
              <a:gd name="connsiteY65" fmla="*/ 228895 h 1359734"/>
              <a:gd name="connsiteX66" fmla="*/ 909671 w 1431970"/>
              <a:gd name="connsiteY66" fmla="*/ 301903 h 1359734"/>
              <a:gd name="connsiteX67" fmla="*/ 825886 w 1431970"/>
              <a:gd name="connsiteY67" fmla="*/ 205255 h 1359734"/>
              <a:gd name="connsiteX68" fmla="*/ 801376 w 1431970"/>
              <a:gd name="connsiteY68" fmla="*/ 34787 h 1359734"/>
              <a:gd name="connsiteX69" fmla="*/ 865518 w 1431970"/>
              <a:gd name="connsiteY69" fmla="*/ 21 h 1359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31970" h="1359734">
                <a:moveTo>
                  <a:pt x="768117" y="1085695"/>
                </a:moveTo>
                <a:cubicBezTo>
                  <a:pt x="837359" y="1087665"/>
                  <a:pt x="932269" y="1125908"/>
                  <a:pt x="949189" y="1198568"/>
                </a:cubicBezTo>
                <a:cubicBezTo>
                  <a:pt x="958865" y="1240287"/>
                  <a:pt x="941135" y="1285772"/>
                  <a:pt x="913901" y="1314454"/>
                </a:cubicBezTo>
                <a:cubicBezTo>
                  <a:pt x="837069" y="1395458"/>
                  <a:pt x="677147" y="1346090"/>
                  <a:pt x="628417" y="1331083"/>
                </a:cubicBezTo>
                <a:cubicBezTo>
                  <a:pt x="583106" y="1317061"/>
                  <a:pt x="514386" y="1288611"/>
                  <a:pt x="443406" y="1226786"/>
                </a:cubicBezTo>
                <a:cubicBezTo>
                  <a:pt x="470233" y="1211431"/>
                  <a:pt x="508302" y="1190340"/>
                  <a:pt x="554888" y="1166815"/>
                </a:cubicBezTo>
                <a:cubicBezTo>
                  <a:pt x="663878" y="1111770"/>
                  <a:pt x="719387" y="1084305"/>
                  <a:pt x="768117" y="1085695"/>
                </a:cubicBezTo>
                <a:close/>
                <a:moveTo>
                  <a:pt x="921144" y="794302"/>
                </a:moveTo>
                <a:cubicBezTo>
                  <a:pt x="977001" y="799632"/>
                  <a:pt x="1051747" y="835673"/>
                  <a:pt x="1061482" y="895354"/>
                </a:cubicBezTo>
                <a:cubicBezTo>
                  <a:pt x="1067044" y="929598"/>
                  <a:pt x="1050241" y="965465"/>
                  <a:pt x="1026716" y="987135"/>
                </a:cubicBezTo>
                <a:cubicBezTo>
                  <a:pt x="960198" y="1048497"/>
                  <a:pt x="833593" y="999941"/>
                  <a:pt x="794945" y="985165"/>
                </a:cubicBezTo>
                <a:cubicBezTo>
                  <a:pt x="759020" y="971375"/>
                  <a:pt x="705018" y="944663"/>
                  <a:pt x="650957" y="890834"/>
                </a:cubicBezTo>
                <a:cubicBezTo>
                  <a:pt x="673439" y="879883"/>
                  <a:pt x="705423" y="864876"/>
                  <a:pt x="744361" y="848362"/>
                </a:cubicBezTo>
                <a:cubicBezTo>
                  <a:pt x="835505" y="809772"/>
                  <a:pt x="881859" y="790535"/>
                  <a:pt x="921144" y="794302"/>
                </a:cubicBezTo>
                <a:close/>
                <a:moveTo>
                  <a:pt x="108670" y="711733"/>
                </a:moveTo>
                <a:cubicBezTo>
                  <a:pt x="179882" y="704664"/>
                  <a:pt x="243793" y="779120"/>
                  <a:pt x="266912" y="841351"/>
                </a:cubicBezTo>
                <a:cubicBezTo>
                  <a:pt x="283194" y="885156"/>
                  <a:pt x="275314" y="944026"/>
                  <a:pt x="258916" y="1059911"/>
                </a:cubicBezTo>
                <a:cubicBezTo>
                  <a:pt x="251963" y="1109452"/>
                  <a:pt x="244488" y="1150592"/>
                  <a:pt x="238810" y="1179621"/>
                </a:cubicBezTo>
                <a:lnTo>
                  <a:pt x="238810" y="1179563"/>
                </a:lnTo>
                <a:cubicBezTo>
                  <a:pt x="160819" y="1134194"/>
                  <a:pt x="113827" y="1080539"/>
                  <a:pt x="87174" y="1043687"/>
                </a:cubicBezTo>
                <a:cubicBezTo>
                  <a:pt x="58492" y="1004112"/>
                  <a:pt x="-35549" y="874146"/>
                  <a:pt x="14339" y="779410"/>
                </a:cubicBezTo>
                <a:cubicBezTo>
                  <a:pt x="31954" y="745919"/>
                  <a:pt x="67821" y="715789"/>
                  <a:pt x="108670" y="711733"/>
                </a:cubicBezTo>
                <a:close/>
                <a:moveTo>
                  <a:pt x="1049650" y="554422"/>
                </a:moveTo>
                <a:cubicBezTo>
                  <a:pt x="1060710" y="553541"/>
                  <a:pt x="1070665" y="553910"/>
                  <a:pt x="1080081" y="555634"/>
                </a:cubicBezTo>
                <a:cubicBezTo>
                  <a:pt x="1133562" y="565369"/>
                  <a:pt x="1202688" y="606276"/>
                  <a:pt x="1207207" y="664683"/>
                </a:cubicBezTo>
                <a:cubicBezTo>
                  <a:pt x="1209815" y="698174"/>
                  <a:pt x="1190636" y="731375"/>
                  <a:pt x="1166126" y="750438"/>
                </a:cubicBezTo>
                <a:cubicBezTo>
                  <a:pt x="1096884" y="804209"/>
                  <a:pt x="978681" y="746962"/>
                  <a:pt x="942641" y="729521"/>
                </a:cubicBezTo>
                <a:cubicBezTo>
                  <a:pt x="909149" y="713297"/>
                  <a:pt x="859203" y="683051"/>
                  <a:pt x="811458" y="626672"/>
                </a:cubicBezTo>
                <a:lnTo>
                  <a:pt x="811400" y="626614"/>
                </a:lnTo>
                <a:cubicBezTo>
                  <a:pt x="833998" y="617865"/>
                  <a:pt x="866098" y="605987"/>
                  <a:pt x="905036" y="593297"/>
                </a:cubicBezTo>
                <a:cubicBezTo>
                  <a:pt x="973351" y="570961"/>
                  <a:pt x="1016471" y="557065"/>
                  <a:pt x="1049650" y="554422"/>
                </a:cubicBezTo>
                <a:close/>
                <a:moveTo>
                  <a:pt x="338471" y="356659"/>
                </a:moveTo>
                <a:cubicBezTo>
                  <a:pt x="404062" y="356137"/>
                  <a:pt x="456269" y="429377"/>
                  <a:pt x="472203" y="488073"/>
                </a:cubicBezTo>
                <a:cubicBezTo>
                  <a:pt x="483386" y="529444"/>
                  <a:pt x="471392" y="582520"/>
                  <a:pt x="446824" y="686933"/>
                </a:cubicBezTo>
                <a:cubicBezTo>
                  <a:pt x="436336" y="731607"/>
                  <a:pt x="426138" y="768459"/>
                  <a:pt x="418548" y="794533"/>
                </a:cubicBezTo>
                <a:lnTo>
                  <a:pt x="418548" y="794475"/>
                </a:lnTo>
                <a:cubicBezTo>
                  <a:pt x="351102" y="746556"/>
                  <a:pt x="312628" y="693712"/>
                  <a:pt x="291363" y="657904"/>
                </a:cubicBezTo>
                <a:cubicBezTo>
                  <a:pt x="268476" y="619372"/>
                  <a:pt x="193382" y="492998"/>
                  <a:pt x="246747" y="410661"/>
                </a:cubicBezTo>
                <a:cubicBezTo>
                  <a:pt x="265637" y="381516"/>
                  <a:pt x="300866" y="356948"/>
                  <a:pt x="338471" y="356659"/>
                </a:cubicBezTo>
                <a:close/>
                <a:moveTo>
                  <a:pt x="1142901" y="347876"/>
                </a:moveTo>
                <a:cubicBezTo>
                  <a:pt x="1151344" y="347200"/>
                  <a:pt x="1158941" y="347475"/>
                  <a:pt x="1166126" y="348779"/>
                </a:cubicBezTo>
                <a:cubicBezTo>
                  <a:pt x="1206976" y="356195"/>
                  <a:pt x="1259762" y="387427"/>
                  <a:pt x="1263181" y="432043"/>
                </a:cubicBezTo>
                <a:cubicBezTo>
                  <a:pt x="1265151" y="457653"/>
                  <a:pt x="1250491" y="482974"/>
                  <a:pt x="1231776" y="497518"/>
                </a:cubicBezTo>
                <a:cubicBezTo>
                  <a:pt x="1178932" y="538600"/>
                  <a:pt x="1088657" y="494853"/>
                  <a:pt x="1061134" y="481526"/>
                </a:cubicBezTo>
                <a:cubicBezTo>
                  <a:pt x="1035524" y="469126"/>
                  <a:pt x="997397" y="446065"/>
                  <a:pt x="960951" y="403013"/>
                </a:cubicBezTo>
                <a:cubicBezTo>
                  <a:pt x="978218" y="396350"/>
                  <a:pt x="1002728" y="387253"/>
                  <a:pt x="1032453" y="377576"/>
                </a:cubicBezTo>
                <a:cubicBezTo>
                  <a:pt x="1084645" y="360498"/>
                  <a:pt x="1117574" y="349905"/>
                  <a:pt x="1142901" y="347876"/>
                </a:cubicBezTo>
                <a:close/>
                <a:moveTo>
                  <a:pt x="599561" y="142154"/>
                </a:moveTo>
                <a:cubicBezTo>
                  <a:pt x="653680" y="143661"/>
                  <a:pt x="694587" y="205602"/>
                  <a:pt x="706002" y="254506"/>
                </a:cubicBezTo>
                <a:cubicBezTo>
                  <a:pt x="714056" y="288924"/>
                  <a:pt x="702583" y="332381"/>
                  <a:pt x="679232" y="417789"/>
                </a:cubicBezTo>
                <a:cubicBezTo>
                  <a:pt x="669266" y="454293"/>
                  <a:pt x="659764" y="484423"/>
                  <a:pt x="652752" y="505688"/>
                </a:cubicBezTo>
                <a:cubicBezTo>
                  <a:pt x="598576" y="464201"/>
                  <a:pt x="568388" y="419469"/>
                  <a:pt x="551874" y="389281"/>
                </a:cubicBezTo>
                <a:cubicBezTo>
                  <a:pt x="534086" y="356833"/>
                  <a:pt x="475853" y="250334"/>
                  <a:pt x="522323" y="183989"/>
                </a:cubicBezTo>
                <a:cubicBezTo>
                  <a:pt x="538721" y="160522"/>
                  <a:pt x="568504" y="141285"/>
                  <a:pt x="599561" y="142154"/>
                </a:cubicBezTo>
                <a:close/>
                <a:moveTo>
                  <a:pt x="1331737" y="51401"/>
                </a:moveTo>
                <a:cubicBezTo>
                  <a:pt x="1349869" y="49761"/>
                  <a:pt x="1367853" y="52097"/>
                  <a:pt x="1384338" y="60687"/>
                </a:cubicBezTo>
                <a:cubicBezTo>
                  <a:pt x="1407631" y="72855"/>
                  <a:pt x="1428723" y="97654"/>
                  <a:pt x="1431620" y="125988"/>
                </a:cubicBezTo>
                <a:cubicBezTo>
                  <a:pt x="1436719" y="175413"/>
                  <a:pt x="1385265" y="220029"/>
                  <a:pt x="1342098" y="236253"/>
                </a:cubicBezTo>
                <a:cubicBezTo>
                  <a:pt x="1311678" y="247668"/>
                  <a:pt x="1270828" y="242395"/>
                  <a:pt x="1190288" y="231328"/>
                </a:cubicBezTo>
                <a:cubicBezTo>
                  <a:pt x="1155870" y="226635"/>
                  <a:pt x="1127304" y="221594"/>
                  <a:pt x="1107140" y="217712"/>
                </a:cubicBezTo>
                <a:lnTo>
                  <a:pt x="1107082" y="217712"/>
                </a:lnTo>
                <a:cubicBezTo>
                  <a:pt x="1138429" y="163419"/>
                  <a:pt x="1175512" y="130624"/>
                  <a:pt x="1201007" y="112024"/>
                </a:cubicBezTo>
                <a:cubicBezTo>
                  <a:pt x="1221606" y="97031"/>
                  <a:pt x="1277339" y="56322"/>
                  <a:pt x="1331737" y="51401"/>
                </a:cubicBezTo>
                <a:close/>
                <a:moveTo>
                  <a:pt x="865518" y="21"/>
                </a:moveTo>
                <a:cubicBezTo>
                  <a:pt x="910482" y="1238"/>
                  <a:pt x="944437" y="52691"/>
                  <a:pt x="953939" y="93309"/>
                </a:cubicBezTo>
                <a:cubicBezTo>
                  <a:pt x="960603" y="121875"/>
                  <a:pt x="951042" y="157973"/>
                  <a:pt x="931689" y="228895"/>
                </a:cubicBezTo>
                <a:cubicBezTo>
                  <a:pt x="923403" y="259199"/>
                  <a:pt x="915523" y="284231"/>
                  <a:pt x="909671" y="301903"/>
                </a:cubicBezTo>
                <a:cubicBezTo>
                  <a:pt x="864649" y="267485"/>
                  <a:pt x="839618" y="230344"/>
                  <a:pt x="825886" y="205255"/>
                </a:cubicBezTo>
                <a:cubicBezTo>
                  <a:pt x="811168" y="178311"/>
                  <a:pt x="762786" y="89890"/>
                  <a:pt x="801376" y="34787"/>
                </a:cubicBezTo>
                <a:cubicBezTo>
                  <a:pt x="814992" y="15260"/>
                  <a:pt x="839734" y="-674"/>
                  <a:pt x="865518" y="2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578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5" name="任意多边形: 形状 74"/>
          <p:cNvSpPr/>
          <p:nvPr userDrawn="1">
            <p:custDataLst>
              <p:tags r:id="rId59"/>
            </p:custDataLst>
          </p:nvPr>
        </p:nvSpPr>
        <p:spPr>
          <a:xfrm>
            <a:off x="10826802" y="4694336"/>
            <a:ext cx="1224680" cy="1320576"/>
          </a:xfrm>
          <a:custGeom>
            <a:avLst/>
            <a:gdLst>
              <a:gd name="connsiteX0" fmla="*/ 740335 w 1224680"/>
              <a:gd name="connsiteY0" fmla="*/ 0 h 1320576"/>
              <a:gd name="connsiteX1" fmla="*/ 791490 w 1224680"/>
              <a:gd name="connsiteY1" fmla="*/ 218747 h 1320576"/>
              <a:gd name="connsiteX2" fmla="*/ 795525 w 1224680"/>
              <a:gd name="connsiteY2" fmla="*/ 226777 h 1320576"/>
              <a:gd name="connsiteX3" fmla="*/ 813981 w 1224680"/>
              <a:gd name="connsiteY3" fmla="*/ 213056 h 1320576"/>
              <a:gd name="connsiteX4" fmla="*/ 1223753 w 1224680"/>
              <a:gd name="connsiteY4" fmla="*/ 19469 h 1320576"/>
              <a:gd name="connsiteX5" fmla="*/ 1224680 w 1224680"/>
              <a:gd name="connsiteY5" fmla="*/ 25321 h 1320576"/>
              <a:gd name="connsiteX6" fmla="*/ 822383 w 1224680"/>
              <a:gd name="connsiteY6" fmla="*/ 225108 h 1320576"/>
              <a:gd name="connsiteX7" fmla="*/ 806584 w 1224680"/>
              <a:gd name="connsiteY7" fmla="*/ 236489 h 1320576"/>
              <a:gd name="connsiteX8" fmla="*/ 779724 w 1224680"/>
              <a:gd name="connsiteY8" fmla="*/ 258952 h 1320576"/>
              <a:gd name="connsiteX9" fmla="*/ 781860 w 1224680"/>
              <a:gd name="connsiteY9" fmla="*/ 260337 h 1320576"/>
              <a:gd name="connsiteX10" fmla="*/ 1011682 w 1224680"/>
              <a:gd name="connsiteY10" fmla="*/ 321235 h 1320576"/>
              <a:gd name="connsiteX11" fmla="*/ 1011682 w 1224680"/>
              <a:gd name="connsiteY11" fmla="*/ 330042 h 1320576"/>
              <a:gd name="connsiteX12" fmla="*/ 820007 w 1224680"/>
              <a:gd name="connsiteY12" fmla="*/ 290120 h 1320576"/>
              <a:gd name="connsiteX13" fmla="*/ 784901 w 1224680"/>
              <a:gd name="connsiteY13" fmla="*/ 272390 h 1320576"/>
              <a:gd name="connsiteX14" fmla="*/ 772692 w 1224680"/>
              <a:gd name="connsiteY14" fmla="*/ 264833 h 1320576"/>
              <a:gd name="connsiteX15" fmla="*/ 762825 w 1224680"/>
              <a:gd name="connsiteY15" fmla="*/ 273085 h 1320576"/>
              <a:gd name="connsiteX16" fmla="*/ 605967 w 1224680"/>
              <a:gd name="connsiteY16" fmla="*/ 441872 h 1320576"/>
              <a:gd name="connsiteX17" fmla="*/ 587632 w 1224680"/>
              <a:gd name="connsiteY17" fmla="*/ 467359 h 1320576"/>
              <a:gd name="connsiteX18" fmla="*/ 593001 w 1224680"/>
              <a:gd name="connsiteY18" fmla="*/ 470096 h 1320576"/>
              <a:gd name="connsiteX19" fmla="*/ 953044 w 1224680"/>
              <a:gd name="connsiteY19" fmla="*/ 562162 h 1320576"/>
              <a:gd name="connsiteX20" fmla="*/ 953044 w 1224680"/>
              <a:gd name="connsiteY20" fmla="*/ 571433 h 1320576"/>
              <a:gd name="connsiteX21" fmla="*/ 619119 w 1224680"/>
              <a:gd name="connsiteY21" fmla="*/ 492514 h 1320576"/>
              <a:gd name="connsiteX22" fmla="*/ 619061 w 1224680"/>
              <a:gd name="connsiteY22" fmla="*/ 492514 h 1320576"/>
              <a:gd name="connsiteX23" fmla="*/ 590495 w 1224680"/>
              <a:gd name="connsiteY23" fmla="*/ 479181 h 1320576"/>
              <a:gd name="connsiteX24" fmla="*/ 582156 w 1224680"/>
              <a:gd name="connsiteY24" fmla="*/ 474971 h 1320576"/>
              <a:gd name="connsiteX25" fmla="*/ 450598 w 1224680"/>
              <a:gd name="connsiteY25" fmla="*/ 657849 h 1320576"/>
              <a:gd name="connsiteX26" fmla="*/ 402583 w 1224680"/>
              <a:gd name="connsiteY26" fmla="*/ 736987 h 1320576"/>
              <a:gd name="connsiteX27" fmla="*/ 425856 w 1224680"/>
              <a:gd name="connsiteY27" fmla="*/ 745677 h 1320576"/>
              <a:gd name="connsiteX28" fmla="*/ 786226 w 1224680"/>
              <a:gd name="connsiteY28" fmla="*/ 800539 h 1320576"/>
              <a:gd name="connsiteX29" fmla="*/ 787096 w 1224680"/>
              <a:gd name="connsiteY29" fmla="*/ 810273 h 1320576"/>
              <a:gd name="connsiteX30" fmla="*/ 422358 w 1224680"/>
              <a:gd name="connsiteY30" fmla="*/ 754751 h 1320576"/>
              <a:gd name="connsiteX31" fmla="*/ 397449 w 1224680"/>
              <a:gd name="connsiteY31" fmla="*/ 745448 h 1320576"/>
              <a:gd name="connsiteX32" fmla="*/ 345973 w 1224680"/>
              <a:gd name="connsiteY32" fmla="*/ 830289 h 1320576"/>
              <a:gd name="connsiteX33" fmla="*/ 211805 w 1224680"/>
              <a:gd name="connsiteY33" fmla="*/ 1084960 h 1320576"/>
              <a:gd name="connsiteX34" fmla="*/ 213463 w 1224680"/>
              <a:gd name="connsiteY34" fmla="*/ 1085423 h 1320576"/>
              <a:gd name="connsiteX35" fmla="*/ 661591 w 1224680"/>
              <a:gd name="connsiteY35" fmla="*/ 1109954 h 1320576"/>
              <a:gd name="connsiteX36" fmla="*/ 663735 w 1224680"/>
              <a:gd name="connsiteY36" fmla="*/ 1119920 h 1320576"/>
              <a:gd name="connsiteX37" fmla="*/ 210678 w 1224680"/>
              <a:gd name="connsiteY37" fmla="*/ 1095227 h 1320576"/>
              <a:gd name="connsiteX38" fmla="*/ 207255 w 1224680"/>
              <a:gd name="connsiteY38" fmla="*/ 1094278 h 1320576"/>
              <a:gd name="connsiteX39" fmla="*/ 153107 w 1224680"/>
              <a:gd name="connsiteY39" fmla="*/ 1208731 h 1320576"/>
              <a:gd name="connsiteX40" fmla="*/ 103313 w 1224680"/>
              <a:gd name="connsiteY40" fmla="*/ 1320576 h 1320576"/>
              <a:gd name="connsiteX41" fmla="*/ 89870 w 1224680"/>
              <a:gd name="connsiteY41" fmla="*/ 1314782 h 1320576"/>
              <a:gd name="connsiteX42" fmla="*/ 89870 w 1224680"/>
              <a:gd name="connsiteY42" fmla="*/ 1314724 h 1320576"/>
              <a:gd name="connsiteX43" fmla="*/ 139912 w 1224680"/>
              <a:gd name="connsiteY43" fmla="*/ 1202316 h 1320576"/>
              <a:gd name="connsiteX44" fmla="*/ 161430 w 1224680"/>
              <a:gd name="connsiteY44" fmla="*/ 1156843 h 1320576"/>
              <a:gd name="connsiteX45" fmla="*/ 158647 w 1224680"/>
              <a:gd name="connsiteY45" fmla="*/ 1158799 h 1320576"/>
              <a:gd name="connsiteX46" fmla="*/ 158705 w 1224680"/>
              <a:gd name="connsiteY46" fmla="*/ 1158741 h 1320576"/>
              <a:gd name="connsiteX47" fmla="*/ 0 w 1224680"/>
              <a:gd name="connsiteY47" fmla="*/ 756502 h 1320576"/>
              <a:gd name="connsiteX48" fmla="*/ 9677 w 1224680"/>
              <a:gd name="connsiteY48" fmla="*/ 755401 h 1320576"/>
              <a:gd name="connsiteX49" fmla="*/ 160512 w 1224680"/>
              <a:gd name="connsiteY49" fmla="*/ 1144011 h 1320576"/>
              <a:gd name="connsiteX50" fmla="*/ 164606 w 1224680"/>
              <a:gd name="connsiteY50" fmla="*/ 1150132 h 1320576"/>
              <a:gd name="connsiteX51" fmla="*/ 197517 w 1224680"/>
              <a:gd name="connsiteY51" fmla="*/ 1080585 h 1320576"/>
              <a:gd name="connsiteX52" fmla="*/ 333830 w 1224680"/>
              <a:gd name="connsiteY52" fmla="*/ 821990 h 1320576"/>
              <a:gd name="connsiteX53" fmla="*/ 346180 w 1224680"/>
              <a:gd name="connsiteY53" fmla="*/ 801651 h 1320576"/>
              <a:gd name="connsiteX54" fmla="*/ 340670 w 1224680"/>
              <a:gd name="connsiteY54" fmla="*/ 792793 h 1320576"/>
              <a:gd name="connsiteX55" fmla="*/ 210275 w 1224680"/>
              <a:gd name="connsiteY55" fmla="*/ 418695 h 1320576"/>
              <a:gd name="connsiteX56" fmla="*/ 220009 w 1224680"/>
              <a:gd name="connsiteY56" fmla="*/ 417884 h 1320576"/>
              <a:gd name="connsiteX57" fmla="*/ 348900 w 1224680"/>
              <a:gd name="connsiteY57" fmla="*/ 787518 h 1320576"/>
              <a:gd name="connsiteX58" fmla="*/ 351869 w 1224680"/>
              <a:gd name="connsiteY58" fmla="*/ 792282 h 1320576"/>
              <a:gd name="connsiteX59" fmla="*/ 439061 w 1224680"/>
              <a:gd name="connsiteY59" fmla="*/ 648689 h 1320576"/>
              <a:gd name="connsiteX60" fmla="*/ 562419 w 1224680"/>
              <a:gd name="connsiteY60" fmla="*/ 477370 h 1320576"/>
              <a:gd name="connsiteX61" fmla="*/ 560720 w 1224680"/>
              <a:gd name="connsiteY61" fmla="*/ 474407 h 1320576"/>
              <a:gd name="connsiteX62" fmla="*/ 458154 w 1224680"/>
              <a:gd name="connsiteY62" fmla="*/ 142366 h 1320576"/>
              <a:gd name="connsiteX63" fmla="*/ 466730 w 1224680"/>
              <a:gd name="connsiteY63" fmla="*/ 141960 h 1320576"/>
              <a:gd name="connsiteX64" fmla="*/ 556759 w 1224680"/>
              <a:gd name="connsiteY64" fmla="*/ 448822 h 1320576"/>
              <a:gd name="connsiteX65" fmla="*/ 567936 w 1224680"/>
              <a:gd name="connsiteY65" fmla="*/ 469708 h 1320576"/>
              <a:gd name="connsiteX66" fmla="*/ 595363 w 1224680"/>
              <a:gd name="connsiteY66" fmla="*/ 431617 h 1320576"/>
              <a:gd name="connsiteX67" fmla="*/ 749585 w 1224680"/>
              <a:gd name="connsiteY67" fmla="*/ 265429 h 1320576"/>
              <a:gd name="connsiteX68" fmla="*/ 788479 w 1224680"/>
              <a:gd name="connsiteY68" fmla="*/ 232613 h 1320576"/>
              <a:gd name="connsiteX69" fmla="*/ 783693 w 1224680"/>
              <a:gd name="connsiteY69" fmla="*/ 222828 h 1320576"/>
              <a:gd name="connsiteX70" fmla="*/ 731528 w 1224680"/>
              <a:gd name="connsiteY70" fmla="*/ 406 h 1320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1224680" h="1320576">
                <a:moveTo>
                  <a:pt x="740335" y="0"/>
                </a:moveTo>
                <a:cubicBezTo>
                  <a:pt x="745115" y="106470"/>
                  <a:pt x="776068" y="185497"/>
                  <a:pt x="791490" y="218747"/>
                </a:cubicBezTo>
                <a:lnTo>
                  <a:pt x="795525" y="226777"/>
                </a:lnTo>
                <a:lnTo>
                  <a:pt x="813981" y="213056"/>
                </a:lnTo>
                <a:cubicBezTo>
                  <a:pt x="825570" y="204133"/>
                  <a:pt x="998761" y="54988"/>
                  <a:pt x="1223753" y="19469"/>
                </a:cubicBezTo>
                <a:lnTo>
                  <a:pt x="1224680" y="25321"/>
                </a:lnTo>
                <a:cubicBezTo>
                  <a:pt x="1008495" y="65649"/>
                  <a:pt x="911383" y="156794"/>
                  <a:pt x="822383" y="225108"/>
                </a:cubicBezTo>
                <a:cubicBezTo>
                  <a:pt x="822180" y="225253"/>
                  <a:pt x="816712" y="228770"/>
                  <a:pt x="806584" y="236489"/>
                </a:cubicBezTo>
                <a:lnTo>
                  <a:pt x="779724" y="258952"/>
                </a:lnTo>
                <a:lnTo>
                  <a:pt x="781860" y="260337"/>
                </a:lnTo>
                <a:cubicBezTo>
                  <a:pt x="802120" y="272988"/>
                  <a:pt x="888380" y="321843"/>
                  <a:pt x="1011682" y="321235"/>
                </a:cubicBezTo>
                <a:lnTo>
                  <a:pt x="1011682" y="330042"/>
                </a:lnTo>
                <a:cubicBezTo>
                  <a:pt x="928476" y="330448"/>
                  <a:pt x="861726" y="308661"/>
                  <a:pt x="820007" y="290120"/>
                </a:cubicBezTo>
                <a:cubicBezTo>
                  <a:pt x="804826" y="283370"/>
                  <a:pt x="792991" y="277054"/>
                  <a:pt x="784901" y="272390"/>
                </a:cubicBezTo>
                <a:lnTo>
                  <a:pt x="772692" y="264833"/>
                </a:lnTo>
                <a:lnTo>
                  <a:pt x="762825" y="273085"/>
                </a:lnTo>
                <a:cubicBezTo>
                  <a:pt x="725141" y="306996"/>
                  <a:pt x="671240" y="361042"/>
                  <a:pt x="605967" y="441872"/>
                </a:cubicBezTo>
                <a:lnTo>
                  <a:pt x="587632" y="467359"/>
                </a:lnTo>
                <a:lnTo>
                  <a:pt x="593001" y="470096"/>
                </a:lnTo>
                <a:cubicBezTo>
                  <a:pt x="631517" y="489198"/>
                  <a:pt x="790905" y="562923"/>
                  <a:pt x="953044" y="562162"/>
                </a:cubicBezTo>
                <a:lnTo>
                  <a:pt x="953044" y="571433"/>
                </a:lnTo>
                <a:cubicBezTo>
                  <a:pt x="817110" y="572070"/>
                  <a:pt x="683262" y="521080"/>
                  <a:pt x="619119" y="492514"/>
                </a:cubicBezTo>
                <a:lnTo>
                  <a:pt x="619061" y="492514"/>
                </a:lnTo>
                <a:cubicBezTo>
                  <a:pt x="606864" y="487097"/>
                  <a:pt x="597188" y="482476"/>
                  <a:pt x="590495" y="479181"/>
                </a:cubicBezTo>
                <a:lnTo>
                  <a:pt x="582156" y="474971"/>
                </a:lnTo>
                <a:lnTo>
                  <a:pt x="450598" y="657849"/>
                </a:lnTo>
                <a:lnTo>
                  <a:pt x="402583" y="736987"/>
                </a:lnTo>
                <a:lnTo>
                  <a:pt x="425856" y="745677"/>
                </a:lnTo>
                <a:cubicBezTo>
                  <a:pt x="491859" y="769130"/>
                  <a:pt x="640428" y="813663"/>
                  <a:pt x="786226" y="800539"/>
                </a:cubicBezTo>
                <a:lnTo>
                  <a:pt x="787096" y="810273"/>
                </a:lnTo>
                <a:cubicBezTo>
                  <a:pt x="639385" y="823528"/>
                  <a:pt x="489099" y="778473"/>
                  <a:pt x="422358" y="754751"/>
                </a:cubicBezTo>
                <a:lnTo>
                  <a:pt x="397449" y="745448"/>
                </a:lnTo>
                <a:lnTo>
                  <a:pt x="345973" y="830289"/>
                </a:lnTo>
                <a:lnTo>
                  <a:pt x="211805" y="1084960"/>
                </a:lnTo>
                <a:lnTo>
                  <a:pt x="213463" y="1085423"/>
                </a:lnTo>
                <a:cubicBezTo>
                  <a:pt x="264972" y="1099212"/>
                  <a:pt x="476080" y="1149855"/>
                  <a:pt x="661591" y="1109954"/>
                </a:cubicBezTo>
                <a:lnTo>
                  <a:pt x="663735" y="1119920"/>
                </a:lnTo>
                <a:cubicBezTo>
                  <a:pt x="475993" y="1160277"/>
                  <a:pt x="262698" y="1109115"/>
                  <a:pt x="210678" y="1095227"/>
                </a:cubicBezTo>
                <a:lnTo>
                  <a:pt x="207255" y="1094278"/>
                </a:lnTo>
                <a:lnTo>
                  <a:pt x="153107" y="1208731"/>
                </a:lnTo>
                <a:cubicBezTo>
                  <a:pt x="135235" y="1247737"/>
                  <a:pt x="118615" y="1285197"/>
                  <a:pt x="103313" y="1320576"/>
                </a:cubicBezTo>
                <a:lnTo>
                  <a:pt x="89870" y="1314782"/>
                </a:lnTo>
                <a:lnTo>
                  <a:pt x="89870" y="1314724"/>
                </a:lnTo>
                <a:cubicBezTo>
                  <a:pt x="105246" y="1279166"/>
                  <a:pt x="121948" y="1241518"/>
                  <a:pt x="139912" y="1202316"/>
                </a:cubicBezTo>
                <a:lnTo>
                  <a:pt x="161430" y="1156843"/>
                </a:lnTo>
                <a:lnTo>
                  <a:pt x="158647" y="1158799"/>
                </a:lnTo>
                <a:lnTo>
                  <a:pt x="158705" y="1158741"/>
                </a:lnTo>
                <a:cubicBezTo>
                  <a:pt x="157373" y="1156829"/>
                  <a:pt x="24162" y="965502"/>
                  <a:pt x="0" y="756502"/>
                </a:cubicBezTo>
                <a:lnTo>
                  <a:pt x="9677" y="755401"/>
                </a:lnTo>
                <a:cubicBezTo>
                  <a:pt x="30565" y="936146"/>
                  <a:pt x="134101" y="1103672"/>
                  <a:pt x="160512" y="1144011"/>
                </a:cubicBezTo>
                <a:lnTo>
                  <a:pt x="164606" y="1150132"/>
                </a:lnTo>
                <a:lnTo>
                  <a:pt x="197517" y="1080585"/>
                </a:lnTo>
                <a:cubicBezTo>
                  <a:pt x="238354" y="997036"/>
                  <a:pt x="283968" y="909411"/>
                  <a:pt x="333830" y="821990"/>
                </a:cubicBezTo>
                <a:lnTo>
                  <a:pt x="346180" y="801651"/>
                </a:lnTo>
                <a:lnTo>
                  <a:pt x="340670" y="792793"/>
                </a:lnTo>
                <a:cubicBezTo>
                  <a:pt x="316891" y="753632"/>
                  <a:pt x="224167" y="591177"/>
                  <a:pt x="210275" y="418695"/>
                </a:cubicBezTo>
                <a:lnTo>
                  <a:pt x="220009" y="417884"/>
                </a:lnTo>
                <a:cubicBezTo>
                  <a:pt x="233749" y="588236"/>
                  <a:pt x="325389" y="748829"/>
                  <a:pt x="348900" y="787518"/>
                </a:cubicBezTo>
                <a:lnTo>
                  <a:pt x="351869" y="792282"/>
                </a:lnTo>
                <a:lnTo>
                  <a:pt x="439061" y="648689"/>
                </a:lnTo>
                <a:lnTo>
                  <a:pt x="562419" y="477370"/>
                </a:lnTo>
                <a:lnTo>
                  <a:pt x="560720" y="474407"/>
                </a:lnTo>
                <a:cubicBezTo>
                  <a:pt x="541112" y="439354"/>
                  <a:pt x="464897" y="294010"/>
                  <a:pt x="458154" y="142366"/>
                </a:cubicBezTo>
                <a:lnTo>
                  <a:pt x="466730" y="141960"/>
                </a:lnTo>
                <a:cubicBezTo>
                  <a:pt x="472466" y="270289"/>
                  <a:pt x="528623" y="394185"/>
                  <a:pt x="556759" y="448822"/>
                </a:cubicBezTo>
                <a:lnTo>
                  <a:pt x="567936" y="469708"/>
                </a:lnTo>
                <a:lnTo>
                  <a:pt x="595363" y="431617"/>
                </a:lnTo>
                <a:cubicBezTo>
                  <a:pt x="659187" y="352699"/>
                  <a:pt x="711872" y="299580"/>
                  <a:pt x="749585" y="265429"/>
                </a:cubicBezTo>
                <a:lnTo>
                  <a:pt x="788479" y="232613"/>
                </a:lnTo>
                <a:lnTo>
                  <a:pt x="783693" y="222828"/>
                </a:lnTo>
                <a:cubicBezTo>
                  <a:pt x="767967" y="188956"/>
                  <a:pt x="736352" y="108484"/>
                  <a:pt x="731528" y="406"/>
                </a:cubicBezTo>
                <a:close/>
              </a:path>
            </a:pathLst>
          </a:custGeom>
          <a:solidFill>
            <a:schemeClr val="accent2"/>
          </a:solidFill>
          <a:ln w="578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6" name="任意多边形: 形状 75"/>
          <p:cNvSpPr/>
          <p:nvPr userDrawn="1">
            <p:custDataLst>
              <p:tags r:id="rId60"/>
            </p:custDataLst>
          </p:nvPr>
        </p:nvSpPr>
        <p:spPr>
          <a:xfrm>
            <a:off x="9965376" y="5098697"/>
            <a:ext cx="1423254" cy="953645"/>
          </a:xfrm>
          <a:custGeom>
            <a:avLst/>
            <a:gdLst>
              <a:gd name="connsiteX0" fmla="*/ 1387374 w 1423254"/>
              <a:gd name="connsiteY0" fmla="*/ 784047 h 953645"/>
              <a:gd name="connsiteX1" fmla="*/ 1417157 w 1423254"/>
              <a:gd name="connsiteY1" fmla="*/ 914592 h 953645"/>
              <a:gd name="connsiteX2" fmla="*/ 1397225 w 1423254"/>
              <a:gd name="connsiteY2" fmla="*/ 953645 h 953645"/>
              <a:gd name="connsiteX3" fmla="*/ 151281 w 1423254"/>
              <a:gd name="connsiteY3" fmla="*/ 953645 h 953645"/>
              <a:gd name="connsiteX4" fmla="*/ 126713 w 1423254"/>
              <a:gd name="connsiteY4" fmla="*/ 936900 h 953645"/>
              <a:gd name="connsiteX5" fmla="*/ 28616 w 1423254"/>
              <a:gd name="connsiteY5" fmla="*/ 837702 h 953645"/>
              <a:gd name="connsiteX6" fmla="*/ 10016 w 1423254"/>
              <a:gd name="connsiteY6" fmla="*/ 712487 h 953645"/>
              <a:gd name="connsiteX7" fmla="*/ 111126 w 1423254"/>
              <a:gd name="connsiteY7" fmla="*/ 663931 h 953645"/>
              <a:gd name="connsiteX8" fmla="*/ 208528 w 1423254"/>
              <a:gd name="connsiteY8" fmla="*/ 701594 h 953645"/>
              <a:gd name="connsiteX9" fmla="*/ 116978 w 1423254"/>
              <a:gd name="connsiteY9" fmla="*/ 526607 h 953645"/>
              <a:gd name="connsiteX10" fmla="*/ 88413 w 1423254"/>
              <a:gd name="connsiteY10" fmla="*/ 424337 h 953645"/>
              <a:gd name="connsiteX11" fmla="*/ 85863 w 1423254"/>
              <a:gd name="connsiteY11" fmla="*/ 342348 h 953645"/>
              <a:gd name="connsiteX12" fmla="*/ 122889 w 1423254"/>
              <a:gd name="connsiteY12" fmla="*/ 278611 h 953645"/>
              <a:gd name="connsiteX13" fmla="*/ 211251 w 1423254"/>
              <a:gd name="connsiteY13" fmla="*/ 274439 h 953645"/>
              <a:gd name="connsiteX14" fmla="*/ 294457 w 1423254"/>
              <a:gd name="connsiteY14" fmla="*/ 330586 h 953645"/>
              <a:gd name="connsiteX15" fmla="*/ 367871 w 1423254"/>
              <a:gd name="connsiteY15" fmla="*/ 404347 h 953645"/>
              <a:gd name="connsiteX16" fmla="*/ 453105 w 1423254"/>
              <a:gd name="connsiteY16" fmla="*/ 528403 h 953645"/>
              <a:gd name="connsiteX17" fmla="*/ 481439 w 1423254"/>
              <a:gd name="connsiteY17" fmla="*/ 151311 h 953645"/>
              <a:gd name="connsiteX18" fmla="*/ 529879 w 1423254"/>
              <a:gd name="connsiteY18" fmla="*/ 51359 h 953645"/>
              <a:gd name="connsiteX19" fmla="*/ 612737 w 1423254"/>
              <a:gd name="connsiteY19" fmla="*/ 312 h 953645"/>
              <a:gd name="connsiteX20" fmla="*/ 709675 w 1423254"/>
              <a:gd name="connsiteY20" fmla="*/ 45971 h 953645"/>
              <a:gd name="connsiteX21" fmla="*/ 759622 w 1423254"/>
              <a:gd name="connsiteY21" fmla="*/ 159307 h 953645"/>
              <a:gd name="connsiteX22" fmla="*/ 790216 w 1423254"/>
              <a:gd name="connsiteY22" fmla="*/ 299586 h 953645"/>
              <a:gd name="connsiteX23" fmla="*/ 821273 w 1423254"/>
              <a:gd name="connsiteY23" fmla="*/ 548451 h 953645"/>
              <a:gd name="connsiteX24" fmla="*/ 928004 w 1423254"/>
              <a:gd name="connsiteY24" fmla="*/ 372189 h 953645"/>
              <a:gd name="connsiteX25" fmla="*/ 1010804 w 1423254"/>
              <a:gd name="connsiteY25" fmla="*/ 300861 h 953645"/>
              <a:gd name="connsiteX26" fmla="*/ 1116897 w 1423254"/>
              <a:gd name="connsiteY26" fmla="*/ 251030 h 953645"/>
              <a:gd name="connsiteX27" fmla="*/ 1221020 w 1423254"/>
              <a:gd name="connsiteY27" fmla="*/ 266733 h 953645"/>
              <a:gd name="connsiteX28" fmla="*/ 1270156 w 1423254"/>
              <a:gd name="connsiteY28" fmla="*/ 353473 h 953645"/>
              <a:gd name="connsiteX29" fmla="*/ 1249644 w 1423254"/>
              <a:gd name="connsiteY29" fmla="*/ 461826 h 953645"/>
              <a:gd name="connsiteX30" fmla="*/ 1201088 w 1423254"/>
              <a:gd name="connsiteY30" fmla="*/ 567804 h 953645"/>
              <a:gd name="connsiteX31" fmla="*/ 1073498 w 1423254"/>
              <a:gd name="connsiteY31" fmla="*/ 734853 h 953645"/>
              <a:gd name="connsiteX32" fmla="*/ 1258162 w 1423254"/>
              <a:gd name="connsiteY32" fmla="*/ 715095 h 953645"/>
              <a:gd name="connsiteX33" fmla="*/ 1387374 w 1423254"/>
              <a:gd name="connsiteY33" fmla="*/ 783931 h 953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423254" h="953645">
                <a:moveTo>
                  <a:pt x="1387374" y="784047"/>
                </a:moveTo>
                <a:cubicBezTo>
                  <a:pt x="1417968" y="820319"/>
                  <a:pt x="1432338" y="868469"/>
                  <a:pt x="1417157" y="914592"/>
                </a:cubicBezTo>
                <a:cubicBezTo>
                  <a:pt x="1412522" y="928672"/>
                  <a:pt x="1405742" y="941709"/>
                  <a:pt x="1397225" y="953645"/>
                </a:cubicBezTo>
                <a:lnTo>
                  <a:pt x="151281" y="953645"/>
                </a:lnTo>
                <a:cubicBezTo>
                  <a:pt x="142879" y="948315"/>
                  <a:pt x="134651" y="942810"/>
                  <a:pt x="126713" y="936900"/>
                </a:cubicBezTo>
                <a:cubicBezTo>
                  <a:pt x="89398" y="909667"/>
                  <a:pt x="53937" y="876524"/>
                  <a:pt x="28616" y="837702"/>
                </a:cubicBezTo>
                <a:cubicBezTo>
                  <a:pt x="5091" y="801545"/>
                  <a:pt x="-11597" y="753337"/>
                  <a:pt x="10016" y="712487"/>
                </a:cubicBezTo>
                <a:cubicBezTo>
                  <a:pt x="29079" y="676621"/>
                  <a:pt x="72363" y="661382"/>
                  <a:pt x="111126" y="663931"/>
                </a:cubicBezTo>
                <a:cubicBezTo>
                  <a:pt x="146703" y="666249"/>
                  <a:pt x="178746" y="682357"/>
                  <a:pt x="208528" y="701594"/>
                </a:cubicBezTo>
                <a:cubicBezTo>
                  <a:pt x="170402" y="647649"/>
                  <a:pt x="139460" y="588895"/>
                  <a:pt x="116978" y="526607"/>
                </a:cubicBezTo>
                <a:cubicBezTo>
                  <a:pt x="105042" y="493347"/>
                  <a:pt x="95192" y="459103"/>
                  <a:pt x="88413" y="424337"/>
                </a:cubicBezTo>
                <a:cubicBezTo>
                  <a:pt x="83082" y="397510"/>
                  <a:pt x="81170" y="369466"/>
                  <a:pt x="85863" y="342348"/>
                </a:cubicBezTo>
                <a:cubicBezTo>
                  <a:pt x="90209" y="317317"/>
                  <a:pt x="101624" y="293387"/>
                  <a:pt x="122889" y="278611"/>
                </a:cubicBezTo>
                <a:cubicBezTo>
                  <a:pt x="149311" y="260301"/>
                  <a:pt x="182686" y="262735"/>
                  <a:pt x="211251" y="274439"/>
                </a:cubicBezTo>
                <a:cubicBezTo>
                  <a:pt x="242483" y="287187"/>
                  <a:pt x="269194" y="308741"/>
                  <a:pt x="294457" y="330586"/>
                </a:cubicBezTo>
                <a:cubicBezTo>
                  <a:pt x="320763" y="353242"/>
                  <a:pt x="345273" y="377983"/>
                  <a:pt x="367871" y="404347"/>
                </a:cubicBezTo>
                <a:cubicBezTo>
                  <a:pt x="400666" y="442532"/>
                  <a:pt x="429232" y="484192"/>
                  <a:pt x="453105" y="528403"/>
                </a:cubicBezTo>
                <a:cubicBezTo>
                  <a:pt x="439082" y="447573"/>
                  <a:pt x="455017" y="268993"/>
                  <a:pt x="481439" y="151311"/>
                </a:cubicBezTo>
                <a:cubicBezTo>
                  <a:pt x="489609" y="115096"/>
                  <a:pt x="507223" y="81026"/>
                  <a:pt x="529879" y="51359"/>
                </a:cubicBezTo>
                <a:cubicBezTo>
                  <a:pt x="550333" y="24590"/>
                  <a:pt x="578261" y="3209"/>
                  <a:pt x="612737" y="312"/>
                </a:cubicBezTo>
                <a:cubicBezTo>
                  <a:pt x="650168" y="-2817"/>
                  <a:pt x="686093" y="17984"/>
                  <a:pt x="709675" y="45971"/>
                </a:cubicBezTo>
                <a:cubicBezTo>
                  <a:pt x="736735" y="78071"/>
                  <a:pt x="749424" y="119268"/>
                  <a:pt x="759622" y="159307"/>
                </a:cubicBezTo>
                <a:cubicBezTo>
                  <a:pt x="771442" y="205719"/>
                  <a:pt x="781524" y="252479"/>
                  <a:pt x="790216" y="299586"/>
                </a:cubicBezTo>
                <a:cubicBezTo>
                  <a:pt x="805339" y="381865"/>
                  <a:pt x="815711" y="465071"/>
                  <a:pt x="821273" y="548451"/>
                </a:cubicBezTo>
                <a:cubicBezTo>
                  <a:pt x="844218" y="483207"/>
                  <a:pt x="880780" y="422889"/>
                  <a:pt x="928004" y="372189"/>
                </a:cubicBezTo>
                <a:cubicBezTo>
                  <a:pt x="952861" y="345477"/>
                  <a:pt x="980674" y="321489"/>
                  <a:pt x="1010804" y="300861"/>
                </a:cubicBezTo>
                <a:cubicBezTo>
                  <a:pt x="1042904" y="278843"/>
                  <a:pt x="1078423" y="258969"/>
                  <a:pt x="1116897" y="251030"/>
                </a:cubicBezTo>
                <a:cubicBezTo>
                  <a:pt x="1152069" y="243730"/>
                  <a:pt x="1190137" y="247264"/>
                  <a:pt x="1221020" y="266733"/>
                </a:cubicBezTo>
                <a:cubicBezTo>
                  <a:pt x="1251440" y="285854"/>
                  <a:pt x="1267607" y="318186"/>
                  <a:pt x="1270156" y="353473"/>
                </a:cubicBezTo>
                <a:cubicBezTo>
                  <a:pt x="1272763" y="390499"/>
                  <a:pt x="1262218" y="427408"/>
                  <a:pt x="1249644" y="461826"/>
                </a:cubicBezTo>
                <a:cubicBezTo>
                  <a:pt x="1236259" y="498388"/>
                  <a:pt x="1220036" y="533850"/>
                  <a:pt x="1201088" y="567804"/>
                </a:cubicBezTo>
                <a:cubicBezTo>
                  <a:pt x="1166844" y="629223"/>
                  <a:pt x="1123677" y="685602"/>
                  <a:pt x="1073498" y="734853"/>
                </a:cubicBezTo>
                <a:cubicBezTo>
                  <a:pt x="1133817" y="719440"/>
                  <a:pt x="1195931" y="706519"/>
                  <a:pt x="1258162" y="715095"/>
                </a:cubicBezTo>
                <a:cubicBezTo>
                  <a:pt x="1307703" y="721990"/>
                  <a:pt x="1354810" y="745399"/>
                  <a:pt x="1387374" y="783931"/>
                </a:cubicBezTo>
              </a:path>
            </a:pathLst>
          </a:custGeom>
          <a:solidFill>
            <a:schemeClr val="accent3">
              <a:lumMod val="75000"/>
            </a:schemeClr>
          </a:solidFill>
          <a:ln w="578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7" name="任意多边形: 形状 76"/>
          <p:cNvSpPr/>
          <p:nvPr userDrawn="1">
            <p:custDataLst>
              <p:tags r:id="rId61"/>
            </p:custDataLst>
          </p:nvPr>
        </p:nvSpPr>
        <p:spPr>
          <a:xfrm>
            <a:off x="10144005" y="5203132"/>
            <a:ext cx="459312" cy="831885"/>
          </a:xfrm>
          <a:custGeom>
            <a:avLst/>
            <a:gdLst>
              <a:gd name="connsiteX0" fmla="*/ 0 w 459312"/>
              <a:gd name="connsiteY0" fmla="*/ 274591 h 831885"/>
              <a:gd name="connsiteX1" fmla="*/ 459313 w 459312"/>
              <a:gd name="connsiteY1" fmla="*/ 831886 h 831885"/>
              <a:gd name="connsiteX2" fmla="*/ 450969 w 459312"/>
              <a:gd name="connsiteY2" fmla="*/ 0 h 831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9312" h="831885">
                <a:moveTo>
                  <a:pt x="0" y="274591"/>
                </a:moveTo>
                <a:lnTo>
                  <a:pt x="459313" y="831886"/>
                </a:lnTo>
                <a:lnTo>
                  <a:pt x="450969" y="0"/>
                </a:lnTo>
              </a:path>
            </a:pathLst>
          </a:custGeom>
          <a:noFill/>
          <a:ln w="578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8" name="任意多边形: 形状 77"/>
          <p:cNvSpPr/>
          <p:nvPr userDrawn="1">
            <p:custDataLst>
              <p:tags r:id="rId62"/>
            </p:custDataLst>
          </p:nvPr>
        </p:nvSpPr>
        <p:spPr>
          <a:xfrm>
            <a:off x="10661898" y="5441973"/>
            <a:ext cx="618481" cy="606429"/>
          </a:xfrm>
          <a:custGeom>
            <a:avLst/>
            <a:gdLst>
              <a:gd name="connsiteX0" fmla="*/ 618481 w 618481"/>
              <a:gd name="connsiteY0" fmla="*/ 504624 h 606429"/>
              <a:gd name="connsiteX1" fmla="*/ 0 w 618481"/>
              <a:gd name="connsiteY1" fmla="*/ 606430 h 606429"/>
              <a:gd name="connsiteX2" fmla="*/ 448825 w 618481"/>
              <a:gd name="connsiteY2" fmla="*/ 0 h 60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8481" h="606429">
                <a:moveTo>
                  <a:pt x="618481" y="504624"/>
                </a:moveTo>
                <a:lnTo>
                  <a:pt x="0" y="606430"/>
                </a:lnTo>
                <a:lnTo>
                  <a:pt x="448825" y="0"/>
                </a:lnTo>
              </a:path>
            </a:pathLst>
          </a:custGeom>
          <a:noFill/>
          <a:ln w="578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79" name="任意多边形: 形状 78"/>
          <p:cNvSpPr/>
          <p:nvPr userDrawn="1">
            <p:custDataLst>
              <p:tags r:id="rId63"/>
            </p:custDataLst>
          </p:nvPr>
        </p:nvSpPr>
        <p:spPr>
          <a:xfrm>
            <a:off x="9261653" y="5587743"/>
            <a:ext cx="1511495" cy="464715"/>
          </a:xfrm>
          <a:custGeom>
            <a:avLst/>
            <a:gdLst>
              <a:gd name="connsiteX0" fmla="*/ 0 w 1511495"/>
              <a:gd name="connsiteY0" fmla="*/ 464715 h 464715"/>
              <a:gd name="connsiteX1" fmla="*/ 263118 w 1511495"/>
              <a:gd name="connsiteY1" fmla="*/ 98459 h 464715"/>
              <a:gd name="connsiteX2" fmla="*/ 737728 w 1511495"/>
              <a:gd name="connsiteY2" fmla="*/ 129400 h 464715"/>
              <a:gd name="connsiteX3" fmla="*/ 1511496 w 1511495"/>
              <a:gd name="connsiteY3" fmla="*/ 464715 h 464715"/>
              <a:gd name="connsiteX4" fmla="*/ 0 w 1511495"/>
              <a:gd name="connsiteY4" fmla="*/ 464715 h 464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1495" h="464715">
                <a:moveTo>
                  <a:pt x="0" y="464715"/>
                </a:moveTo>
                <a:cubicBezTo>
                  <a:pt x="0" y="464715"/>
                  <a:pt x="36098" y="88145"/>
                  <a:pt x="263118" y="98459"/>
                </a:cubicBezTo>
                <a:cubicBezTo>
                  <a:pt x="490080" y="108772"/>
                  <a:pt x="433354" y="361577"/>
                  <a:pt x="737728" y="129400"/>
                </a:cubicBezTo>
                <a:cubicBezTo>
                  <a:pt x="1042101" y="-102719"/>
                  <a:pt x="1470241" y="-40836"/>
                  <a:pt x="1511496" y="464715"/>
                </a:cubicBezTo>
                <a:lnTo>
                  <a:pt x="0" y="464715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578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0" name="任意多边形: 形状 79"/>
          <p:cNvSpPr/>
          <p:nvPr userDrawn="1">
            <p:custDataLst>
              <p:tags r:id="rId64"/>
            </p:custDataLst>
          </p:nvPr>
        </p:nvSpPr>
        <p:spPr>
          <a:xfrm>
            <a:off x="10281135" y="5668072"/>
            <a:ext cx="313580" cy="381485"/>
          </a:xfrm>
          <a:custGeom>
            <a:avLst/>
            <a:gdLst>
              <a:gd name="connsiteX0" fmla="*/ 1004066 w 1004065"/>
              <a:gd name="connsiteY0" fmla="*/ 0 h 1221493"/>
              <a:gd name="connsiteX1" fmla="*/ 279375 w 1004065"/>
              <a:gd name="connsiteY1" fmla="*/ 542867 h 1221493"/>
              <a:gd name="connsiteX2" fmla="*/ 102766 w 1004065"/>
              <a:gd name="connsiteY2" fmla="*/ 754300 h 1221493"/>
              <a:gd name="connsiteX3" fmla="*/ 2061 w 1004065"/>
              <a:gd name="connsiteY3" fmla="*/ 1221493 h 122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4065" h="1221493">
                <a:moveTo>
                  <a:pt x="1004066" y="0"/>
                </a:moveTo>
                <a:cubicBezTo>
                  <a:pt x="739789" y="147696"/>
                  <a:pt x="495328" y="330796"/>
                  <a:pt x="279375" y="542867"/>
                </a:cubicBezTo>
                <a:cubicBezTo>
                  <a:pt x="213668" y="607357"/>
                  <a:pt x="150047" y="675266"/>
                  <a:pt x="102766" y="754300"/>
                </a:cubicBezTo>
                <a:cubicBezTo>
                  <a:pt x="19734" y="893073"/>
                  <a:pt x="-8311" y="1060065"/>
                  <a:pt x="2061" y="1221493"/>
                </a:cubicBezTo>
              </a:path>
            </a:pathLst>
          </a:custGeom>
          <a:noFill/>
          <a:ln w="5784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1" name="任意多边形: 形状 80"/>
          <p:cNvSpPr/>
          <p:nvPr userDrawn="1">
            <p:custDataLst>
              <p:tags r:id="rId65"/>
            </p:custDataLst>
          </p:nvPr>
        </p:nvSpPr>
        <p:spPr>
          <a:xfrm>
            <a:off x="10144005" y="5591456"/>
            <a:ext cx="255401" cy="457287"/>
          </a:xfrm>
          <a:custGeom>
            <a:avLst/>
            <a:gdLst>
              <a:gd name="connsiteX0" fmla="*/ 725618 w 725617"/>
              <a:gd name="connsiteY0" fmla="*/ 0 h 1299194"/>
              <a:gd name="connsiteX1" fmla="*/ 179854 w 725617"/>
              <a:gd name="connsiteY1" fmla="*/ 540201 h 1299194"/>
              <a:gd name="connsiteX2" fmla="*/ 0 w 725617"/>
              <a:gd name="connsiteY2" fmla="*/ 1299195 h 129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5617" h="1299194">
                <a:moveTo>
                  <a:pt x="725618" y="0"/>
                </a:moveTo>
                <a:cubicBezTo>
                  <a:pt x="483591" y="99488"/>
                  <a:pt x="295103" y="305301"/>
                  <a:pt x="179854" y="540201"/>
                </a:cubicBezTo>
                <a:cubicBezTo>
                  <a:pt x="64548" y="775102"/>
                  <a:pt x="16977" y="1038046"/>
                  <a:pt x="0" y="1299195"/>
                </a:cubicBezTo>
              </a:path>
            </a:pathLst>
          </a:custGeom>
          <a:noFill/>
          <a:ln w="5784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2" name="任意多边形: 形状 81"/>
          <p:cNvSpPr/>
          <p:nvPr userDrawn="1">
            <p:custDataLst>
              <p:tags r:id="rId66"/>
            </p:custDataLst>
          </p:nvPr>
        </p:nvSpPr>
        <p:spPr>
          <a:xfrm>
            <a:off x="9922539" y="5757287"/>
            <a:ext cx="45719" cy="295049"/>
          </a:xfrm>
          <a:custGeom>
            <a:avLst/>
            <a:gdLst>
              <a:gd name="connsiteX0" fmla="*/ 142230 w 142229"/>
              <a:gd name="connsiteY0" fmla="*/ 0 h 1045868"/>
              <a:gd name="connsiteX1" fmla="*/ 105436 w 142229"/>
              <a:gd name="connsiteY1" fmla="*/ 1045869 h 1045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2229" h="1045868">
                <a:moveTo>
                  <a:pt x="142230" y="0"/>
                </a:moveTo>
                <a:cubicBezTo>
                  <a:pt x="-33221" y="316716"/>
                  <a:pt x="-47359" y="717622"/>
                  <a:pt x="105436" y="1045869"/>
                </a:cubicBezTo>
              </a:path>
            </a:pathLst>
          </a:custGeom>
          <a:noFill/>
          <a:ln w="5784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3" name="任意多边形: 形状 82"/>
          <p:cNvSpPr/>
          <p:nvPr userDrawn="1">
            <p:custDataLst>
              <p:tags r:id="rId67"/>
            </p:custDataLst>
          </p:nvPr>
        </p:nvSpPr>
        <p:spPr>
          <a:xfrm>
            <a:off x="9347939" y="5776477"/>
            <a:ext cx="131359" cy="276998"/>
          </a:xfrm>
          <a:custGeom>
            <a:avLst/>
            <a:gdLst>
              <a:gd name="connsiteX0" fmla="*/ 73252 w 655403"/>
              <a:gd name="connsiteY0" fmla="*/ 0 h 1382052"/>
              <a:gd name="connsiteX1" fmla="*/ 6039 w 655403"/>
              <a:gd name="connsiteY1" fmla="*/ 343891 h 1382052"/>
              <a:gd name="connsiteX2" fmla="*/ 14614 w 655403"/>
              <a:gd name="connsiteY2" fmla="*/ 592350 h 1382052"/>
              <a:gd name="connsiteX3" fmla="*/ 184618 w 655403"/>
              <a:gd name="connsiteY3" fmla="*/ 903735 h 1382052"/>
              <a:gd name="connsiteX4" fmla="*/ 655404 w 655403"/>
              <a:gd name="connsiteY4" fmla="*/ 1382053 h 1382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403" h="1382052">
                <a:moveTo>
                  <a:pt x="73252" y="0"/>
                </a:moveTo>
                <a:cubicBezTo>
                  <a:pt x="39993" y="112119"/>
                  <a:pt x="17453" y="227484"/>
                  <a:pt x="6039" y="343891"/>
                </a:cubicBezTo>
                <a:cubicBezTo>
                  <a:pt x="-2073" y="426749"/>
                  <a:pt x="-4449" y="511288"/>
                  <a:pt x="14614" y="592350"/>
                </a:cubicBezTo>
                <a:cubicBezTo>
                  <a:pt x="41905" y="708409"/>
                  <a:pt x="111147" y="809867"/>
                  <a:pt x="184618" y="903735"/>
                </a:cubicBezTo>
                <a:cubicBezTo>
                  <a:pt x="322812" y="1080287"/>
                  <a:pt x="481112" y="1241078"/>
                  <a:pt x="655404" y="1382053"/>
                </a:cubicBezTo>
              </a:path>
            </a:pathLst>
          </a:custGeom>
          <a:noFill/>
          <a:ln w="5784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4" name="任意多边形: 形状 83"/>
          <p:cNvSpPr/>
          <p:nvPr userDrawn="1">
            <p:custDataLst>
              <p:tags r:id="rId68"/>
            </p:custDataLst>
          </p:nvPr>
        </p:nvSpPr>
        <p:spPr>
          <a:xfrm>
            <a:off x="9553816" y="5697973"/>
            <a:ext cx="55356" cy="350429"/>
          </a:xfrm>
          <a:custGeom>
            <a:avLst/>
            <a:gdLst>
              <a:gd name="connsiteX0" fmla="*/ 10359 w 390521"/>
              <a:gd name="connsiteY0" fmla="*/ 0 h 1215525"/>
              <a:gd name="connsiteX1" fmla="*/ 390521 w 390521"/>
              <a:gd name="connsiteY1" fmla="*/ 1215525 h 1215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0521" h="1215525">
                <a:moveTo>
                  <a:pt x="10359" y="0"/>
                </a:moveTo>
                <a:cubicBezTo>
                  <a:pt x="-41037" y="434282"/>
                  <a:pt x="100865" y="887858"/>
                  <a:pt x="390521" y="1215525"/>
                </a:cubicBezTo>
              </a:path>
            </a:pathLst>
          </a:custGeom>
          <a:noFill/>
          <a:ln w="5784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5" name="矩形 84"/>
          <p:cNvSpPr/>
          <p:nvPr userDrawn="1">
            <p:custDataLst>
              <p:tags r:id="rId69"/>
            </p:custDataLst>
          </p:nvPr>
        </p:nvSpPr>
        <p:spPr>
          <a:xfrm>
            <a:off x="0" y="6018969"/>
            <a:ext cx="12192000" cy="8390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71" name="直接连接符 70"/>
          <p:cNvCxnSpPr/>
          <p:nvPr userDrawn="1">
            <p:custDataLst>
              <p:tags r:id="rId70"/>
            </p:custDataLst>
          </p:nvPr>
        </p:nvCxnSpPr>
        <p:spPr>
          <a:xfrm>
            <a:off x="1600200" y="6438484"/>
            <a:ext cx="8080206" cy="0"/>
          </a:xfrm>
          <a:prstGeom prst="line">
            <a:avLst/>
          </a:prstGeom>
          <a:ln>
            <a:solidFill>
              <a:schemeClr val="lt2">
                <a:lumMod val="20000"/>
                <a:lumOff val="8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任意多边形: 形状 64"/>
          <p:cNvSpPr/>
          <p:nvPr userDrawn="1">
            <p:custDataLst>
              <p:tags r:id="rId71"/>
            </p:custDataLst>
          </p:nvPr>
        </p:nvSpPr>
        <p:spPr>
          <a:xfrm>
            <a:off x="1" y="1"/>
            <a:ext cx="925282" cy="899302"/>
          </a:xfrm>
          <a:custGeom>
            <a:avLst/>
            <a:gdLst>
              <a:gd name="connsiteX0" fmla="*/ 0 w 2776027"/>
              <a:gd name="connsiteY0" fmla="*/ 0 h 2698081"/>
              <a:gd name="connsiteX1" fmla="*/ 2776027 w 2776027"/>
              <a:gd name="connsiteY1" fmla="*/ 0 h 2698081"/>
              <a:gd name="connsiteX2" fmla="*/ 2768546 w 2776027"/>
              <a:gd name="connsiteY2" fmla="*/ 148143 h 2698081"/>
              <a:gd name="connsiteX3" fmla="*/ 230234 w 2776027"/>
              <a:gd name="connsiteY3" fmla="*/ 2686455 h 2698081"/>
              <a:gd name="connsiteX4" fmla="*/ 0 w 2776027"/>
              <a:gd name="connsiteY4" fmla="*/ 2698081 h 2698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6027" h="2698081">
                <a:moveTo>
                  <a:pt x="0" y="0"/>
                </a:moveTo>
                <a:lnTo>
                  <a:pt x="2776027" y="0"/>
                </a:lnTo>
                <a:lnTo>
                  <a:pt x="2768546" y="148143"/>
                </a:lnTo>
                <a:cubicBezTo>
                  <a:pt x="2632626" y="1486523"/>
                  <a:pt x="1568614" y="2550535"/>
                  <a:pt x="230234" y="2686455"/>
                </a:cubicBezTo>
                <a:lnTo>
                  <a:pt x="0" y="2698081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cxnSp>
        <p:nvCxnSpPr>
          <p:cNvPr id="93" name="直接连接符 92"/>
          <p:cNvCxnSpPr/>
          <p:nvPr userDrawn="1">
            <p:custDataLst>
              <p:tags r:id="rId72"/>
            </p:custDataLst>
          </p:nvPr>
        </p:nvCxnSpPr>
        <p:spPr>
          <a:xfrm>
            <a:off x="856856" y="679915"/>
            <a:ext cx="211136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 userDrawn="1">
            <p:custDataLst>
              <p:tags r:id="rId73"/>
            </p:custDataLst>
          </p:nvPr>
        </p:nvCxnSpPr>
        <p:spPr>
          <a:xfrm>
            <a:off x="856856" y="746947"/>
            <a:ext cx="211136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 userDrawn="1">
            <p:custDataLst>
              <p:tags r:id="rId74"/>
            </p:custDataLst>
          </p:nvPr>
        </p:nvCxnSpPr>
        <p:spPr>
          <a:xfrm>
            <a:off x="856856" y="813979"/>
            <a:ext cx="211136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/>
            <p:custDataLst>
              <p:tags r:id="rId75"/>
            </p:custDataLst>
          </p:nvPr>
        </p:nvSpPr>
        <p:spPr>
          <a:xfrm>
            <a:off x="838200" y="1652267"/>
            <a:ext cx="5243023" cy="218631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76"/>
            </p:custDataLst>
          </p:nvPr>
        </p:nvSpPr>
        <p:spPr>
          <a:xfrm>
            <a:off x="1300124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18" name="年号占位符 8"/>
          <p:cNvSpPr>
            <a:spLocks noGrp="1"/>
          </p:cNvSpPr>
          <p:nvPr>
            <p:ph type="body" sz="quarter" idx="15" hasCustomPrompt="1"/>
            <p:custDataLst>
              <p:tags r:id="rId77"/>
            </p:custDataLst>
          </p:nvPr>
        </p:nvSpPr>
        <p:spPr>
          <a:xfrm>
            <a:off x="8473202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年号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8"/>
            </p:custDataLst>
          </p:nvPr>
        </p:nvSpPr>
        <p:spPr>
          <a:xfrm>
            <a:off x="854034" y="4623456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9050">
            <a:solidFill>
              <a:schemeClr val="tx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216000" bIns="0" rtlCol="0" anchor="ctr" anchorCtr="1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1600" b="1" dirty="0">
                <a:solidFill>
                  <a:schemeClr val="dk2">
                    <a:lumMod val="100000"/>
                  </a:schemeClr>
                </a:solidFill>
              </a:defRPr>
            </a:lvl1pPr>
          </a:lstStyle>
          <a:p>
            <a:pPr marL="228600" lvl="0" indent="-228600" algn="ctr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1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4" name="箭头: V 形 123"/>
          <p:cNvSpPr/>
          <p:nvPr userDrawn="1">
            <p:custDataLst>
              <p:tags r:id="rId82"/>
            </p:custDataLst>
          </p:nvPr>
        </p:nvSpPr>
        <p:spPr>
          <a:xfrm>
            <a:off x="10309578" y="6264569"/>
            <a:ext cx="221258" cy="347830"/>
          </a:xfrm>
          <a:prstGeom prst="chevron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25" name="箭头: V 形 124"/>
          <p:cNvSpPr/>
          <p:nvPr userDrawn="1">
            <p:custDataLst>
              <p:tags r:id="rId83"/>
            </p:custDataLst>
          </p:nvPr>
        </p:nvSpPr>
        <p:spPr>
          <a:xfrm>
            <a:off x="10558363" y="6264569"/>
            <a:ext cx="221258" cy="347830"/>
          </a:xfrm>
          <a:prstGeom prst="chevron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26" name="箭头: V 形 125"/>
          <p:cNvSpPr/>
          <p:nvPr userDrawn="1">
            <p:custDataLst>
              <p:tags r:id="rId84"/>
            </p:custDataLst>
          </p:nvPr>
        </p:nvSpPr>
        <p:spPr>
          <a:xfrm>
            <a:off x="10807148" y="6264569"/>
            <a:ext cx="221258" cy="347830"/>
          </a:xfrm>
          <a:prstGeom prst="chevron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27" name="箭头: V 形 126"/>
          <p:cNvSpPr/>
          <p:nvPr userDrawn="1">
            <p:custDataLst>
              <p:tags r:id="rId85"/>
            </p:custDataLst>
          </p:nvPr>
        </p:nvSpPr>
        <p:spPr>
          <a:xfrm>
            <a:off x="11055933" y="6264569"/>
            <a:ext cx="221258" cy="34783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28" name="直角三角形 127"/>
          <p:cNvSpPr/>
          <p:nvPr userDrawn="1">
            <p:custDataLst>
              <p:tags r:id="rId86"/>
            </p:custDataLst>
          </p:nvPr>
        </p:nvSpPr>
        <p:spPr>
          <a:xfrm rot="2700000">
            <a:off x="788819" y="6381960"/>
            <a:ext cx="113050" cy="113049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9" name="直角三角形 128"/>
          <p:cNvSpPr/>
          <p:nvPr userDrawn="1">
            <p:custDataLst>
              <p:tags r:id="rId87"/>
            </p:custDataLst>
          </p:nvPr>
        </p:nvSpPr>
        <p:spPr>
          <a:xfrm rot="18900000" flipH="1">
            <a:off x="889796" y="6381959"/>
            <a:ext cx="113050" cy="113049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2" Type="http://schemas.openxmlformats.org/officeDocument/2006/relationships/theme" Target="../theme/theme1.xml"/><Relationship Id="rId41" Type="http://schemas.openxmlformats.org/officeDocument/2006/relationships/tags" Target="../tags/tag455.xml"/><Relationship Id="rId40" Type="http://schemas.openxmlformats.org/officeDocument/2006/relationships/tags" Target="../tags/tag454.xml"/><Relationship Id="rId4" Type="http://schemas.openxmlformats.org/officeDocument/2006/relationships/slideLayout" Target="../slideLayouts/slideLayout4.xml"/><Relationship Id="rId39" Type="http://schemas.openxmlformats.org/officeDocument/2006/relationships/tags" Target="../tags/tag453.xml"/><Relationship Id="rId38" Type="http://schemas.openxmlformats.org/officeDocument/2006/relationships/tags" Target="../tags/tag452.xml"/><Relationship Id="rId37" Type="http://schemas.openxmlformats.org/officeDocument/2006/relationships/tags" Target="../tags/tag451.xml"/><Relationship Id="rId36" Type="http://schemas.openxmlformats.org/officeDocument/2006/relationships/tags" Target="../tags/tag450.xml"/><Relationship Id="rId35" Type="http://schemas.openxmlformats.org/officeDocument/2006/relationships/tags" Target="../tags/tag449.xml"/><Relationship Id="rId34" Type="http://schemas.openxmlformats.org/officeDocument/2006/relationships/tags" Target="../tags/tag448.xml"/><Relationship Id="rId33" Type="http://schemas.openxmlformats.org/officeDocument/2006/relationships/tags" Target="../tags/tag447.xml"/><Relationship Id="rId32" Type="http://schemas.openxmlformats.org/officeDocument/2006/relationships/tags" Target="../tags/tag446.xml"/><Relationship Id="rId31" Type="http://schemas.openxmlformats.org/officeDocument/2006/relationships/tags" Target="../tags/tag445.xml"/><Relationship Id="rId30" Type="http://schemas.openxmlformats.org/officeDocument/2006/relationships/tags" Target="../tags/tag444.xml"/><Relationship Id="rId3" Type="http://schemas.openxmlformats.org/officeDocument/2006/relationships/slideLayout" Target="../slideLayouts/slideLayout3.xml"/><Relationship Id="rId29" Type="http://schemas.openxmlformats.org/officeDocument/2006/relationships/tags" Target="../tags/tag443.xml"/><Relationship Id="rId28" Type="http://schemas.openxmlformats.org/officeDocument/2006/relationships/tags" Target="../tags/tag442.xml"/><Relationship Id="rId27" Type="http://schemas.openxmlformats.org/officeDocument/2006/relationships/tags" Target="../tags/tag441.xml"/><Relationship Id="rId26" Type="http://schemas.openxmlformats.org/officeDocument/2006/relationships/tags" Target="../tags/tag440.xml"/><Relationship Id="rId25" Type="http://schemas.openxmlformats.org/officeDocument/2006/relationships/tags" Target="../tags/tag439.xml"/><Relationship Id="rId24" Type="http://schemas.openxmlformats.org/officeDocument/2006/relationships/tags" Target="../tags/tag438.xml"/><Relationship Id="rId23" Type="http://schemas.openxmlformats.org/officeDocument/2006/relationships/tags" Target="../tags/tag437.xml"/><Relationship Id="rId22" Type="http://schemas.openxmlformats.org/officeDocument/2006/relationships/tags" Target="../tags/tag436.xml"/><Relationship Id="rId21" Type="http://schemas.openxmlformats.org/officeDocument/2006/relationships/tags" Target="../tags/tag435.xml"/><Relationship Id="rId20" Type="http://schemas.openxmlformats.org/officeDocument/2006/relationships/tags" Target="../tags/tag434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433.xml"/><Relationship Id="rId18" Type="http://schemas.openxmlformats.org/officeDocument/2006/relationships/tags" Target="../tags/tag432.xml"/><Relationship Id="rId17" Type="http://schemas.openxmlformats.org/officeDocument/2006/relationships/tags" Target="../tags/tag431.xml"/><Relationship Id="rId16" Type="http://schemas.openxmlformats.org/officeDocument/2006/relationships/tags" Target="../tags/tag430.xml"/><Relationship Id="rId15" Type="http://schemas.openxmlformats.org/officeDocument/2006/relationships/tags" Target="../tags/tag429.xml"/><Relationship Id="rId14" Type="http://schemas.openxmlformats.org/officeDocument/2006/relationships/tags" Target="../tags/tag428.xml"/><Relationship Id="rId13" Type="http://schemas.openxmlformats.org/officeDocument/2006/relationships/tags" Target="../tags/tag427.xml"/><Relationship Id="rId12" Type="http://schemas.openxmlformats.org/officeDocument/2006/relationships/tags" Target="../tags/tag42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3200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任意多边形: 形状 8"/>
          <p:cNvSpPr/>
          <p:nvPr userDrawn="1">
            <p:custDataLst>
              <p:tags r:id="rId13"/>
            </p:custDataLst>
          </p:nvPr>
        </p:nvSpPr>
        <p:spPr>
          <a:xfrm>
            <a:off x="1" y="0"/>
            <a:ext cx="939800" cy="913413"/>
          </a:xfrm>
          <a:custGeom>
            <a:avLst/>
            <a:gdLst>
              <a:gd name="connsiteX0" fmla="*/ 0 w 2776027"/>
              <a:gd name="connsiteY0" fmla="*/ 0 h 2698081"/>
              <a:gd name="connsiteX1" fmla="*/ 2776027 w 2776027"/>
              <a:gd name="connsiteY1" fmla="*/ 0 h 2698081"/>
              <a:gd name="connsiteX2" fmla="*/ 2768546 w 2776027"/>
              <a:gd name="connsiteY2" fmla="*/ 148143 h 2698081"/>
              <a:gd name="connsiteX3" fmla="*/ 230234 w 2776027"/>
              <a:gd name="connsiteY3" fmla="*/ 2686455 h 2698081"/>
              <a:gd name="connsiteX4" fmla="*/ 0 w 2776027"/>
              <a:gd name="connsiteY4" fmla="*/ 2698081 h 2698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6027" h="2698081">
                <a:moveTo>
                  <a:pt x="0" y="0"/>
                </a:moveTo>
                <a:lnTo>
                  <a:pt x="2776027" y="0"/>
                </a:lnTo>
                <a:lnTo>
                  <a:pt x="2768546" y="148143"/>
                </a:lnTo>
                <a:cubicBezTo>
                  <a:pt x="2632626" y="1486523"/>
                  <a:pt x="1568614" y="2550535"/>
                  <a:pt x="230234" y="2686455"/>
                </a:cubicBezTo>
                <a:lnTo>
                  <a:pt x="0" y="2698081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10" name="任意多边形: 形状 9"/>
          <p:cNvSpPr/>
          <p:nvPr userDrawn="1">
            <p:custDataLst>
              <p:tags r:id="rId14"/>
            </p:custDataLst>
          </p:nvPr>
        </p:nvSpPr>
        <p:spPr>
          <a:xfrm rot="18703963">
            <a:off x="11182744" y="6244787"/>
            <a:ext cx="561962" cy="533629"/>
          </a:xfrm>
          <a:custGeom>
            <a:avLst/>
            <a:gdLst>
              <a:gd name="connsiteX0" fmla="*/ 388821 w 838747"/>
              <a:gd name="connsiteY0" fmla="*/ 635928 h 796459"/>
              <a:gd name="connsiteX1" fmla="*/ 513724 w 838747"/>
              <a:gd name="connsiteY1" fmla="*/ 683464 h 796459"/>
              <a:gd name="connsiteX2" fmla="*/ 579046 w 838747"/>
              <a:gd name="connsiteY2" fmla="*/ 718591 h 796459"/>
              <a:gd name="connsiteX3" fmla="*/ 579006 w 838747"/>
              <a:gd name="connsiteY3" fmla="*/ 718591 h 796459"/>
              <a:gd name="connsiteX4" fmla="*/ 470635 w 838747"/>
              <a:gd name="connsiteY4" fmla="*/ 779668 h 796459"/>
              <a:gd name="connsiteX5" fmla="*/ 303410 w 838747"/>
              <a:gd name="connsiteY5" fmla="*/ 769926 h 796459"/>
              <a:gd name="connsiteX6" fmla="*/ 282754 w 838747"/>
              <a:gd name="connsiteY6" fmla="*/ 702058 h 796459"/>
              <a:gd name="connsiteX7" fmla="*/ 388821 w 838747"/>
              <a:gd name="connsiteY7" fmla="*/ 635928 h 796459"/>
              <a:gd name="connsiteX8" fmla="*/ 457498 w 838747"/>
              <a:gd name="connsiteY8" fmla="*/ 521777 h 796459"/>
              <a:gd name="connsiteX9" fmla="*/ 457457 w 838747"/>
              <a:gd name="connsiteY9" fmla="*/ 521817 h 796459"/>
              <a:gd name="connsiteX10" fmla="*/ 457451 w 838747"/>
              <a:gd name="connsiteY10" fmla="*/ 521814 h 796459"/>
              <a:gd name="connsiteX11" fmla="*/ 593590 w 838747"/>
              <a:gd name="connsiteY11" fmla="*/ 465359 h 796459"/>
              <a:gd name="connsiteX12" fmla="*/ 593598 w 838747"/>
              <a:gd name="connsiteY12" fmla="*/ 465388 h 796459"/>
              <a:gd name="connsiteX13" fmla="*/ 593558 w 838747"/>
              <a:gd name="connsiteY13" fmla="*/ 465388 h 796459"/>
              <a:gd name="connsiteX14" fmla="*/ 299206 w 838747"/>
              <a:gd name="connsiteY14" fmla="*/ 465227 h 796459"/>
              <a:gd name="connsiteX15" fmla="*/ 402766 w 838747"/>
              <a:gd name="connsiteY15" fmla="*/ 496917 h 796459"/>
              <a:gd name="connsiteX16" fmla="*/ 433719 w 838747"/>
              <a:gd name="connsiteY16" fmla="*/ 510580 h 796459"/>
              <a:gd name="connsiteX17" fmla="*/ 457451 w 838747"/>
              <a:gd name="connsiteY17" fmla="*/ 521814 h 796459"/>
              <a:gd name="connsiteX18" fmla="*/ 411316 w 838747"/>
              <a:gd name="connsiteY18" fmla="*/ 558212 h 796459"/>
              <a:gd name="connsiteX19" fmla="*/ 373137 w 838747"/>
              <a:gd name="connsiteY19" fmla="*/ 577033 h 796459"/>
              <a:gd name="connsiteX20" fmla="*/ 237401 w 838747"/>
              <a:gd name="connsiteY20" fmla="*/ 578206 h 796459"/>
              <a:gd name="connsiteX21" fmla="*/ 217028 w 838747"/>
              <a:gd name="connsiteY21" fmla="*/ 524445 h 796459"/>
              <a:gd name="connsiteX22" fmla="*/ 299206 w 838747"/>
              <a:gd name="connsiteY22" fmla="*/ 465227 h 796459"/>
              <a:gd name="connsiteX23" fmla="*/ 775092 w 838747"/>
              <a:gd name="connsiteY23" fmla="*/ 416963 h 796459"/>
              <a:gd name="connsiteX24" fmla="*/ 830348 w 838747"/>
              <a:gd name="connsiteY24" fmla="*/ 456617 h 796459"/>
              <a:gd name="connsiteX25" fmla="*/ 787703 w 838747"/>
              <a:gd name="connsiteY25" fmla="*/ 611432 h 796459"/>
              <a:gd name="connsiteX26" fmla="*/ 698896 w 838747"/>
              <a:gd name="connsiteY26" fmla="*/ 691023 h 796459"/>
              <a:gd name="connsiteX27" fmla="*/ 698896 w 838747"/>
              <a:gd name="connsiteY27" fmla="*/ 690982 h 796459"/>
              <a:gd name="connsiteX28" fmla="*/ 687093 w 838747"/>
              <a:gd name="connsiteY28" fmla="*/ 620891 h 796459"/>
              <a:gd name="connsiteX29" fmla="*/ 682404 w 838747"/>
              <a:gd name="connsiteY29" fmla="*/ 492875 h 796459"/>
              <a:gd name="connsiteX30" fmla="*/ 775092 w 838747"/>
              <a:gd name="connsiteY30" fmla="*/ 416963 h 796459"/>
              <a:gd name="connsiteX31" fmla="*/ 206155 w 838747"/>
              <a:gd name="connsiteY31" fmla="*/ 325488 h 796459"/>
              <a:gd name="connsiteX32" fmla="*/ 308665 w 838747"/>
              <a:gd name="connsiteY32" fmla="*/ 347558 h 796459"/>
              <a:gd name="connsiteX33" fmla="*/ 363517 w 838747"/>
              <a:gd name="connsiteY33" fmla="*/ 367082 h 796459"/>
              <a:gd name="connsiteX34" fmla="*/ 363477 w 838747"/>
              <a:gd name="connsiteY34" fmla="*/ 367082 h 796459"/>
              <a:gd name="connsiteX35" fmla="*/ 286635 w 838747"/>
              <a:gd name="connsiteY35" fmla="*/ 427311 h 796459"/>
              <a:gd name="connsiteX36" fmla="*/ 155749 w 838747"/>
              <a:gd name="connsiteY36" fmla="*/ 439558 h 796459"/>
              <a:gd name="connsiteX37" fmla="*/ 131698 w 838747"/>
              <a:gd name="connsiteY37" fmla="*/ 389354 h 796459"/>
              <a:gd name="connsiteX38" fmla="*/ 206155 w 838747"/>
              <a:gd name="connsiteY38" fmla="*/ 325488 h 796459"/>
              <a:gd name="connsiteX39" fmla="*/ 640488 w 838747"/>
              <a:gd name="connsiteY39" fmla="*/ 208952 h 796459"/>
              <a:gd name="connsiteX40" fmla="*/ 694208 w 838747"/>
              <a:gd name="connsiteY40" fmla="*/ 240562 h 796459"/>
              <a:gd name="connsiteX41" fmla="*/ 668055 w 838747"/>
              <a:gd name="connsiteY41" fmla="*/ 385393 h 796459"/>
              <a:gd name="connsiteX42" fmla="*/ 640932 w 838747"/>
              <a:gd name="connsiteY42" fmla="*/ 422738 h 796459"/>
              <a:gd name="connsiteX43" fmla="*/ 593590 w 838747"/>
              <a:gd name="connsiteY43" fmla="*/ 465359 h 796459"/>
              <a:gd name="connsiteX44" fmla="*/ 585949 w 838747"/>
              <a:gd name="connsiteY44" fmla="*/ 437971 h 796459"/>
              <a:gd name="connsiteX45" fmla="*/ 577026 w 838747"/>
              <a:gd name="connsiteY45" fmla="*/ 402370 h 796459"/>
              <a:gd name="connsiteX46" fmla="*/ 562150 w 838747"/>
              <a:gd name="connsiteY46" fmla="*/ 285915 h 796459"/>
              <a:gd name="connsiteX47" fmla="*/ 640488 w 838747"/>
              <a:gd name="connsiteY47" fmla="*/ 208952 h 796459"/>
              <a:gd name="connsiteX48" fmla="*/ 155709 w 838747"/>
              <a:gd name="connsiteY48" fmla="*/ 204304 h 796459"/>
              <a:gd name="connsiteX49" fmla="*/ 234006 w 838747"/>
              <a:gd name="connsiteY49" fmla="*/ 221160 h 796459"/>
              <a:gd name="connsiteX50" fmla="*/ 275883 w 838747"/>
              <a:gd name="connsiteY50" fmla="*/ 236075 h 796459"/>
              <a:gd name="connsiteX51" fmla="*/ 217190 w 838747"/>
              <a:gd name="connsiteY51" fmla="*/ 282075 h 796459"/>
              <a:gd name="connsiteX52" fmla="*/ 117227 w 838747"/>
              <a:gd name="connsiteY52" fmla="*/ 291453 h 796459"/>
              <a:gd name="connsiteX53" fmla="*/ 98835 w 838747"/>
              <a:gd name="connsiteY53" fmla="*/ 253093 h 796459"/>
              <a:gd name="connsiteX54" fmla="*/ 155709 w 838747"/>
              <a:gd name="connsiteY54" fmla="*/ 204304 h 796459"/>
              <a:gd name="connsiteX55" fmla="*/ 190270 w 838747"/>
              <a:gd name="connsiteY55" fmla="*/ 127542 h 796459"/>
              <a:gd name="connsiteX56" fmla="*/ 190270 w 838747"/>
              <a:gd name="connsiteY56" fmla="*/ 127583 h 796459"/>
              <a:gd name="connsiteX57" fmla="*/ 190243 w 838747"/>
              <a:gd name="connsiteY57" fmla="*/ 127546 h 796459"/>
              <a:gd name="connsiteX58" fmla="*/ 487612 w 838747"/>
              <a:gd name="connsiteY58" fmla="*/ 83280 h 796459"/>
              <a:gd name="connsiteX59" fmla="*/ 532844 w 838747"/>
              <a:gd name="connsiteY59" fmla="*/ 107776 h 796459"/>
              <a:gd name="connsiteX60" fmla="*/ 515543 w 838747"/>
              <a:gd name="connsiteY60" fmla="*/ 228031 h 796459"/>
              <a:gd name="connsiteX61" fmla="*/ 456447 w 838747"/>
              <a:gd name="connsiteY61" fmla="*/ 296222 h 796459"/>
              <a:gd name="connsiteX62" fmla="*/ 440925 w 838747"/>
              <a:gd name="connsiteY62" fmla="*/ 244725 h 796459"/>
              <a:gd name="connsiteX63" fmla="*/ 425241 w 838747"/>
              <a:gd name="connsiteY63" fmla="*/ 149087 h 796459"/>
              <a:gd name="connsiteX64" fmla="*/ 487612 w 838747"/>
              <a:gd name="connsiteY64" fmla="*/ 83280 h 796459"/>
              <a:gd name="connsiteX65" fmla="*/ 58699 w 838747"/>
              <a:gd name="connsiteY65" fmla="*/ 30141 h 796459"/>
              <a:gd name="connsiteX66" fmla="*/ 135255 w 838747"/>
              <a:gd name="connsiteY66" fmla="*/ 65657 h 796459"/>
              <a:gd name="connsiteX67" fmla="*/ 161489 w 838747"/>
              <a:gd name="connsiteY67" fmla="*/ 88783 h 796459"/>
              <a:gd name="connsiteX68" fmla="*/ 190243 w 838747"/>
              <a:gd name="connsiteY68" fmla="*/ 127546 h 796459"/>
              <a:gd name="connsiteX69" fmla="*/ 141561 w 838747"/>
              <a:gd name="connsiteY69" fmla="*/ 135506 h 796459"/>
              <a:gd name="connsiteX70" fmla="*/ 52674 w 838747"/>
              <a:gd name="connsiteY70" fmla="*/ 138376 h 796459"/>
              <a:gd name="connsiteX71" fmla="*/ 206 w 838747"/>
              <a:gd name="connsiteY71" fmla="*/ 73822 h 796459"/>
              <a:gd name="connsiteX72" fmla="*/ 27895 w 838747"/>
              <a:gd name="connsiteY72" fmla="*/ 35583 h 796459"/>
              <a:gd name="connsiteX73" fmla="*/ 58699 w 838747"/>
              <a:gd name="connsiteY73" fmla="*/ 30141 h 796459"/>
              <a:gd name="connsiteX74" fmla="*/ 331786 w 838747"/>
              <a:gd name="connsiteY74" fmla="*/ 12 h 796459"/>
              <a:gd name="connsiteX75" fmla="*/ 369378 w 838747"/>
              <a:gd name="connsiteY75" fmla="*/ 20384 h 796459"/>
              <a:gd name="connsiteX76" fmla="*/ 355029 w 838747"/>
              <a:gd name="connsiteY76" fmla="*/ 120267 h 796459"/>
              <a:gd name="connsiteX77" fmla="*/ 305956 w 838747"/>
              <a:gd name="connsiteY77" fmla="*/ 176898 h 796459"/>
              <a:gd name="connsiteX78" fmla="*/ 305916 w 838747"/>
              <a:gd name="connsiteY78" fmla="*/ 176857 h 796459"/>
              <a:gd name="connsiteX79" fmla="*/ 293021 w 838747"/>
              <a:gd name="connsiteY79" fmla="*/ 134091 h 796459"/>
              <a:gd name="connsiteX80" fmla="*/ 280006 w 838747"/>
              <a:gd name="connsiteY80" fmla="*/ 54662 h 796459"/>
              <a:gd name="connsiteX81" fmla="*/ 331786 w 838747"/>
              <a:gd name="connsiteY81" fmla="*/ 12 h 796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838747" h="796459">
                <a:moveTo>
                  <a:pt x="388821" y="635928"/>
                </a:moveTo>
                <a:cubicBezTo>
                  <a:pt x="417359" y="635119"/>
                  <a:pt x="449898" y="651248"/>
                  <a:pt x="513724" y="683464"/>
                </a:cubicBezTo>
                <a:cubicBezTo>
                  <a:pt x="541050" y="697248"/>
                  <a:pt x="563362" y="709617"/>
                  <a:pt x="579046" y="718591"/>
                </a:cubicBezTo>
                <a:lnTo>
                  <a:pt x="579006" y="718591"/>
                </a:lnTo>
                <a:cubicBezTo>
                  <a:pt x="537452" y="754809"/>
                  <a:pt x="497192" y="771462"/>
                  <a:pt x="470635" y="779668"/>
                </a:cubicBezTo>
                <a:cubicBezTo>
                  <a:pt x="442056" y="788480"/>
                  <a:pt x="348439" y="817382"/>
                  <a:pt x="303410" y="769926"/>
                </a:cubicBezTo>
                <a:cubicBezTo>
                  <a:pt x="287483" y="753151"/>
                  <a:pt x="277055" y="726473"/>
                  <a:pt x="282754" y="702058"/>
                </a:cubicBezTo>
                <a:cubicBezTo>
                  <a:pt x="292657" y="659453"/>
                  <a:pt x="348278" y="637100"/>
                  <a:pt x="388821" y="635928"/>
                </a:cubicBezTo>
                <a:close/>
                <a:moveTo>
                  <a:pt x="457498" y="521777"/>
                </a:moveTo>
                <a:lnTo>
                  <a:pt x="457457" y="521817"/>
                </a:lnTo>
                <a:lnTo>
                  <a:pt x="457451" y="521814"/>
                </a:lnTo>
                <a:close/>
                <a:moveTo>
                  <a:pt x="593590" y="465359"/>
                </a:moveTo>
                <a:lnTo>
                  <a:pt x="593598" y="465388"/>
                </a:lnTo>
                <a:lnTo>
                  <a:pt x="593558" y="465388"/>
                </a:lnTo>
                <a:close/>
                <a:moveTo>
                  <a:pt x="299206" y="465227"/>
                </a:moveTo>
                <a:cubicBezTo>
                  <a:pt x="322246" y="463044"/>
                  <a:pt x="349410" y="474322"/>
                  <a:pt x="402766" y="496917"/>
                </a:cubicBezTo>
                <a:cubicBezTo>
                  <a:pt x="414165" y="501747"/>
                  <a:pt x="424544" y="506366"/>
                  <a:pt x="433719" y="510580"/>
                </a:cubicBezTo>
                <a:lnTo>
                  <a:pt x="457451" y="521814"/>
                </a:lnTo>
                <a:lnTo>
                  <a:pt x="411316" y="558212"/>
                </a:lnTo>
                <a:cubicBezTo>
                  <a:pt x="396815" y="567079"/>
                  <a:pt x="383647" y="573011"/>
                  <a:pt x="373137" y="577033"/>
                </a:cubicBezTo>
                <a:cubicBezTo>
                  <a:pt x="350541" y="585724"/>
                  <a:pt x="276367" y="614141"/>
                  <a:pt x="237401" y="578206"/>
                </a:cubicBezTo>
                <a:cubicBezTo>
                  <a:pt x="223617" y="565513"/>
                  <a:pt x="213754" y="544494"/>
                  <a:pt x="217028" y="524445"/>
                </a:cubicBezTo>
                <a:cubicBezTo>
                  <a:pt x="222728" y="489439"/>
                  <a:pt x="266464" y="468339"/>
                  <a:pt x="299206" y="465227"/>
                </a:cubicBezTo>
                <a:close/>
                <a:moveTo>
                  <a:pt x="775092" y="416963"/>
                </a:moveTo>
                <a:cubicBezTo>
                  <a:pt x="799021" y="419307"/>
                  <a:pt x="820000" y="436972"/>
                  <a:pt x="830348" y="456617"/>
                </a:cubicBezTo>
                <a:cubicBezTo>
                  <a:pt x="859573" y="512116"/>
                  <a:pt x="804478" y="588230"/>
                  <a:pt x="787703" y="611432"/>
                </a:cubicBezTo>
                <a:cubicBezTo>
                  <a:pt x="772100" y="633018"/>
                  <a:pt x="744573" y="664425"/>
                  <a:pt x="698896" y="691023"/>
                </a:cubicBezTo>
                <a:lnTo>
                  <a:pt x="698896" y="690982"/>
                </a:lnTo>
                <a:cubicBezTo>
                  <a:pt x="695582" y="673965"/>
                  <a:pt x="691216" y="649873"/>
                  <a:pt x="687093" y="620891"/>
                </a:cubicBezTo>
                <a:cubicBezTo>
                  <a:pt x="677473" y="553023"/>
                  <a:pt x="672865" y="518543"/>
                  <a:pt x="682404" y="492875"/>
                </a:cubicBezTo>
                <a:cubicBezTo>
                  <a:pt x="695946" y="456415"/>
                  <a:pt x="733376" y="412840"/>
                  <a:pt x="775092" y="416963"/>
                </a:cubicBezTo>
                <a:close/>
                <a:moveTo>
                  <a:pt x="206155" y="325488"/>
                </a:moveTo>
                <a:cubicBezTo>
                  <a:pt x="228185" y="321486"/>
                  <a:pt x="255308" y="330096"/>
                  <a:pt x="308665" y="347558"/>
                </a:cubicBezTo>
                <a:cubicBezTo>
                  <a:pt x="331503" y="354996"/>
                  <a:pt x="350259" y="361989"/>
                  <a:pt x="363517" y="367082"/>
                </a:cubicBezTo>
                <a:lnTo>
                  <a:pt x="363477" y="367082"/>
                </a:lnTo>
                <a:cubicBezTo>
                  <a:pt x="335505" y="400107"/>
                  <a:pt x="306280" y="417811"/>
                  <a:pt x="286635" y="427311"/>
                </a:cubicBezTo>
                <a:cubicBezTo>
                  <a:pt x="265535" y="437537"/>
                  <a:pt x="196292" y="471047"/>
                  <a:pt x="155749" y="439558"/>
                </a:cubicBezTo>
                <a:cubicBezTo>
                  <a:pt x="141399" y="428442"/>
                  <a:pt x="130203" y="408959"/>
                  <a:pt x="131698" y="389354"/>
                </a:cubicBezTo>
                <a:cubicBezTo>
                  <a:pt x="134326" y="355158"/>
                  <a:pt x="174828" y="331187"/>
                  <a:pt x="206155" y="325488"/>
                </a:cubicBezTo>
                <a:close/>
                <a:moveTo>
                  <a:pt x="640488" y="208952"/>
                </a:moveTo>
                <a:cubicBezTo>
                  <a:pt x="662518" y="209114"/>
                  <a:pt x="683133" y="223504"/>
                  <a:pt x="694208" y="240562"/>
                </a:cubicBezTo>
                <a:cubicBezTo>
                  <a:pt x="725495" y="288785"/>
                  <a:pt x="681475" y="362838"/>
                  <a:pt x="668055" y="385393"/>
                </a:cubicBezTo>
                <a:cubicBezTo>
                  <a:pt x="661810" y="395882"/>
                  <a:pt x="653059" y="408868"/>
                  <a:pt x="640932" y="422738"/>
                </a:cubicBezTo>
                <a:lnTo>
                  <a:pt x="593590" y="465359"/>
                </a:lnTo>
                <a:lnTo>
                  <a:pt x="585949" y="437971"/>
                </a:lnTo>
                <a:cubicBezTo>
                  <a:pt x="583129" y="427391"/>
                  <a:pt x="580098" y="415446"/>
                  <a:pt x="577026" y="402370"/>
                </a:cubicBezTo>
                <a:cubicBezTo>
                  <a:pt x="562635" y="341212"/>
                  <a:pt x="555602" y="310128"/>
                  <a:pt x="562150" y="285915"/>
                </a:cubicBezTo>
                <a:cubicBezTo>
                  <a:pt x="571488" y="251516"/>
                  <a:pt x="602087" y="208628"/>
                  <a:pt x="640488" y="208952"/>
                </a:cubicBezTo>
                <a:close/>
                <a:moveTo>
                  <a:pt x="155709" y="204304"/>
                </a:moveTo>
                <a:cubicBezTo>
                  <a:pt x="172524" y="201232"/>
                  <a:pt x="193260" y="207821"/>
                  <a:pt x="234006" y="221160"/>
                </a:cubicBezTo>
                <a:cubicBezTo>
                  <a:pt x="251427" y="226859"/>
                  <a:pt x="265777" y="232154"/>
                  <a:pt x="275883" y="236075"/>
                </a:cubicBezTo>
                <a:cubicBezTo>
                  <a:pt x="254540" y="261299"/>
                  <a:pt x="232187" y="274799"/>
                  <a:pt x="217190" y="282075"/>
                </a:cubicBezTo>
                <a:cubicBezTo>
                  <a:pt x="201062" y="289877"/>
                  <a:pt x="148190" y="315504"/>
                  <a:pt x="117227" y="291453"/>
                </a:cubicBezTo>
                <a:cubicBezTo>
                  <a:pt x="106273" y="282924"/>
                  <a:pt x="97663" y="268089"/>
                  <a:pt x="98835" y="253093"/>
                </a:cubicBezTo>
                <a:cubicBezTo>
                  <a:pt x="100856" y="226940"/>
                  <a:pt x="131779" y="208669"/>
                  <a:pt x="155709" y="204304"/>
                </a:cubicBezTo>
                <a:close/>
                <a:moveTo>
                  <a:pt x="190270" y="127542"/>
                </a:moveTo>
                <a:lnTo>
                  <a:pt x="190270" y="127583"/>
                </a:lnTo>
                <a:lnTo>
                  <a:pt x="190243" y="127546"/>
                </a:lnTo>
                <a:close/>
                <a:moveTo>
                  <a:pt x="487612" y="83280"/>
                </a:moveTo>
                <a:cubicBezTo>
                  <a:pt x="505802" y="82795"/>
                  <a:pt x="523223" y="94032"/>
                  <a:pt x="532844" y="107776"/>
                </a:cubicBezTo>
                <a:cubicBezTo>
                  <a:pt x="560048" y="146621"/>
                  <a:pt x="525932" y="208992"/>
                  <a:pt x="515543" y="228031"/>
                </a:cubicBezTo>
                <a:cubicBezTo>
                  <a:pt x="505882" y="245695"/>
                  <a:pt x="488218" y="271929"/>
                  <a:pt x="456447" y="296222"/>
                </a:cubicBezTo>
                <a:cubicBezTo>
                  <a:pt x="452324" y="283772"/>
                  <a:pt x="446786" y="266108"/>
                  <a:pt x="440925" y="244725"/>
                </a:cubicBezTo>
                <a:cubicBezTo>
                  <a:pt x="427262" y="194683"/>
                  <a:pt x="420512" y="169257"/>
                  <a:pt x="425241" y="149087"/>
                </a:cubicBezTo>
                <a:cubicBezTo>
                  <a:pt x="431951" y="120428"/>
                  <a:pt x="455881" y="84169"/>
                  <a:pt x="487612" y="83280"/>
                </a:cubicBezTo>
                <a:close/>
                <a:moveTo>
                  <a:pt x="58699" y="30141"/>
                </a:moveTo>
                <a:cubicBezTo>
                  <a:pt x="90562" y="33021"/>
                  <a:pt x="123220" y="56865"/>
                  <a:pt x="135255" y="65657"/>
                </a:cubicBezTo>
                <a:cubicBezTo>
                  <a:pt x="142733" y="71114"/>
                  <a:pt x="151899" y="78642"/>
                  <a:pt x="161489" y="88783"/>
                </a:cubicBezTo>
                <a:lnTo>
                  <a:pt x="190243" y="127546"/>
                </a:lnTo>
                <a:lnTo>
                  <a:pt x="141561" y="135506"/>
                </a:lnTo>
                <a:cubicBezTo>
                  <a:pt x="94389" y="141973"/>
                  <a:pt x="70459" y="145086"/>
                  <a:pt x="52674" y="138376"/>
                </a:cubicBezTo>
                <a:cubicBezTo>
                  <a:pt x="27370" y="128876"/>
                  <a:pt x="-2785" y="102764"/>
                  <a:pt x="206" y="73822"/>
                </a:cubicBezTo>
                <a:cubicBezTo>
                  <a:pt x="1904" y="57208"/>
                  <a:pt x="14232" y="42697"/>
                  <a:pt x="27895" y="35583"/>
                </a:cubicBezTo>
                <a:cubicBezTo>
                  <a:pt x="37546" y="30550"/>
                  <a:pt x="48078" y="29181"/>
                  <a:pt x="58699" y="30141"/>
                </a:cubicBezTo>
                <a:close/>
                <a:moveTo>
                  <a:pt x="331786" y="12"/>
                </a:moveTo>
                <a:cubicBezTo>
                  <a:pt x="346904" y="-393"/>
                  <a:pt x="361375" y="8945"/>
                  <a:pt x="369378" y="20384"/>
                </a:cubicBezTo>
                <a:cubicBezTo>
                  <a:pt x="391974" y="52641"/>
                  <a:pt x="363638" y="104462"/>
                  <a:pt x="355029" y="120267"/>
                </a:cubicBezTo>
                <a:cubicBezTo>
                  <a:pt x="346985" y="134940"/>
                  <a:pt x="332312" y="156687"/>
                  <a:pt x="305956" y="176898"/>
                </a:cubicBezTo>
                <a:lnTo>
                  <a:pt x="305916" y="176857"/>
                </a:lnTo>
                <a:cubicBezTo>
                  <a:pt x="302480" y="166509"/>
                  <a:pt x="297872" y="151836"/>
                  <a:pt x="293021" y="134091"/>
                </a:cubicBezTo>
                <a:cubicBezTo>
                  <a:pt x="281663" y="92537"/>
                  <a:pt x="276085" y="71397"/>
                  <a:pt x="280006" y="54662"/>
                </a:cubicBezTo>
                <a:cubicBezTo>
                  <a:pt x="285584" y="30894"/>
                  <a:pt x="305471" y="739"/>
                  <a:pt x="331786" y="1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403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1" name="任意多边形: 形状 10"/>
          <p:cNvSpPr/>
          <p:nvPr userDrawn="1">
            <p:custDataLst>
              <p:tags r:id="rId15"/>
            </p:custDataLst>
          </p:nvPr>
        </p:nvSpPr>
        <p:spPr>
          <a:xfrm rot="18703963">
            <a:off x="11242853" y="6285094"/>
            <a:ext cx="480611" cy="518228"/>
          </a:xfrm>
          <a:custGeom>
            <a:avLst/>
            <a:gdLst>
              <a:gd name="connsiteX0" fmla="*/ 664656 w 717327"/>
              <a:gd name="connsiteY0" fmla="*/ 770076 h 773472"/>
              <a:gd name="connsiteX1" fmla="*/ 664656 w 717327"/>
              <a:gd name="connsiteY1" fmla="*/ 770117 h 773472"/>
              <a:gd name="connsiteX2" fmla="*/ 664640 w 717327"/>
              <a:gd name="connsiteY2" fmla="*/ 770083 h 773472"/>
              <a:gd name="connsiteX3" fmla="*/ 624370 w 717327"/>
              <a:gd name="connsiteY3" fmla="*/ 678745 h 773472"/>
              <a:gd name="connsiteX4" fmla="*/ 624397 w 717327"/>
              <a:gd name="connsiteY4" fmla="*/ 678764 h 773472"/>
              <a:gd name="connsiteX5" fmla="*/ 624357 w 717327"/>
              <a:gd name="connsiteY5" fmla="*/ 678764 h 773472"/>
              <a:gd name="connsiteX6" fmla="*/ 283641 w 717327"/>
              <a:gd name="connsiteY6" fmla="*/ 0 h 773472"/>
              <a:gd name="connsiteX7" fmla="*/ 288815 w 717327"/>
              <a:gd name="connsiteY7" fmla="*/ 243 h 773472"/>
              <a:gd name="connsiteX8" fmla="*/ 258273 w 717327"/>
              <a:gd name="connsiteY8" fmla="*/ 130527 h 773472"/>
              <a:gd name="connsiteX9" fmla="*/ 255406 w 717327"/>
              <a:gd name="connsiteY9" fmla="*/ 136239 h 773472"/>
              <a:gd name="connsiteX10" fmla="*/ 278239 w 717327"/>
              <a:gd name="connsiteY10" fmla="*/ 155498 h 773472"/>
              <a:gd name="connsiteX11" fmla="*/ 368566 w 717327"/>
              <a:gd name="connsiteY11" fmla="*/ 252839 h 773472"/>
              <a:gd name="connsiteX12" fmla="*/ 384850 w 717327"/>
              <a:gd name="connsiteY12" fmla="*/ 274858 h 773472"/>
              <a:gd name="connsiteX13" fmla="*/ 391209 w 717327"/>
              <a:gd name="connsiteY13" fmla="*/ 262973 h 773472"/>
              <a:gd name="connsiteX14" fmla="*/ 443954 w 717327"/>
              <a:gd name="connsiteY14" fmla="*/ 83229 h 773472"/>
              <a:gd name="connsiteX15" fmla="*/ 448966 w 717327"/>
              <a:gd name="connsiteY15" fmla="*/ 83431 h 773472"/>
              <a:gd name="connsiteX16" fmla="*/ 388865 w 717327"/>
              <a:gd name="connsiteY16" fmla="*/ 277916 h 773472"/>
              <a:gd name="connsiteX17" fmla="*/ 388100 w 717327"/>
              <a:gd name="connsiteY17" fmla="*/ 279253 h 773472"/>
              <a:gd name="connsiteX18" fmla="*/ 438196 w 717327"/>
              <a:gd name="connsiteY18" fmla="*/ 346994 h 773472"/>
              <a:gd name="connsiteX19" fmla="*/ 488574 w 717327"/>
              <a:gd name="connsiteY19" fmla="*/ 428918 h 773472"/>
              <a:gd name="connsiteX20" fmla="*/ 488579 w 717327"/>
              <a:gd name="connsiteY20" fmla="*/ 428916 h 773472"/>
              <a:gd name="connsiteX21" fmla="*/ 488593 w 717327"/>
              <a:gd name="connsiteY21" fmla="*/ 428948 h 773472"/>
              <a:gd name="connsiteX22" fmla="*/ 510710 w 717327"/>
              <a:gd name="connsiteY22" fmla="*/ 464915 h 773472"/>
              <a:gd name="connsiteX23" fmla="*/ 512923 w 717327"/>
              <a:gd name="connsiteY23" fmla="*/ 461358 h 773472"/>
              <a:gd name="connsiteX24" fmla="*/ 588421 w 717327"/>
              <a:gd name="connsiteY24" fmla="*/ 244835 h 773472"/>
              <a:gd name="connsiteX25" fmla="*/ 594121 w 717327"/>
              <a:gd name="connsiteY25" fmla="*/ 245280 h 773472"/>
              <a:gd name="connsiteX26" fmla="*/ 514530 w 717327"/>
              <a:gd name="connsiteY26" fmla="*/ 469621 h 773472"/>
              <a:gd name="connsiteX27" fmla="*/ 514490 w 717327"/>
              <a:gd name="connsiteY27" fmla="*/ 469621 h 773472"/>
              <a:gd name="connsiteX28" fmla="*/ 513010 w 717327"/>
              <a:gd name="connsiteY28" fmla="*/ 468655 h 773472"/>
              <a:gd name="connsiteX29" fmla="*/ 531408 w 717327"/>
              <a:gd name="connsiteY29" fmla="*/ 498573 h 773472"/>
              <a:gd name="connsiteX30" fmla="*/ 609479 w 717327"/>
              <a:gd name="connsiteY30" fmla="*/ 649195 h 773472"/>
              <a:gd name="connsiteX31" fmla="*/ 620760 w 717327"/>
              <a:gd name="connsiteY31" fmla="*/ 673918 h 773472"/>
              <a:gd name="connsiteX32" fmla="*/ 623306 w 717327"/>
              <a:gd name="connsiteY32" fmla="*/ 670115 h 773472"/>
              <a:gd name="connsiteX33" fmla="*/ 711668 w 717327"/>
              <a:gd name="connsiteY33" fmla="*/ 442498 h 773472"/>
              <a:gd name="connsiteX34" fmla="*/ 717327 w 717327"/>
              <a:gd name="connsiteY34" fmla="*/ 443145 h 773472"/>
              <a:gd name="connsiteX35" fmla="*/ 627990 w 717327"/>
              <a:gd name="connsiteY35" fmla="*/ 673337 h 773472"/>
              <a:gd name="connsiteX36" fmla="*/ 624370 w 717327"/>
              <a:gd name="connsiteY36" fmla="*/ 678745 h 773472"/>
              <a:gd name="connsiteX37" fmla="*/ 622304 w 717327"/>
              <a:gd name="connsiteY37" fmla="*/ 677303 h 773472"/>
              <a:gd name="connsiteX38" fmla="*/ 664640 w 717327"/>
              <a:gd name="connsiteY38" fmla="*/ 770083 h 773472"/>
              <a:gd name="connsiteX39" fmla="*/ 656774 w 717327"/>
              <a:gd name="connsiteY39" fmla="*/ 773472 h 773472"/>
              <a:gd name="connsiteX40" fmla="*/ 601885 w 717327"/>
              <a:gd name="connsiteY40" fmla="*/ 653148 h 773472"/>
              <a:gd name="connsiteX41" fmla="*/ 595671 w 717327"/>
              <a:gd name="connsiteY41" fmla="*/ 641045 h 773472"/>
              <a:gd name="connsiteX42" fmla="*/ 593908 w 717327"/>
              <a:gd name="connsiteY42" fmla="*/ 641536 h 773472"/>
              <a:gd name="connsiteX43" fmla="*/ 328549 w 717327"/>
              <a:gd name="connsiteY43" fmla="*/ 656006 h 773472"/>
              <a:gd name="connsiteX44" fmla="*/ 329802 w 717327"/>
              <a:gd name="connsiteY44" fmla="*/ 650185 h 773472"/>
              <a:gd name="connsiteX45" fmla="*/ 592274 w 717327"/>
              <a:gd name="connsiteY45" fmla="*/ 635817 h 773472"/>
              <a:gd name="connsiteX46" fmla="*/ 592897 w 717327"/>
              <a:gd name="connsiteY46" fmla="*/ 635644 h 773472"/>
              <a:gd name="connsiteX47" fmla="*/ 533649 w 717327"/>
              <a:gd name="connsiteY47" fmla="*/ 520249 h 773472"/>
              <a:gd name="connsiteX48" fmla="*/ 484065 w 717327"/>
              <a:gd name="connsiteY48" fmla="*/ 436883 h 773472"/>
              <a:gd name="connsiteX49" fmla="*/ 469920 w 717327"/>
              <a:gd name="connsiteY49" fmla="*/ 442159 h 773472"/>
              <a:gd name="connsiteX50" fmla="*/ 256275 w 717327"/>
              <a:gd name="connsiteY50" fmla="*/ 474674 h 773472"/>
              <a:gd name="connsiteX51" fmla="*/ 256800 w 717327"/>
              <a:gd name="connsiteY51" fmla="*/ 468974 h 773472"/>
              <a:gd name="connsiteX52" fmla="*/ 467882 w 717327"/>
              <a:gd name="connsiteY52" fmla="*/ 436818 h 773472"/>
              <a:gd name="connsiteX53" fmla="*/ 481094 w 717327"/>
              <a:gd name="connsiteY53" fmla="*/ 431889 h 773472"/>
              <a:gd name="connsiteX54" fmla="*/ 453378 w 717327"/>
              <a:gd name="connsiteY54" fmla="*/ 385290 h 773472"/>
              <a:gd name="connsiteX55" fmla="*/ 376353 w 717327"/>
              <a:gd name="connsiteY55" fmla="*/ 278205 h 773472"/>
              <a:gd name="connsiteX56" fmla="*/ 371441 w 717327"/>
              <a:gd name="connsiteY56" fmla="*/ 280714 h 773472"/>
              <a:gd name="connsiteX57" fmla="*/ 354702 w 717327"/>
              <a:gd name="connsiteY57" fmla="*/ 288531 h 773472"/>
              <a:gd name="connsiteX58" fmla="*/ 354661 w 717327"/>
              <a:gd name="connsiteY58" fmla="*/ 288531 h 773472"/>
              <a:gd name="connsiteX59" fmla="*/ 159060 w 717327"/>
              <a:gd name="connsiteY59" fmla="*/ 334734 h 773472"/>
              <a:gd name="connsiteX60" fmla="*/ 159060 w 717327"/>
              <a:gd name="connsiteY60" fmla="*/ 329317 h 773472"/>
              <a:gd name="connsiteX61" fmla="*/ 369942 w 717327"/>
              <a:gd name="connsiteY61" fmla="*/ 275379 h 773472"/>
              <a:gd name="connsiteX62" fmla="*/ 373147 w 717327"/>
              <a:gd name="connsiteY62" fmla="*/ 273747 h 773472"/>
              <a:gd name="connsiteX63" fmla="*/ 362382 w 717327"/>
              <a:gd name="connsiteY63" fmla="*/ 258781 h 773472"/>
              <a:gd name="connsiteX64" fmla="*/ 270503 w 717327"/>
              <a:gd name="connsiteY64" fmla="*/ 159934 h 773472"/>
              <a:gd name="connsiteX65" fmla="*/ 264769 w 717327"/>
              <a:gd name="connsiteY65" fmla="*/ 155139 h 773472"/>
              <a:gd name="connsiteX66" fmla="*/ 257558 w 717327"/>
              <a:gd name="connsiteY66" fmla="*/ 159586 h 773472"/>
              <a:gd name="connsiteX67" fmla="*/ 236993 w 717327"/>
              <a:gd name="connsiteY67" fmla="*/ 169974 h 773472"/>
              <a:gd name="connsiteX68" fmla="*/ 124742 w 717327"/>
              <a:gd name="connsiteY68" fmla="*/ 193338 h 773472"/>
              <a:gd name="connsiteX69" fmla="*/ 124742 w 717327"/>
              <a:gd name="connsiteY69" fmla="*/ 188204 h 773472"/>
              <a:gd name="connsiteX70" fmla="*/ 251952 w 717327"/>
              <a:gd name="connsiteY70" fmla="*/ 156866 h 773472"/>
              <a:gd name="connsiteX71" fmla="*/ 260608 w 717327"/>
              <a:gd name="connsiteY71" fmla="*/ 151660 h 773472"/>
              <a:gd name="connsiteX72" fmla="*/ 244864 w 717327"/>
              <a:gd name="connsiteY72" fmla="*/ 138495 h 773472"/>
              <a:gd name="connsiteX73" fmla="*/ 235619 w 717327"/>
              <a:gd name="connsiteY73" fmla="*/ 131816 h 773472"/>
              <a:gd name="connsiteX74" fmla="*/ 0 w 717327"/>
              <a:gd name="connsiteY74" fmla="*/ 14794 h 773472"/>
              <a:gd name="connsiteX75" fmla="*/ 525 w 717327"/>
              <a:gd name="connsiteY75" fmla="*/ 11399 h 773472"/>
              <a:gd name="connsiteX76" fmla="*/ 240510 w 717327"/>
              <a:gd name="connsiteY76" fmla="*/ 124823 h 773472"/>
              <a:gd name="connsiteX77" fmla="*/ 251306 w 717327"/>
              <a:gd name="connsiteY77" fmla="*/ 132846 h 773472"/>
              <a:gd name="connsiteX78" fmla="*/ 253684 w 717327"/>
              <a:gd name="connsiteY78" fmla="*/ 128113 h 773472"/>
              <a:gd name="connsiteX79" fmla="*/ 283641 w 717327"/>
              <a:gd name="connsiteY79" fmla="*/ 0 h 77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717327" h="773472">
                <a:moveTo>
                  <a:pt x="664656" y="770076"/>
                </a:moveTo>
                <a:lnTo>
                  <a:pt x="664656" y="770117"/>
                </a:lnTo>
                <a:lnTo>
                  <a:pt x="664640" y="770083"/>
                </a:lnTo>
                <a:close/>
                <a:moveTo>
                  <a:pt x="624370" y="678745"/>
                </a:moveTo>
                <a:lnTo>
                  <a:pt x="624397" y="678764"/>
                </a:lnTo>
                <a:lnTo>
                  <a:pt x="624357" y="678764"/>
                </a:lnTo>
                <a:close/>
                <a:moveTo>
                  <a:pt x="283641" y="0"/>
                </a:moveTo>
                <a:lnTo>
                  <a:pt x="288815" y="243"/>
                </a:lnTo>
                <a:cubicBezTo>
                  <a:pt x="285996" y="63543"/>
                  <a:pt x="267487" y="110677"/>
                  <a:pt x="258273" y="130527"/>
                </a:cubicBezTo>
                <a:lnTo>
                  <a:pt x="255406" y="136239"/>
                </a:lnTo>
                <a:lnTo>
                  <a:pt x="278239" y="155498"/>
                </a:lnTo>
                <a:cubicBezTo>
                  <a:pt x="300334" y="175502"/>
                  <a:pt x="331196" y="206616"/>
                  <a:pt x="368566" y="252839"/>
                </a:cubicBezTo>
                <a:lnTo>
                  <a:pt x="384850" y="274858"/>
                </a:lnTo>
                <a:lnTo>
                  <a:pt x="391209" y="262973"/>
                </a:lnTo>
                <a:cubicBezTo>
                  <a:pt x="407688" y="230968"/>
                  <a:pt x="440589" y="158383"/>
                  <a:pt x="443954" y="83229"/>
                </a:cubicBezTo>
                <a:lnTo>
                  <a:pt x="448966" y="83431"/>
                </a:lnTo>
                <a:cubicBezTo>
                  <a:pt x="445005" y="172243"/>
                  <a:pt x="400347" y="257371"/>
                  <a:pt x="388865" y="277916"/>
                </a:cubicBezTo>
                <a:lnTo>
                  <a:pt x="388100" y="279253"/>
                </a:lnTo>
                <a:lnTo>
                  <a:pt x="438196" y="346994"/>
                </a:lnTo>
                <a:lnTo>
                  <a:pt x="488574" y="428918"/>
                </a:lnTo>
                <a:lnTo>
                  <a:pt x="488579" y="428916"/>
                </a:lnTo>
                <a:lnTo>
                  <a:pt x="488593" y="428948"/>
                </a:lnTo>
                <a:lnTo>
                  <a:pt x="510710" y="464915"/>
                </a:lnTo>
                <a:lnTo>
                  <a:pt x="512923" y="461358"/>
                </a:lnTo>
                <a:cubicBezTo>
                  <a:pt x="526684" y="438693"/>
                  <a:pt x="580393" y="344611"/>
                  <a:pt x="588421" y="244835"/>
                </a:cubicBezTo>
                <a:lnTo>
                  <a:pt x="594121" y="245280"/>
                </a:lnTo>
                <a:cubicBezTo>
                  <a:pt x="584824" y="360724"/>
                  <a:pt x="515217" y="468529"/>
                  <a:pt x="514530" y="469621"/>
                </a:cubicBezTo>
                <a:lnTo>
                  <a:pt x="514490" y="469621"/>
                </a:lnTo>
                <a:lnTo>
                  <a:pt x="513010" y="468655"/>
                </a:lnTo>
                <a:lnTo>
                  <a:pt x="531408" y="498573"/>
                </a:lnTo>
                <a:cubicBezTo>
                  <a:pt x="560059" y="549775"/>
                  <a:pt x="586186" y="600818"/>
                  <a:pt x="609479" y="649195"/>
                </a:cubicBezTo>
                <a:lnTo>
                  <a:pt x="620760" y="673918"/>
                </a:lnTo>
                <a:lnTo>
                  <a:pt x="623306" y="670115"/>
                </a:lnTo>
                <a:cubicBezTo>
                  <a:pt x="638790" y="646481"/>
                  <a:pt x="699430" y="548358"/>
                  <a:pt x="711668" y="442498"/>
                </a:cubicBezTo>
                <a:lnTo>
                  <a:pt x="717327" y="443145"/>
                </a:lnTo>
                <a:cubicBezTo>
                  <a:pt x="704912" y="550277"/>
                  <a:pt x="643631" y="649457"/>
                  <a:pt x="627990" y="673337"/>
                </a:cubicBezTo>
                <a:lnTo>
                  <a:pt x="624370" y="678745"/>
                </a:lnTo>
                <a:lnTo>
                  <a:pt x="622304" y="677303"/>
                </a:lnTo>
                <a:lnTo>
                  <a:pt x="664640" y="770083"/>
                </a:lnTo>
                <a:lnTo>
                  <a:pt x="656774" y="773472"/>
                </a:lnTo>
                <a:cubicBezTo>
                  <a:pt x="640848" y="736628"/>
                  <a:pt x="622478" y="695936"/>
                  <a:pt x="601885" y="653148"/>
                </a:cubicBezTo>
                <a:lnTo>
                  <a:pt x="595671" y="641045"/>
                </a:lnTo>
                <a:lnTo>
                  <a:pt x="593908" y="641536"/>
                </a:lnTo>
                <a:cubicBezTo>
                  <a:pt x="563431" y="649697"/>
                  <a:pt x="438547" y="679668"/>
                  <a:pt x="328549" y="656006"/>
                </a:cubicBezTo>
                <a:lnTo>
                  <a:pt x="329802" y="650185"/>
                </a:lnTo>
                <a:cubicBezTo>
                  <a:pt x="438456" y="673529"/>
                  <a:pt x="562089" y="643890"/>
                  <a:pt x="592274" y="635817"/>
                </a:cubicBezTo>
                <a:lnTo>
                  <a:pt x="592897" y="635644"/>
                </a:lnTo>
                <a:lnTo>
                  <a:pt x="533649" y="520249"/>
                </a:lnTo>
                <a:lnTo>
                  <a:pt x="484065" y="436883"/>
                </a:lnTo>
                <a:lnTo>
                  <a:pt x="469920" y="442159"/>
                </a:lnTo>
                <a:cubicBezTo>
                  <a:pt x="430822" y="456044"/>
                  <a:pt x="342798" y="482434"/>
                  <a:pt x="256275" y="474674"/>
                </a:cubicBezTo>
                <a:lnTo>
                  <a:pt x="256800" y="468974"/>
                </a:lnTo>
                <a:cubicBezTo>
                  <a:pt x="342202" y="476644"/>
                  <a:pt x="429217" y="450549"/>
                  <a:pt x="467882" y="436818"/>
                </a:cubicBezTo>
                <a:lnTo>
                  <a:pt x="481094" y="431889"/>
                </a:lnTo>
                <a:lnTo>
                  <a:pt x="453378" y="385290"/>
                </a:lnTo>
                <a:lnTo>
                  <a:pt x="376353" y="278205"/>
                </a:lnTo>
                <a:lnTo>
                  <a:pt x="371441" y="280714"/>
                </a:lnTo>
                <a:cubicBezTo>
                  <a:pt x="367525" y="282650"/>
                  <a:pt x="361856" y="285358"/>
                  <a:pt x="354702" y="288531"/>
                </a:cubicBezTo>
                <a:lnTo>
                  <a:pt x="354661" y="288531"/>
                </a:lnTo>
                <a:cubicBezTo>
                  <a:pt x="317069" y="305226"/>
                  <a:pt x="238691" y="335097"/>
                  <a:pt x="159060" y="334734"/>
                </a:cubicBezTo>
                <a:lnTo>
                  <a:pt x="159060" y="329317"/>
                </a:lnTo>
                <a:cubicBezTo>
                  <a:pt x="254026" y="329741"/>
                  <a:pt x="347383" y="286560"/>
                  <a:pt x="369942" y="275379"/>
                </a:cubicBezTo>
                <a:lnTo>
                  <a:pt x="373147" y="273747"/>
                </a:lnTo>
                <a:lnTo>
                  <a:pt x="362382" y="258781"/>
                </a:lnTo>
                <a:cubicBezTo>
                  <a:pt x="324163" y="211447"/>
                  <a:pt x="292583" y="179796"/>
                  <a:pt x="270503" y="159934"/>
                </a:cubicBezTo>
                <a:lnTo>
                  <a:pt x="264769" y="155139"/>
                </a:lnTo>
                <a:lnTo>
                  <a:pt x="257558" y="159586"/>
                </a:lnTo>
                <a:cubicBezTo>
                  <a:pt x="252819" y="162314"/>
                  <a:pt x="245886" y="166012"/>
                  <a:pt x="236993" y="169974"/>
                </a:cubicBezTo>
                <a:cubicBezTo>
                  <a:pt x="212579" y="180807"/>
                  <a:pt x="173491" y="193580"/>
                  <a:pt x="124742" y="193338"/>
                </a:cubicBezTo>
                <a:lnTo>
                  <a:pt x="124742" y="188204"/>
                </a:lnTo>
                <a:cubicBezTo>
                  <a:pt x="186648" y="188507"/>
                  <a:pt x="232615" y="167528"/>
                  <a:pt x="251952" y="156866"/>
                </a:cubicBezTo>
                <a:lnTo>
                  <a:pt x="260608" y="151660"/>
                </a:lnTo>
                <a:lnTo>
                  <a:pt x="244864" y="138495"/>
                </a:lnTo>
                <a:cubicBezTo>
                  <a:pt x="238931" y="133971"/>
                  <a:pt x="235730" y="131907"/>
                  <a:pt x="235619" y="131816"/>
                </a:cubicBezTo>
                <a:cubicBezTo>
                  <a:pt x="183515" y="91798"/>
                  <a:pt x="126642" y="38441"/>
                  <a:pt x="0" y="14794"/>
                </a:cubicBezTo>
                <a:lnTo>
                  <a:pt x="525" y="11399"/>
                </a:lnTo>
                <a:cubicBezTo>
                  <a:pt x="132260" y="32216"/>
                  <a:pt x="233719" y="119568"/>
                  <a:pt x="240510" y="124823"/>
                </a:cubicBezTo>
                <a:lnTo>
                  <a:pt x="251306" y="132846"/>
                </a:lnTo>
                <a:lnTo>
                  <a:pt x="253684" y="128113"/>
                </a:lnTo>
                <a:cubicBezTo>
                  <a:pt x="262715" y="108646"/>
                  <a:pt x="280852" y="62361"/>
                  <a:pt x="283641" y="0"/>
                </a:cubicBezTo>
                <a:close/>
              </a:path>
            </a:pathLst>
          </a:custGeom>
          <a:solidFill>
            <a:schemeClr val="accent2"/>
          </a:solidFill>
          <a:ln w="403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2" name="任意多边形: 形状 11"/>
          <p:cNvSpPr/>
          <p:nvPr userDrawn="1">
            <p:custDataLst>
              <p:tags r:id="rId16"/>
            </p:custDataLst>
          </p:nvPr>
        </p:nvSpPr>
        <p:spPr>
          <a:xfrm>
            <a:off x="11630404" y="6296404"/>
            <a:ext cx="561596" cy="561596"/>
          </a:xfrm>
          <a:custGeom>
            <a:avLst/>
            <a:gdLst>
              <a:gd name="connsiteX0" fmla="*/ 1066800 w 1066800"/>
              <a:gd name="connsiteY0" fmla="*/ 0 h 1066800"/>
              <a:gd name="connsiteX1" fmla="*/ 1066800 w 1066800"/>
              <a:gd name="connsiteY1" fmla="*/ 1066800 h 1066800"/>
              <a:gd name="connsiteX2" fmla="*/ 0 w 1066800"/>
              <a:gd name="connsiteY2" fmla="*/ 1066800 h 1066800"/>
              <a:gd name="connsiteX3" fmla="*/ 1066800 w 1066800"/>
              <a:gd name="connsiteY3" fmla="*/ 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6800" h="1066800">
                <a:moveTo>
                  <a:pt x="1066800" y="0"/>
                </a:moveTo>
                <a:lnTo>
                  <a:pt x="1066800" y="1066800"/>
                </a:lnTo>
                <a:lnTo>
                  <a:pt x="0" y="1066800"/>
                </a:ln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138" name="任意多边形: 形状 137"/>
          <p:cNvSpPr/>
          <p:nvPr>
            <p:custDataLst>
              <p:tags r:id="rId17"/>
            </p:custDataLst>
          </p:nvPr>
        </p:nvSpPr>
        <p:spPr>
          <a:xfrm flipH="1">
            <a:off x="11443854" y="5873185"/>
            <a:ext cx="557620" cy="776011"/>
          </a:xfrm>
          <a:custGeom>
            <a:avLst/>
            <a:gdLst>
              <a:gd name="connsiteX0" fmla="*/ 636612 w 2638749"/>
              <a:gd name="connsiteY0" fmla="*/ 2648525 h 3672214"/>
              <a:gd name="connsiteX1" fmla="*/ 554132 w 2638749"/>
              <a:gd name="connsiteY1" fmla="*/ 2929413 h 3672214"/>
              <a:gd name="connsiteX2" fmla="*/ 480768 w 2638749"/>
              <a:gd name="connsiteY2" fmla="*/ 3072001 h 3672214"/>
              <a:gd name="connsiteX3" fmla="*/ 458929 w 2638749"/>
              <a:gd name="connsiteY3" fmla="*/ 3105982 h 3672214"/>
              <a:gd name="connsiteX4" fmla="*/ 314295 w 2638749"/>
              <a:gd name="connsiteY4" fmla="*/ 3043603 h 3672214"/>
              <a:gd name="connsiteX5" fmla="*/ 62407 w 2638749"/>
              <a:gd name="connsiteY5" fmla="*/ 3143689 h 3672214"/>
              <a:gd name="connsiteX6" fmla="*/ 0 w 2638749"/>
              <a:gd name="connsiteY6" fmla="*/ 3288389 h 3672214"/>
              <a:gd name="connsiteX7" fmla="*/ 889949 w 2638749"/>
              <a:gd name="connsiteY7" fmla="*/ 3672214 h 3672214"/>
              <a:gd name="connsiteX8" fmla="*/ 952356 w 2638749"/>
              <a:gd name="connsiteY8" fmla="*/ 3527514 h 3672214"/>
              <a:gd name="connsiteX9" fmla="*/ 852270 w 2638749"/>
              <a:gd name="connsiteY9" fmla="*/ 3275626 h 3672214"/>
              <a:gd name="connsiteX10" fmla="*/ 716189 w 2638749"/>
              <a:gd name="connsiteY10" fmla="*/ 3216936 h 3672214"/>
              <a:gd name="connsiteX11" fmla="*/ 729532 w 2638749"/>
              <a:gd name="connsiteY11" fmla="*/ 3174178 h 3672214"/>
              <a:gd name="connsiteX12" fmla="*/ 783289 w 2638749"/>
              <a:gd name="connsiteY12" fmla="*/ 3034850 h 3672214"/>
              <a:gd name="connsiteX13" fmla="*/ 918851 w 2638749"/>
              <a:gd name="connsiteY13" fmla="*/ 2770271 h 3672214"/>
              <a:gd name="connsiteX14" fmla="*/ 918851 w 2638749"/>
              <a:gd name="connsiteY14" fmla="*/ 2770167 h 3672214"/>
              <a:gd name="connsiteX15" fmla="*/ 936306 w 2638749"/>
              <a:gd name="connsiteY15" fmla="*/ 0 h 3672214"/>
              <a:gd name="connsiteX16" fmla="*/ 384347 w 2638749"/>
              <a:gd name="connsiteY16" fmla="*/ 1279790 h 3672214"/>
              <a:gd name="connsiteX17" fmla="*/ 704459 w 2638749"/>
              <a:gd name="connsiteY17" fmla="*/ 2406880 h 3672214"/>
              <a:gd name="connsiteX18" fmla="*/ 761257 w 2638749"/>
              <a:gd name="connsiteY18" fmla="*/ 2438486 h 3672214"/>
              <a:gd name="connsiteX19" fmla="*/ 673803 w 2638749"/>
              <a:gd name="connsiteY19" fmla="*/ 2641258 h 3672214"/>
              <a:gd name="connsiteX20" fmla="*/ 898150 w 2638749"/>
              <a:gd name="connsiteY20" fmla="*/ 2738017 h 3672214"/>
              <a:gd name="connsiteX21" fmla="*/ 985613 w 2638749"/>
              <a:gd name="connsiteY21" fmla="*/ 2535223 h 3672214"/>
              <a:gd name="connsiteX22" fmla="*/ 1047364 w 2638749"/>
              <a:gd name="connsiteY22" fmla="*/ 2554771 h 3672214"/>
              <a:gd name="connsiteX23" fmla="*/ 2086790 w 2638749"/>
              <a:gd name="connsiteY23" fmla="*/ 2014034 h 3672214"/>
              <a:gd name="connsiteX24" fmla="*/ 2638749 w 2638749"/>
              <a:gd name="connsiteY24" fmla="*/ 734245 h 3672214"/>
              <a:gd name="connsiteX25" fmla="*/ 936401 w 2638749"/>
              <a:gd name="connsiteY25" fmla="*/ 42 h 3672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638749" h="3672214">
                <a:moveTo>
                  <a:pt x="636612" y="2648525"/>
                </a:moveTo>
                <a:cubicBezTo>
                  <a:pt x="624250" y="2723733"/>
                  <a:pt x="600774" y="2821587"/>
                  <a:pt x="554132" y="2929413"/>
                </a:cubicBezTo>
                <a:cubicBezTo>
                  <a:pt x="531071" y="2982755"/>
                  <a:pt x="505906" y="3030280"/>
                  <a:pt x="480768" y="3072001"/>
                </a:cubicBezTo>
                <a:lnTo>
                  <a:pt x="458929" y="3105982"/>
                </a:lnTo>
                <a:lnTo>
                  <a:pt x="314295" y="3043603"/>
                </a:lnTo>
                <a:cubicBezTo>
                  <a:pt x="217193" y="3001724"/>
                  <a:pt x="104287" y="3046586"/>
                  <a:pt x="62407" y="3143689"/>
                </a:cubicBezTo>
                <a:lnTo>
                  <a:pt x="0" y="3288389"/>
                </a:lnTo>
                <a:lnTo>
                  <a:pt x="889949" y="3672214"/>
                </a:lnTo>
                <a:lnTo>
                  <a:pt x="952356" y="3527514"/>
                </a:lnTo>
                <a:cubicBezTo>
                  <a:pt x="994236" y="3430411"/>
                  <a:pt x="949373" y="3317505"/>
                  <a:pt x="852270" y="3275626"/>
                </a:cubicBezTo>
                <a:lnTo>
                  <a:pt x="716189" y="3216936"/>
                </a:lnTo>
                <a:lnTo>
                  <a:pt x="729532" y="3174178"/>
                </a:lnTo>
                <a:cubicBezTo>
                  <a:pt x="744984" y="3129588"/>
                  <a:pt x="762773" y="3082998"/>
                  <a:pt x="783289" y="3034850"/>
                </a:cubicBezTo>
                <a:cubicBezTo>
                  <a:pt x="826710" y="2933153"/>
                  <a:pt x="873767" y="2844856"/>
                  <a:pt x="918851" y="2770271"/>
                </a:cubicBezTo>
                <a:lnTo>
                  <a:pt x="918851" y="2770167"/>
                </a:lnTo>
                <a:close/>
                <a:moveTo>
                  <a:pt x="936306" y="0"/>
                </a:moveTo>
                <a:lnTo>
                  <a:pt x="384347" y="1279790"/>
                </a:lnTo>
                <a:cubicBezTo>
                  <a:pt x="207065" y="1690842"/>
                  <a:pt x="350993" y="2160225"/>
                  <a:pt x="704459" y="2406880"/>
                </a:cubicBezTo>
                <a:lnTo>
                  <a:pt x="761257" y="2438486"/>
                </a:lnTo>
                <a:lnTo>
                  <a:pt x="673803" y="2641258"/>
                </a:lnTo>
                <a:lnTo>
                  <a:pt x="898150" y="2738017"/>
                </a:lnTo>
                <a:lnTo>
                  <a:pt x="985613" y="2535223"/>
                </a:lnTo>
                <a:lnTo>
                  <a:pt x="1047364" y="2554771"/>
                </a:lnTo>
                <a:cubicBezTo>
                  <a:pt x="1469346" y="2642558"/>
                  <a:pt x="1909508" y="2425086"/>
                  <a:pt x="2086790" y="2014034"/>
                </a:cubicBezTo>
                <a:lnTo>
                  <a:pt x="2638749" y="734245"/>
                </a:lnTo>
                <a:lnTo>
                  <a:pt x="936401" y="42"/>
                </a:lnTo>
                <a:close/>
              </a:path>
            </a:pathLst>
          </a:custGeom>
          <a:solidFill>
            <a:schemeClr val="accent4"/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39" name="任意多边形: 形状 138"/>
          <p:cNvSpPr/>
          <p:nvPr>
            <p:custDataLst>
              <p:tags r:id="rId18"/>
            </p:custDataLst>
          </p:nvPr>
        </p:nvSpPr>
        <p:spPr>
          <a:xfrm rot="20200201" flipH="1">
            <a:off x="11802002" y="6434315"/>
            <a:ext cx="71189" cy="24783"/>
          </a:xfrm>
          <a:custGeom>
            <a:avLst/>
            <a:gdLst>
              <a:gd name="connsiteX0" fmla="*/ 278291 w 336879"/>
              <a:gd name="connsiteY0" fmla="*/ 0 h 117279"/>
              <a:gd name="connsiteX1" fmla="*/ 336879 w 336879"/>
              <a:gd name="connsiteY1" fmla="*/ 58588 h 117279"/>
              <a:gd name="connsiteX2" fmla="*/ 336879 w 336879"/>
              <a:gd name="connsiteY2" fmla="*/ 58692 h 117279"/>
              <a:gd name="connsiteX3" fmla="*/ 278291 w 336879"/>
              <a:gd name="connsiteY3" fmla="*/ 117280 h 117279"/>
              <a:gd name="connsiteX4" fmla="*/ 58588 w 336879"/>
              <a:gd name="connsiteY4" fmla="*/ 117280 h 117279"/>
              <a:gd name="connsiteX5" fmla="*/ 0 w 336879"/>
              <a:gd name="connsiteY5" fmla="*/ 58692 h 117279"/>
              <a:gd name="connsiteX6" fmla="*/ 0 w 336879"/>
              <a:gd name="connsiteY6" fmla="*/ 58588 h 117279"/>
              <a:gd name="connsiteX7" fmla="*/ 58588 w 336879"/>
              <a:gd name="connsiteY7" fmla="*/ 0 h 117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6879" h="117279">
                <a:moveTo>
                  <a:pt x="278291" y="0"/>
                </a:moveTo>
                <a:cubicBezTo>
                  <a:pt x="310648" y="0"/>
                  <a:pt x="336879" y="26230"/>
                  <a:pt x="336879" y="58588"/>
                </a:cubicBezTo>
                <a:lnTo>
                  <a:pt x="336879" y="58692"/>
                </a:lnTo>
                <a:cubicBezTo>
                  <a:pt x="336879" y="91049"/>
                  <a:pt x="310648" y="117280"/>
                  <a:pt x="278291" y="117280"/>
                </a:cubicBezTo>
                <a:lnTo>
                  <a:pt x="58588" y="117280"/>
                </a:lnTo>
                <a:cubicBezTo>
                  <a:pt x="26231" y="117280"/>
                  <a:pt x="0" y="91049"/>
                  <a:pt x="0" y="58692"/>
                </a:cubicBezTo>
                <a:lnTo>
                  <a:pt x="0" y="58588"/>
                </a:lnTo>
                <a:cubicBezTo>
                  <a:pt x="0" y="26230"/>
                  <a:pt x="26231" y="0"/>
                  <a:pt x="58588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0" name="任意多边形: 形状 139"/>
          <p:cNvSpPr/>
          <p:nvPr>
            <p:custDataLst>
              <p:tags r:id="rId19"/>
            </p:custDataLst>
          </p:nvPr>
        </p:nvSpPr>
        <p:spPr>
          <a:xfrm rot="20200201" flipH="1">
            <a:off x="11808690" y="6579150"/>
            <a:ext cx="245309" cy="169708"/>
          </a:xfrm>
          <a:custGeom>
            <a:avLst/>
            <a:gdLst>
              <a:gd name="connsiteX0" fmla="*/ 0 w 1160846"/>
              <a:gd name="connsiteY0" fmla="*/ 0 h 803087"/>
              <a:gd name="connsiteX1" fmla="*/ 1160846 w 1160846"/>
              <a:gd name="connsiteY1" fmla="*/ 0 h 803087"/>
              <a:gd name="connsiteX2" fmla="*/ 1160846 w 1160846"/>
              <a:gd name="connsiteY2" fmla="*/ 803088 h 803087"/>
              <a:gd name="connsiteX3" fmla="*/ 0 w 1160846"/>
              <a:gd name="connsiteY3" fmla="*/ 803088 h 803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0846" h="803087">
                <a:moveTo>
                  <a:pt x="0" y="0"/>
                </a:moveTo>
                <a:lnTo>
                  <a:pt x="1160846" y="0"/>
                </a:lnTo>
                <a:lnTo>
                  <a:pt x="1160846" y="803088"/>
                </a:lnTo>
                <a:lnTo>
                  <a:pt x="0" y="803088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1" name="任意多边形: 形状 140"/>
          <p:cNvSpPr/>
          <p:nvPr>
            <p:custDataLst>
              <p:tags r:id="rId20"/>
            </p:custDataLst>
          </p:nvPr>
        </p:nvSpPr>
        <p:spPr>
          <a:xfrm rot="20200201" flipH="1">
            <a:off x="11825684" y="6725062"/>
            <a:ext cx="281837" cy="41466"/>
          </a:xfrm>
          <a:custGeom>
            <a:avLst/>
            <a:gdLst>
              <a:gd name="connsiteX0" fmla="*/ 0 w 1333700"/>
              <a:gd name="connsiteY0" fmla="*/ 0 h 196227"/>
              <a:gd name="connsiteX1" fmla="*/ 1333700 w 1333700"/>
              <a:gd name="connsiteY1" fmla="*/ 0 h 196227"/>
              <a:gd name="connsiteX2" fmla="*/ 1333700 w 1333700"/>
              <a:gd name="connsiteY2" fmla="*/ 196227 h 196227"/>
              <a:gd name="connsiteX3" fmla="*/ 0 w 1333700"/>
              <a:gd name="connsiteY3" fmla="*/ 196227 h 196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3700" h="196227">
                <a:moveTo>
                  <a:pt x="0" y="0"/>
                </a:moveTo>
                <a:lnTo>
                  <a:pt x="1333700" y="0"/>
                </a:lnTo>
                <a:lnTo>
                  <a:pt x="1333700" y="196227"/>
                </a:lnTo>
                <a:lnTo>
                  <a:pt x="0" y="196227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2" name="任意多边形: 形状 141"/>
          <p:cNvSpPr/>
          <p:nvPr>
            <p:custDataLst>
              <p:tags r:id="rId21"/>
            </p:custDataLst>
          </p:nvPr>
        </p:nvSpPr>
        <p:spPr>
          <a:xfrm rot="20200201" flipH="1">
            <a:off x="11874141" y="6620954"/>
            <a:ext cx="120998" cy="73253"/>
          </a:xfrm>
          <a:custGeom>
            <a:avLst/>
            <a:gdLst>
              <a:gd name="connsiteX0" fmla="*/ 0 w 572580"/>
              <a:gd name="connsiteY0" fmla="*/ 0 h 346643"/>
              <a:gd name="connsiteX1" fmla="*/ 572580 w 572580"/>
              <a:gd name="connsiteY1" fmla="*/ 0 h 346643"/>
              <a:gd name="connsiteX2" fmla="*/ 572580 w 572580"/>
              <a:gd name="connsiteY2" fmla="*/ 346644 h 346643"/>
              <a:gd name="connsiteX3" fmla="*/ 0 w 572580"/>
              <a:gd name="connsiteY3" fmla="*/ 346644 h 346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2580" h="346643">
                <a:moveTo>
                  <a:pt x="0" y="0"/>
                </a:moveTo>
                <a:lnTo>
                  <a:pt x="572580" y="0"/>
                </a:lnTo>
                <a:lnTo>
                  <a:pt x="572580" y="346644"/>
                </a:lnTo>
                <a:lnTo>
                  <a:pt x="0" y="346644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3" name="任意多边形: 形状 142"/>
          <p:cNvSpPr/>
          <p:nvPr>
            <p:custDataLst>
              <p:tags r:id="rId22"/>
            </p:custDataLst>
          </p:nvPr>
        </p:nvSpPr>
        <p:spPr>
          <a:xfrm flipH="1">
            <a:off x="11532913" y="5856122"/>
            <a:ext cx="36477" cy="60030"/>
          </a:xfrm>
          <a:custGeom>
            <a:avLst/>
            <a:gdLst>
              <a:gd name="connsiteX0" fmla="*/ 0 w 172616"/>
              <a:gd name="connsiteY0" fmla="*/ 284070 h 284069"/>
              <a:gd name="connsiteX1" fmla="*/ 164025 w 172616"/>
              <a:gd name="connsiteY1" fmla="*/ 1000 h 284069"/>
              <a:gd name="connsiteX2" fmla="*/ 0 w 172616"/>
              <a:gd name="connsiteY2" fmla="*/ 284070 h 284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2616" h="284069">
                <a:moveTo>
                  <a:pt x="0" y="284070"/>
                </a:moveTo>
                <a:cubicBezTo>
                  <a:pt x="0" y="284070"/>
                  <a:pt x="114059" y="-19568"/>
                  <a:pt x="164025" y="1000"/>
                </a:cubicBezTo>
                <a:cubicBezTo>
                  <a:pt x="213991" y="21568"/>
                  <a:pt x="31060" y="210731"/>
                  <a:pt x="0" y="284070"/>
                </a:cubicBezTo>
                <a:close/>
              </a:path>
            </a:pathLst>
          </a:custGeom>
          <a:solidFill>
            <a:schemeClr val="bg1"/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4" name="任意多边形: 形状 143"/>
          <p:cNvSpPr/>
          <p:nvPr>
            <p:custDataLst>
              <p:tags r:id="rId23"/>
            </p:custDataLst>
          </p:nvPr>
        </p:nvSpPr>
        <p:spPr>
          <a:xfrm flipH="1">
            <a:off x="11432195" y="5776387"/>
            <a:ext cx="67331" cy="99676"/>
          </a:xfrm>
          <a:custGeom>
            <a:avLst/>
            <a:gdLst>
              <a:gd name="connsiteX0" fmla="*/ 9483 w 318619"/>
              <a:gd name="connsiteY0" fmla="*/ 434096 h 471683"/>
              <a:gd name="connsiteX1" fmla="*/ 302629 w 318619"/>
              <a:gd name="connsiteY1" fmla="*/ 505 h 471683"/>
              <a:gd name="connsiteX2" fmla="*/ 40958 w 318619"/>
              <a:gd name="connsiteY2" fmla="*/ 452274 h 471683"/>
              <a:gd name="connsiteX3" fmla="*/ 9587 w 318619"/>
              <a:gd name="connsiteY3" fmla="*/ 434096 h 471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8619" h="471683">
                <a:moveTo>
                  <a:pt x="9483" y="434096"/>
                </a:moveTo>
                <a:cubicBezTo>
                  <a:pt x="9483" y="434096"/>
                  <a:pt x="207996" y="-17154"/>
                  <a:pt x="302629" y="505"/>
                </a:cubicBezTo>
                <a:cubicBezTo>
                  <a:pt x="397263" y="18165"/>
                  <a:pt x="40958" y="452274"/>
                  <a:pt x="40958" y="452274"/>
                </a:cubicBezTo>
                <a:cubicBezTo>
                  <a:pt x="40958" y="452274"/>
                  <a:pt x="-23862" y="506292"/>
                  <a:pt x="9587" y="434096"/>
                </a:cubicBezTo>
                <a:close/>
              </a:path>
            </a:pathLst>
          </a:custGeom>
          <a:solidFill>
            <a:schemeClr val="accent4"/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5" name="任意多边形: 形状 144"/>
          <p:cNvSpPr/>
          <p:nvPr>
            <p:custDataLst>
              <p:tags r:id="rId24"/>
            </p:custDataLst>
          </p:nvPr>
        </p:nvSpPr>
        <p:spPr>
          <a:xfrm flipH="1">
            <a:off x="11660462" y="5644856"/>
            <a:ext cx="23439" cy="144380"/>
          </a:xfrm>
          <a:custGeom>
            <a:avLst/>
            <a:gdLst>
              <a:gd name="connsiteX0" fmla="*/ 29867 w 110920"/>
              <a:gd name="connsiteY0" fmla="*/ 39135 h 683232"/>
              <a:gd name="connsiteX1" fmla="*/ 4624 w 110920"/>
              <a:gd name="connsiteY1" fmla="*/ 661473 h 683232"/>
              <a:gd name="connsiteX2" fmla="*/ 106530 w 110920"/>
              <a:gd name="connsiteY2" fmla="*/ 167321 h 683232"/>
              <a:gd name="connsiteX3" fmla="*/ 29971 w 110920"/>
              <a:gd name="connsiteY3" fmla="*/ 39135 h 683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920" h="683232">
                <a:moveTo>
                  <a:pt x="29867" y="39135"/>
                </a:moveTo>
                <a:cubicBezTo>
                  <a:pt x="29867" y="39135"/>
                  <a:pt x="39008" y="551466"/>
                  <a:pt x="4624" y="661473"/>
                </a:cubicBezTo>
                <a:cubicBezTo>
                  <a:pt x="-29759" y="771481"/>
                  <a:pt x="139979" y="442393"/>
                  <a:pt x="106530" y="167321"/>
                </a:cubicBezTo>
                <a:cubicBezTo>
                  <a:pt x="73081" y="-107646"/>
                  <a:pt x="29971" y="39135"/>
                  <a:pt x="29971" y="39135"/>
                </a:cubicBezTo>
                <a:close/>
              </a:path>
            </a:pathLst>
          </a:custGeom>
          <a:solidFill>
            <a:schemeClr val="accent4"/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6" name="任意多边形: 形状 145"/>
          <p:cNvSpPr/>
          <p:nvPr>
            <p:custDataLst>
              <p:tags r:id="rId25"/>
            </p:custDataLst>
          </p:nvPr>
        </p:nvSpPr>
        <p:spPr>
          <a:xfrm flipH="1">
            <a:off x="11779516" y="5721059"/>
            <a:ext cx="10277" cy="56952"/>
          </a:xfrm>
          <a:custGeom>
            <a:avLst/>
            <a:gdLst>
              <a:gd name="connsiteX0" fmla="*/ 5857 w 48632"/>
              <a:gd name="connsiteY0" fmla="*/ 35356 h 269505"/>
              <a:gd name="connsiteX1" fmla="*/ 17076 w 48632"/>
              <a:gd name="connsiteY1" fmla="*/ 269187 h 269505"/>
              <a:gd name="connsiteX2" fmla="*/ 5857 w 48632"/>
              <a:gd name="connsiteY2" fmla="*/ 35356 h 269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632" h="269505">
                <a:moveTo>
                  <a:pt x="5857" y="35356"/>
                </a:moveTo>
                <a:cubicBezTo>
                  <a:pt x="5857" y="35356"/>
                  <a:pt x="-13049" y="255994"/>
                  <a:pt x="17076" y="269187"/>
                </a:cubicBezTo>
                <a:cubicBezTo>
                  <a:pt x="47096" y="282380"/>
                  <a:pt x="74313" y="-118905"/>
                  <a:pt x="5857" y="35356"/>
                </a:cubicBezTo>
                <a:close/>
              </a:path>
            </a:pathLst>
          </a:custGeom>
          <a:solidFill>
            <a:schemeClr val="bg1"/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7" name="任意多边形: 形状 146"/>
          <p:cNvSpPr/>
          <p:nvPr>
            <p:custDataLst>
              <p:tags r:id="rId26"/>
            </p:custDataLst>
          </p:nvPr>
        </p:nvSpPr>
        <p:spPr>
          <a:xfrm flipH="1">
            <a:off x="11077575" y="5899555"/>
            <a:ext cx="285800" cy="75273"/>
          </a:xfrm>
          <a:custGeom>
            <a:avLst/>
            <a:gdLst>
              <a:gd name="connsiteX0" fmla="*/ 0 w 1352450"/>
              <a:gd name="connsiteY0" fmla="*/ 356203 h 356202"/>
              <a:gd name="connsiteX1" fmla="*/ 1254337 w 1352450"/>
              <a:gd name="connsiteY1" fmla="*/ 11740 h 356202"/>
              <a:gd name="connsiteX2" fmla="*/ 0 w 1352450"/>
              <a:gd name="connsiteY2" fmla="*/ 356203 h 356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52450" h="356202">
                <a:moveTo>
                  <a:pt x="0" y="356203"/>
                </a:moveTo>
                <a:cubicBezTo>
                  <a:pt x="0" y="356203"/>
                  <a:pt x="819916" y="-75934"/>
                  <a:pt x="1254337" y="11740"/>
                </a:cubicBezTo>
                <a:cubicBezTo>
                  <a:pt x="1688759" y="99414"/>
                  <a:pt x="573515" y="57966"/>
                  <a:pt x="0" y="356203"/>
                </a:cubicBezTo>
                <a:close/>
              </a:path>
            </a:pathLst>
          </a:custGeom>
          <a:solidFill>
            <a:schemeClr val="accent2"/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8" name="任意多边形: 形状 147"/>
          <p:cNvSpPr/>
          <p:nvPr>
            <p:custDataLst>
              <p:tags r:id="rId27"/>
            </p:custDataLst>
          </p:nvPr>
        </p:nvSpPr>
        <p:spPr>
          <a:xfrm flipH="1">
            <a:off x="11858538" y="5534189"/>
            <a:ext cx="43943" cy="253523"/>
          </a:xfrm>
          <a:custGeom>
            <a:avLst/>
            <a:gdLst>
              <a:gd name="connsiteX0" fmla="*/ 207944 w 207943"/>
              <a:gd name="connsiteY0" fmla="*/ 1199712 h 1199712"/>
              <a:gd name="connsiteX1" fmla="*/ 35401 w 207943"/>
              <a:gd name="connsiteY1" fmla="*/ 15 h 1199712"/>
              <a:gd name="connsiteX2" fmla="*/ 207944 w 207943"/>
              <a:gd name="connsiteY2" fmla="*/ 1199712 h 1199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7943" h="1199712">
                <a:moveTo>
                  <a:pt x="207944" y="1199712"/>
                </a:moveTo>
                <a:cubicBezTo>
                  <a:pt x="207944" y="1199712"/>
                  <a:pt x="167535" y="-4868"/>
                  <a:pt x="35401" y="15"/>
                </a:cubicBezTo>
                <a:cubicBezTo>
                  <a:pt x="-96733" y="4897"/>
                  <a:pt x="181663" y="519825"/>
                  <a:pt x="207944" y="1199712"/>
                </a:cubicBezTo>
                <a:close/>
              </a:path>
            </a:pathLst>
          </a:custGeom>
          <a:solidFill>
            <a:schemeClr val="accent2"/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49" name="任意多边形: 形状 148"/>
          <p:cNvSpPr/>
          <p:nvPr>
            <p:custDataLst>
              <p:tags r:id="rId28"/>
            </p:custDataLst>
          </p:nvPr>
        </p:nvSpPr>
        <p:spPr>
          <a:xfrm flipH="1">
            <a:off x="11627045" y="6085427"/>
            <a:ext cx="157028" cy="159903"/>
          </a:xfrm>
          <a:custGeom>
            <a:avLst/>
            <a:gdLst>
              <a:gd name="connsiteX0" fmla="*/ 530795 w 743081"/>
              <a:gd name="connsiteY0" fmla="*/ 41001 h 756687"/>
              <a:gd name="connsiteX1" fmla="*/ 540560 w 743081"/>
              <a:gd name="connsiteY1" fmla="*/ 230476 h 756687"/>
              <a:gd name="connsiteX2" fmla="*/ 561024 w 743081"/>
              <a:gd name="connsiteY2" fmla="*/ 264964 h 756687"/>
              <a:gd name="connsiteX3" fmla="*/ 722555 w 743081"/>
              <a:gd name="connsiteY3" fmla="*/ 364376 h 756687"/>
              <a:gd name="connsiteX4" fmla="*/ 715388 w 743081"/>
              <a:gd name="connsiteY4" fmla="*/ 441350 h 756687"/>
              <a:gd name="connsiteX5" fmla="*/ 538274 w 743081"/>
              <a:gd name="connsiteY5" fmla="*/ 509183 h 756687"/>
              <a:gd name="connsiteX6" fmla="*/ 511785 w 743081"/>
              <a:gd name="connsiteY6" fmla="*/ 539308 h 756687"/>
              <a:gd name="connsiteX7" fmla="*/ 467221 w 743081"/>
              <a:gd name="connsiteY7" fmla="*/ 723693 h 756687"/>
              <a:gd name="connsiteX8" fmla="*/ 391805 w 743081"/>
              <a:gd name="connsiteY8" fmla="*/ 740626 h 756687"/>
              <a:gd name="connsiteX9" fmla="*/ 272552 w 743081"/>
              <a:gd name="connsiteY9" fmla="*/ 593117 h 756687"/>
              <a:gd name="connsiteX10" fmla="*/ 235675 w 743081"/>
              <a:gd name="connsiteY10" fmla="*/ 577224 h 756687"/>
              <a:gd name="connsiteX11" fmla="*/ 46512 w 743081"/>
              <a:gd name="connsiteY11" fmla="*/ 591767 h 756687"/>
              <a:gd name="connsiteX12" fmla="*/ 7038 w 743081"/>
              <a:gd name="connsiteY12" fmla="*/ 525284 h 756687"/>
              <a:gd name="connsiteX13" fmla="*/ 110501 w 743081"/>
              <a:gd name="connsiteY13" fmla="*/ 366350 h 756687"/>
              <a:gd name="connsiteX14" fmla="*/ 114241 w 743081"/>
              <a:gd name="connsiteY14" fmla="*/ 326356 h 756687"/>
              <a:gd name="connsiteX15" fmla="*/ 41941 w 743081"/>
              <a:gd name="connsiteY15" fmla="*/ 151009 h 756687"/>
              <a:gd name="connsiteX16" fmla="*/ 93049 w 743081"/>
              <a:gd name="connsiteY16" fmla="*/ 92941 h 756687"/>
              <a:gd name="connsiteX17" fmla="*/ 276188 w 743081"/>
              <a:gd name="connsiteY17" fmla="*/ 142179 h 756687"/>
              <a:gd name="connsiteX18" fmla="*/ 315350 w 743081"/>
              <a:gd name="connsiteY18" fmla="*/ 133350 h 756687"/>
              <a:gd name="connsiteX19" fmla="*/ 459742 w 743081"/>
              <a:gd name="connsiteY19" fmla="*/ 10357 h 756687"/>
              <a:gd name="connsiteX20" fmla="*/ 530795 w 743081"/>
              <a:gd name="connsiteY20" fmla="*/ 41001 h 75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43081" h="756687">
                <a:moveTo>
                  <a:pt x="530795" y="41001"/>
                </a:moveTo>
                <a:lnTo>
                  <a:pt x="540560" y="230476"/>
                </a:lnTo>
                <a:cubicBezTo>
                  <a:pt x="541287" y="244604"/>
                  <a:pt x="548974" y="257589"/>
                  <a:pt x="561024" y="264964"/>
                </a:cubicBezTo>
                <a:lnTo>
                  <a:pt x="722555" y="364376"/>
                </a:lnTo>
                <a:cubicBezTo>
                  <a:pt x="752992" y="383074"/>
                  <a:pt x="748733" y="428573"/>
                  <a:pt x="715388" y="441350"/>
                </a:cubicBezTo>
                <a:lnTo>
                  <a:pt x="538274" y="509183"/>
                </a:lnTo>
                <a:cubicBezTo>
                  <a:pt x="524978" y="514273"/>
                  <a:pt x="515109" y="525492"/>
                  <a:pt x="511785" y="539308"/>
                </a:cubicBezTo>
                <a:lnTo>
                  <a:pt x="467221" y="723693"/>
                </a:lnTo>
                <a:cubicBezTo>
                  <a:pt x="458807" y="758389"/>
                  <a:pt x="414243" y="768465"/>
                  <a:pt x="391805" y="740626"/>
                </a:cubicBezTo>
                <a:lnTo>
                  <a:pt x="272552" y="593117"/>
                </a:lnTo>
                <a:cubicBezTo>
                  <a:pt x="263619" y="582106"/>
                  <a:pt x="249803" y="576185"/>
                  <a:pt x="235675" y="577224"/>
                </a:cubicBezTo>
                <a:lnTo>
                  <a:pt x="46512" y="591767"/>
                </a:lnTo>
                <a:cubicBezTo>
                  <a:pt x="10881" y="594468"/>
                  <a:pt x="-12388" y="555202"/>
                  <a:pt x="7038" y="525284"/>
                </a:cubicBezTo>
                <a:lnTo>
                  <a:pt x="110501" y="366350"/>
                </a:lnTo>
                <a:cubicBezTo>
                  <a:pt x="118292" y="354508"/>
                  <a:pt x="119643" y="339549"/>
                  <a:pt x="114241" y="326356"/>
                </a:cubicBezTo>
                <a:lnTo>
                  <a:pt x="41941" y="151009"/>
                </a:lnTo>
                <a:cubicBezTo>
                  <a:pt x="28333" y="117975"/>
                  <a:pt x="58458" y="83696"/>
                  <a:pt x="93049" y="92941"/>
                </a:cubicBezTo>
                <a:lnTo>
                  <a:pt x="276188" y="142179"/>
                </a:lnTo>
                <a:cubicBezTo>
                  <a:pt x="289900" y="145815"/>
                  <a:pt x="304547" y="142595"/>
                  <a:pt x="315350" y="133350"/>
                </a:cubicBezTo>
                <a:lnTo>
                  <a:pt x="459742" y="10357"/>
                </a:lnTo>
                <a:cubicBezTo>
                  <a:pt x="486958" y="-12808"/>
                  <a:pt x="528925" y="5267"/>
                  <a:pt x="530795" y="41001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50" name="任意多边形: 形状 149"/>
          <p:cNvSpPr/>
          <p:nvPr>
            <p:custDataLst>
              <p:tags r:id="rId29"/>
            </p:custDataLst>
          </p:nvPr>
        </p:nvSpPr>
        <p:spPr>
          <a:xfrm flipH="1">
            <a:off x="11621033" y="6075167"/>
            <a:ext cx="157028" cy="159903"/>
          </a:xfrm>
          <a:custGeom>
            <a:avLst/>
            <a:gdLst>
              <a:gd name="connsiteX0" fmla="*/ 530795 w 743081"/>
              <a:gd name="connsiteY0" fmla="*/ 41001 h 756687"/>
              <a:gd name="connsiteX1" fmla="*/ 540560 w 743081"/>
              <a:gd name="connsiteY1" fmla="*/ 230476 h 756687"/>
              <a:gd name="connsiteX2" fmla="*/ 561024 w 743081"/>
              <a:gd name="connsiteY2" fmla="*/ 264964 h 756687"/>
              <a:gd name="connsiteX3" fmla="*/ 722556 w 743081"/>
              <a:gd name="connsiteY3" fmla="*/ 364376 h 756687"/>
              <a:gd name="connsiteX4" fmla="*/ 715388 w 743081"/>
              <a:gd name="connsiteY4" fmla="*/ 441350 h 756687"/>
              <a:gd name="connsiteX5" fmla="*/ 538274 w 743081"/>
              <a:gd name="connsiteY5" fmla="*/ 509183 h 756687"/>
              <a:gd name="connsiteX6" fmla="*/ 511785 w 743081"/>
              <a:gd name="connsiteY6" fmla="*/ 539308 h 756687"/>
              <a:gd name="connsiteX7" fmla="*/ 467221 w 743081"/>
              <a:gd name="connsiteY7" fmla="*/ 723693 h 756687"/>
              <a:gd name="connsiteX8" fmla="*/ 391805 w 743081"/>
              <a:gd name="connsiteY8" fmla="*/ 740626 h 756687"/>
              <a:gd name="connsiteX9" fmla="*/ 272552 w 743081"/>
              <a:gd name="connsiteY9" fmla="*/ 593117 h 756687"/>
              <a:gd name="connsiteX10" fmla="*/ 235675 w 743081"/>
              <a:gd name="connsiteY10" fmla="*/ 577224 h 756687"/>
              <a:gd name="connsiteX11" fmla="*/ 46512 w 743081"/>
              <a:gd name="connsiteY11" fmla="*/ 591767 h 756687"/>
              <a:gd name="connsiteX12" fmla="*/ 7038 w 743081"/>
              <a:gd name="connsiteY12" fmla="*/ 525284 h 756687"/>
              <a:gd name="connsiteX13" fmla="*/ 110501 w 743081"/>
              <a:gd name="connsiteY13" fmla="*/ 366350 h 756687"/>
              <a:gd name="connsiteX14" fmla="*/ 114241 w 743081"/>
              <a:gd name="connsiteY14" fmla="*/ 326356 h 756687"/>
              <a:gd name="connsiteX15" fmla="*/ 41941 w 743081"/>
              <a:gd name="connsiteY15" fmla="*/ 151009 h 756687"/>
              <a:gd name="connsiteX16" fmla="*/ 93049 w 743081"/>
              <a:gd name="connsiteY16" fmla="*/ 92941 h 756687"/>
              <a:gd name="connsiteX17" fmla="*/ 276188 w 743081"/>
              <a:gd name="connsiteY17" fmla="*/ 142179 h 756687"/>
              <a:gd name="connsiteX18" fmla="*/ 315350 w 743081"/>
              <a:gd name="connsiteY18" fmla="*/ 133350 h 756687"/>
              <a:gd name="connsiteX19" fmla="*/ 459742 w 743081"/>
              <a:gd name="connsiteY19" fmla="*/ 10357 h 756687"/>
              <a:gd name="connsiteX20" fmla="*/ 530795 w 743081"/>
              <a:gd name="connsiteY20" fmla="*/ 41001 h 75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43081" h="756687">
                <a:moveTo>
                  <a:pt x="530795" y="41001"/>
                </a:moveTo>
                <a:lnTo>
                  <a:pt x="540560" y="230476"/>
                </a:lnTo>
                <a:cubicBezTo>
                  <a:pt x="541287" y="244604"/>
                  <a:pt x="548974" y="257589"/>
                  <a:pt x="561024" y="264964"/>
                </a:cubicBezTo>
                <a:lnTo>
                  <a:pt x="722556" y="364376"/>
                </a:lnTo>
                <a:cubicBezTo>
                  <a:pt x="752992" y="383074"/>
                  <a:pt x="748733" y="428573"/>
                  <a:pt x="715388" y="441350"/>
                </a:cubicBezTo>
                <a:lnTo>
                  <a:pt x="538274" y="509183"/>
                </a:lnTo>
                <a:cubicBezTo>
                  <a:pt x="524978" y="514273"/>
                  <a:pt x="515109" y="525492"/>
                  <a:pt x="511785" y="539308"/>
                </a:cubicBezTo>
                <a:lnTo>
                  <a:pt x="467221" y="723693"/>
                </a:lnTo>
                <a:cubicBezTo>
                  <a:pt x="458807" y="758389"/>
                  <a:pt x="414243" y="768465"/>
                  <a:pt x="391805" y="740626"/>
                </a:cubicBezTo>
                <a:lnTo>
                  <a:pt x="272552" y="593117"/>
                </a:lnTo>
                <a:cubicBezTo>
                  <a:pt x="263619" y="582106"/>
                  <a:pt x="249803" y="576185"/>
                  <a:pt x="235675" y="577224"/>
                </a:cubicBezTo>
                <a:lnTo>
                  <a:pt x="46512" y="591767"/>
                </a:lnTo>
                <a:cubicBezTo>
                  <a:pt x="10881" y="594468"/>
                  <a:pt x="-12388" y="555202"/>
                  <a:pt x="7038" y="525284"/>
                </a:cubicBezTo>
                <a:lnTo>
                  <a:pt x="110501" y="366350"/>
                </a:lnTo>
                <a:cubicBezTo>
                  <a:pt x="118292" y="354508"/>
                  <a:pt x="119642" y="339549"/>
                  <a:pt x="114241" y="326356"/>
                </a:cubicBezTo>
                <a:lnTo>
                  <a:pt x="41941" y="151009"/>
                </a:lnTo>
                <a:cubicBezTo>
                  <a:pt x="28333" y="117975"/>
                  <a:pt x="58458" y="83695"/>
                  <a:pt x="93049" y="92941"/>
                </a:cubicBezTo>
                <a:lnTo>
                  <a:pt x="276188" y="142179"/>
                </a:lnTo>
                <a:cubicBezTo>
                  <a:pt x="289900" y="145815"/>
                  <a:pt x="304547" y="142595"/>
                  <a:pt x="315350" y="133350"/>
                </a:cubicBezTo>
                <a:lnTo>
                  <a:pt x="459742" y="10357"/>
                </a:lnTo>
                <a:cubicBezTo>
                  <a:pt x="486958" y="-12808"/>
                  <a:pt x="528925" y="5267"/>
                  <a:pt x="530795" y="41001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 dirty="0"/>
          </a:p>
        </p:txBody>
      </p:sp>
      <p:sp>
        <p:nvSpPr>
          <p:cNvPr id="151" name="任意多边形: 形状 150"/>
          <p:cNvSpPr/>
          <p:nvPr>
            <p:custDataLst>
              <p:tags r:id="rId30"/>
            </p:custDataLst>
          </p:nvPr>
        </p:nvSpPr>
        <p:spPr>
          <a:xfrm flipH="1">
            <a:off x="11441726" y="6021090"/>
            <a:ext cx="398060" cy="395633"/>
          </a:xfrm>
          <a:custGeom>
            <a:avLst/>
            <a:gdLst>
              <a:gd name="connsiteX0" fmla="*/ 1808572 w 1883687"/>
              <a:gd name="connsiteY0" fmla="*/ 0 h 1872203"/>
              <a:gd name="connsiteX1" fmla="*/ 1802327 w 1883687"/>
              <a:gd name="connsiteY1" fmla="*/ 19795 h 1872203"/>
              <a:gd name="connsiteX2" fmla="*/ 76672 w 1883687"/>
              <a:gd name="connsiteY2" fmla="*/ 1738380 h 1872203"/>
              <a:gd name="connsiteX3" fmla="*/ 0 w 1883687"/>
              <a:gd name="connsiteY3" fmla="*/ 1736676 h 1872203"/>
              <a:gd name="connsiteX4" fmla="*/ 28305 w 1883687"/>
              <a:gd name="connsiteY4" fmla="*/ 1754375 h 1872203"/>
              <a:gd name="connsiteX5" fmla="*/ 113384 w 1883687"/>
              <a:gd name="connsiteY5" fmla="*/ 1796286 h 1872203"/>
              <a:gd name="connsiteX6" fmla="*/ 1331728 w 1883687"/>
              <a:gd name="connsiteY6" fmla="*/ 1312187 h 1872203"/>
              <a:gd name="connsiteX7" fmla="*/ 1883687 w 1883687"/>
              <a:gd name="connsiteY7" fmla="*/ 32397 h 1872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83687" h="1872203">
                <a:moveTo>
                  <a:pt x="1808572" y="0"/>
                </a:moveTo>
                <a:lnTo>
                  <a:pt x="1802327" y="19795"/>
                </a:lnTo>
                <a:cubicBezTo>
                  <a:pt x="1732299" y="237142"/>
                  <a:pt x="1217363" y="1705450"/>
                  <a:pt x="76672" y="1738380"/>
                </a:cubicBezTo>
                <a:lnTo>
                  <a:pt x="0" y="1736676"/>
                </a:lnTo>
                <a:lnTo>
                  <a:pt x="28305" y="1754375"/>
                </a:lnTo>
                <a:cubicBezTo>
                  <a:pt x="55650" y="1769618"/>
                  <a:pt x="84023" y="1783623"/>
                  <a:pt x="113384" y="1796286"/>
                </a:cubicBezTo>
                <a:cubicBezTo>
                  <a:pt x="583158" y="1998894"/>
                  <a:pt x="1129120" y="1781960"/>
                  <a:pt x="1331728" y="1312187"/>
                </a:cubicBezTo>
                <a:lnTo>
                  <a:pt x="1883687" y="32397"/>
                </a:lnTo>
                <a:close/>
              </a:path>
            </a:pathLst>
          </a:custGeom>
          <a:solidFill>
            <a:schemeClr val="accent3">
              <a:alpha val="40000"/>
            </a:schemeClr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52" name="任意多边形: 形状 151"/>
          <p:cNvSpPr/>
          <p:nvPr>
            <p:custDataLst>
              <p:tags r:id="rId31"/>
            </p:custDataLst>
          </p:nvPr>
        </p:nvSpPr>
        <p:spPr>
          <a:xfrm rot="20200201" flipH="1">
            <a:off x="11621833" y="6329368"/>
            <a:ext cx="168943" cy="113079"/>
          </a:xfrm>
          <a:custGeom>
            <a:avLst/>
            <a:gdLst>
              <a:gd name="connsiteX0" fmla="*/ 799467 w 799467"/>
              <a:gd name="connsiteY0" fmla="*/ 0 h 535107"/>
              <a:gd name="connsiteX1" fmla="*/ 712332 w 799467"/>
              <a:gd name="connsiteY1" fmla="*/ 85325 h 535107"/>
              <a:gd name="connsiteX2" fmla="*/ 14592 w 799467"/>
              <a:gd name="connsiteY2" fmla="*/ 528988 h 535107"/>
              <a:gd name="connsiteX3" fmla="*/ 0 w 799467"/>
              <a:gd name="connsiteY3" fmla="*/ 535107 h 535107"/>
              <a:gd name="connsiteX4" fmla="*/ 55970 w 799467"/>
              <a:gd name="connsiteY4" fmla="*/ 532277 h 535107"/>
              <a:gd name="connsiteX5" fmla="*/ 729847 w 799467"/>
              <a:gd name="connsiteY5" fmla="*/ 128191 h 535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9467" h="535107">
                <a:moveTo>
                  <a:pt x="799467" y="0"/>
                </a:moveTo>
                <a:lnTo>
                  <a:pt x="712332" y="85325"/>
                </a:lnTo>
                <a:cubicBezTo>
                  <a:pt x="487672" y="284331"/>
                  <a:pt x="239486" y="427439"/>
                  <a:pt x="14592" y="528988"/>
                </a:cubicBezTo>
                <a:lnTo>
                  <a:pt x="0" y="535107"/>
                </a:lnTo>
                <a:lnTo>
                  <a:pt x="55970" y="532277"/>
                </a:lnTo>
                <a:cubicBezTo>
                  <a:pt x="336282" y="503770"/>
                  <a:pt x="579846" y="350136"/>
                  <a:pt x="729847" y="128191"/>
                </a:cubicBezTo>
                <a:close/>
              </a:path>
            </a:pathLst>
          </a:custGeom>
          <a:solidFill>
            <a:schemeClr val="accent4"/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53" name="任意多边形: 形状 152"/>
          <p:cNvSpPr/>
          <p:nvPr>
            <p:custDataLst>
              <p:tags r:id="rId32"/>
            </p:custDataLst>
          </p:nvPr>
        </p:nvSpPr>
        <p:spPr>
          <a:xfrm rot="20200201" flipH="1">
            <a:off x="11848874" y="5862954"/>
            <a:ext cx="38068" cy="410156"/>
          </a:xfrm>
          <a:custGeom>
            <a:avLst/>
            <a:gdLst>
              <a:gd name="connsiteX0" fmla="*/ 0 w 180144"/>
              <a:gd name="connsiteY0" fmla="*/ 0 h 1940928"/>
              <a:gd name="connsiteX1" fmla="*/ 0 w 180144"/>
              <a:gd name="connsiteY1" fmla="*/ 1393743 h 1940928"/>
              <a:gd name="connsiteX2" fmla="*/ 158418 w 180144"/>
              <a:gd name="connsiteY2" fmla="*/ 1911882 h 1940928"/>
              <a:gd name="connsiteX3" fmla="*/ 180144 w 180144"/>
              <a:gd name="connsiteY3" fmla="*/ 1940928 h 1940928"/>
              <a:gd name="connsiteX4" fmla="*/ 179105 w 180144"/>
              <a:gd name="connsiteY4" fmla="*/ 1918119 h 1940928"/>
              <a:gd name="connsiteX5" fmla="*/ 153542 w 180144"/>
              <a:gd name="connsiteY5" fmla="*/ 1803143 h 1940928"/>
              <a:gd name="connsiteX6" fmla="*/ 126656 w 180144"/>
              <a:gd name="connsiteY6" fmla="*/ 148299 h 1940928"/>
              <a:gd name="connsiteX7" fmla="*/ 132087 w 180144"/>
              <a:gd name="connsiteY7" fmla="*/ 0 h 1940928"/>
              <a:gd name="connsiteX8" fmla="*/ 104 w 180144"/>
              <a:gd name="connsiteY8" fmla="*/ 0 h 1940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0144" h="1940928">
                <a:moveTo>
                  <a:pt x="0" y="0"/>
                </a:moveTo>
                <a:lnTo>
                  <a:pt x="0" y="1393743"/>
                </a:lnTo>
                <a:cubicBezTo>
                  <a:pt x="0" y="1585594"/>
                  <a:pt x="58417" y="1763919"/>
                  <a:pt x="158418" y="1911882"/>
                </a:cubicBezTo>
                <a:lnTo>
                  <a:pt x="180144" y="1940928"/>
                </a:lnTo>
                <a:lnTo>
                  <a:pt x="179105" y="1918119"/>
                </a:lnTo>
                <a:cubicBezTo>
                  <a:pt x="174453" y="1883731"/>
                  <a:pt x="166239" y="1845534"/>
                  <a:pt x="153542" y="1803143"/>
                </a:cubicBezTo>
                <a:cubicBezTo>
                  <a:pt x="90057" y="1591187"/>
                  <a:pt x="105869" y="749647"/>
                  <a:pt x="126656" y="148299"/>
                </a:cubicBezTo>
                <a:lnTo>
                  <a:pt x="132087" y="0"/>
                </a:lnTo>
                <a:lnTo>
                  <a:pt x="104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54" name="任意多边形: 形状 153"/>
          <p:cNvSpPr/>
          <p:nvPr>
            <p:custDataLst>
              <p:tags r:id="rId33"/>
            </p:custDataLst>
          </p:nvPr>
        </p:nvSpPr>
        <p:spPr>
          <a:xfrm flipH="1">
            <a:off x="11374693" y="6078734"/>
            <a:ext cx="217582" cy="320143"/>
          </a:xfrm>
          <a:custGeom>
            <a:avLst/>
            <a:gdLst>
              <a:gd name="connsiteX0" fmla="*/ 124079 w 1029633"/>
              <a:gd name="connsiteY0" fmla="*/ 1498096 h 1514972"/>
              <a:gd name="connsiteX1" fmla="*/ 53234 w 1029633"/>
              <a:gd name="connsiteY1" fmla="*/ 1447196 h 1514972"/>
              <a:gd name="connsiteX2" fmla="*/ 255 w 1029633"/>
              <a:gd name="connsiteY2" fmla="*/ 1298960 h 1514972"/>
              <a:gd name="connsiteX3" fmla="*/ 71828 w 1029633"/>
              <a:gd name="connsiteY3" fmla="*/ 1153114 h 1514972"/>
              <a:gd name="connsiteX4" fmla="*/ 73282 w 1029633"/>
              <a:gd name="connsiteY4" fmla="*/ 1151868 h 1514972"/>
              <a:gd name="connsiteX5" fmla="*/ 872007 w 1029633"/>
              <a:gd name="connsiteY5" fmla="*/ 402278 h 1514972"/>
              <a:gd name="connsiteX6" fmla="*/ 916467 w 1029633"/>
              <a:gd name="connsiteY6" fmla="*/ 294763 h 1514972"/>
              <a:gd name="connsiteX7" fmla="*/ 752027 w 1029633"/>
              <a:gd name="connsiteY7" fmla="*/ 113183 h 1514972"/>
              <a:gd name="connsiteX8" fmla="*/ 570446 w 1029633"/>
              <a:gd name="connsiteY8" fmla="*/ 277623 h 1514972"/>
              <a:gd name="connsiteX9" fmla="*/ 511132 w 1029633"/>
              <a:gd name="connsiteY9" fmla="*/ 331328 h 1514972"/>
              <a:gd name="connsiteX10" fmla="*/ 457426 w 1029633"/>
              <a:gd name="connsiteY10" fmla="*/ 272014 h 1514972"/>
              <a:gd name="connsiteX11" fmla="*/ 551229 w 1029633"/>
              <a:gd name="connsiteY11" fmla="*/ 74020 h 1514972"/>
              <a:gd name="connsiteX12" fmla="*/ 757532 w 1029633"/>
              <a:gd name="connsiteY12" fmla="*/ 370 h 1514972"/>
              <a:gd name="connsiteX13" fmla="*/ 1029279 w 1029633"/>
              <a:gd name="connsiteY13" fmla="*/ 300476 h 1514972"/>
              <a:gd name="connsiteX14" fmla="*/ 953656 w 1029633"/>
              <a:gd name="connsiteY14" fmla="*/ 480499 h 1514972"/>
              <a:gd name="connsiteX15" fmla="*/ 950851 w 1029633"/>
              <a:gd name="connsiteY15" fmla="*/ 483303 h 1514972"/>
              <a:gd name="connsiteX16" fmla="*/ 148283 w 1029633"/>
              <a:gd name="connsiteY16" fmla="*/ 1236529 h 1514972"/>
              <a:gd name="connsiteX17" fmla="*/ 144855 w 1029633"/>
              <a:gd name="connsiteY17" fmla="*/ 1239438 h 1514972"/>
              <a:gd name="connsiteX18" fmla="*/ 113172 w 1029633"/>
              <a:gd name="connsiteY18" fmla="*/ 1304674 h 1514972"/>
              <a:gd name="connsiteX19" fmla="*/ 136960 w 1029633"/>
              <a:gd name="connsiteY19" fmla="*/ 1371364 h 1514972"/>
              <a:gd name="connsiteX20" fmla="*/ 200949 w 1029633"/>
              <a:gd name="connsiteY20" fmla="*/ 1401697 h 1514972"/>
              <a:gd name="connsiteX21" fmla="*/ 267640 w 1029633"/>
              <a:gd name="connsiteY21" fmla="*/ 1377908 h 1514972"/>
              <a:gd name="connsiteX22" fmla="*/ 297972 w 1029633"/>
              <a:gd name="connsiteY22" fmla="*/ 1313919 h 1514972"/>
              <a:gd name="connsiteX23" fmla="*/ 357287 w 1029633"/>
              <a:gd name="connsiteY23" fmla="*/ 1260214 h 1514972"/>
              <a:gd name="connsiteX24" fmla="*/ 410992 w 1029633"/>
              <a:gd name="connsiteY24" fmla="*/ 1319528 h 1514972"/>
              <a:gd name="connsiteX25" fmla="*/ 343679 w 1029633"/>
              <a:gd name="connsiteY25" fmla="*/ 1461739 h 1514972"/>
              <a:gd name="connsiteX26" fmla="*/ 195444 w 1029633"/>
              <a:gd name="connsiteY26" fmla="*/ 1514717 h 1514972"/>
              <a:gd name="connsiteX27" fmla="*/ 124079 w 1029633"/>
              <a:gd name="connsiteY27" fmla="*/ 1498200 h 1514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29633" h="1514972">
                <a:moveTo>
                  <a:pt x="124079" y="1498096"/>
                </a:moveTo>
                <a:cubicBezTo>
                  <a:pt x="97382" y="1486566"/>
                  <a:pt x="73282" y="1469426"/>
                  <a:pt x="53234" y="1447196"/>
                </a:cubicBezTo>
                <a:cubicBezTo>
                  <a:pt x="16357" y="1406475"/>
                  <a:pt x="-2446" y="1353809"/>
                  <a:pt x="255" y="1298960"/>
                </a:cubicBezTo>
                <a:cubicBezTo>
                  <a:pt x="3060" y="1242866"/>
                  <a:pt x="29134" y="1189680"/>
                  <a:pt x="71828" y="1153114"/>
                </a:cubicBezTo>
                <a:lnTo>
                  <a:pt x="73282" y="1151868"/>
                </a:lnTo>
                <a:lnTo>
                  <a:pt x="872007" y="402278"/>
                </a:lnTo>
                <a:cubicBezTo>
                  <a:pt x="898704" y="372776"/>
                  <a:pt x="914493" y="334653"/>
                  <a:pt x="916467" y="294763"/>
                </a:cubicBezTo>
                <a:cubicBezTo>
                  <a:pt x="921245" y="199402"/>
                  <a:pt x="847491" y="117961"/>
                  <a:pt x="752027" y="113183"/>
                </a:cubicBezTo>
                <a:cubicBezTo>
                  <a:pt x="656666" y="108404"/>
                  <a:pt x="575225" y="182158"/>
                  <a:pt x="570446" y="277623"/>
                </a:cubicBezTo>
                <a:cubicBezTo>
                  <a:pt x="568888" y="308787"/>
                  <a:pt x="542399" y="332886"/>
                  <a:pt x="511132" y="331328"/>
                </a:cubicBezTo>
                <a:cubicBezTo>
                  <a:pt x="479968" y="329770"/>
                  <a:pt x="455868" y="303281"/>
                  <a:pt x="457426" y="272014"/>
                </a:cubicBezTo>
                <a:cubicBezTo>
                  <a:pt x="461270" y="195663"/>
                  <a:pt x="494511" y="125337"/>
                  <a:pt x="551229" y="74020"/>
                </a:cubicBezTo>
                <a:cubicBezTo>
                  <a:pt x="607947" y="22704"/>
                  <a:pt x="681181" y="-3473"/>
                  <a:pt x="757532" y="370"/>
                </a:cubicBezTo>
                <a:cubicBezTo>
                  <a:pt x="915220" y="8161"/>
                  <a:pt x="1037070" y="142892"/>
                  <a:pt x="1029279" y="300476"/>
                </a:cubicBezTo>
                <a:cubicBezTo>
                  <a:pt x="1025955" y="367478"/>
                  <a:pt x="999051" y="431364"/>
                  <a:pt x="953656" y="480499"/>
                </a:cubicBezTo>
                <a:lnTo>
                  <a:pt x="950851" y="483303"/>
                </a:lnTo>
                <a:lnTo>
                  <a:pt x="148283" y="1236529"/>
                </a:lnTo>
                <a:lnTo>
                  <a:pt x="144855" y="1239438"/>
                </a:lnTo>
                <a:cubicBezTo>
                  <a:pt x="125845" y="1255747"/>
                  <a:pt x="114418" y="1279120"/>
                  <a:pt x="113172" y="1304674"/>
                </a:cubicBezTo>
                <a:cubicBezTo>
                  <a:pt x="111925" y="1329397"/>
                  <a:pt x="120443" y="1353081"/>
                  <a:pt x="136960" y="1371364"/>
                </a:cubicBezTo>
                <a:cubicBezTo>
                  <a:pt x="153581" y="1389647"/>
                  <a:pt x="176330" y="1400450"/>
                  <a:pt x="200949" y="1401697"/>
                </a:cubicBezTo>
                <a:cubicBezTo>
                  <a:pt x="225672" y="1402943"/>
                  <a:pt x="249357" y="1394425"/>
                  <a:pt x="267640" y="1377908"/>
                </a:cubicBezTo>
                <a:cubicBezTo>
                  <a:pt x="285922" y="1361288"/>
                  <a:pt x="296726" y="1338538"/>
                  <a:pt x="297972" y="1313919"/>
                </a:cubicBezTo>
                <a:cubicBezTo>
                  <a:pt x="299530" y="1282755"/>
                  <a:pt x="326019" y="1258655"/>
                  <a:pt x="357287" y="1260214"/>
                </a:cubicBezTo>
                <a:cubicBezTo>
                  <a:pt x="388451" y="1261772"/>
                  <a:pt x="412551" y="1288261"/>
                  <a:pt x="410992" y="1319528"/>
                </a:cubicBezTo>
                <a:cubicBezTo>
                  <a:pt x="408292" y="1374376"/>
                  <a:pt x="384296" y="1424862"/>
                  <a:pt x="343679" y="1461739"/>
                </a:cubicBezTo>
                <a:cubicBezTo>
                  <a:pt x="302958" y="1498615"/>
                  <a:pt x="250292" y="1517418"/>
                  <a:pt x="195444" y="1514717"/>
                </a:cubicBezTo>
                <a:cubicBezTo>
                  <a:pt x="170513" y="1513470"/>
                  <a:pt x="146413" y="1507861"/>
                  <a:pt x="124079" y="1498200"/>
                </a:cubicBezTo>
                <a:close/>
              </a:path>
            </a:pathLst>
          </a:custGeom>
          <a:solidFill>
            <a:schemeClr val="accent4"/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55" name="任意多边形: 形状 154"/>
          <p:cNvSpPr/>
          <p:nvPr>
            <p:custDataLst>
              <p:tags r:id="rId34"/>
            </p:custDataLst>
          </p:nvPr>
        </p:nvSpPr>
        <p:spPr>
          <a:xfrm flipH="1">
            <a:off x="11833851" y="5880787"/>
            <a:ext cx="183187" cy="334970"/>
          </a:xfrm>
          <a:custGeom>
            <a:avLst/>
            <a:gdLst>
              <a:gd name="connsiteX0" fmla="*/ 124285 w 866872"/>
              <a:gd name="connsiteY0" fmla="*/ 1568153 h 1585131"/>
              <a:gd name="connsiteX1" fmla="*/ 63308 w 866872"/>
              <a:gd name="connsiteY1" fmla="*/ 1527536 h 1585131"/>
              <a:gd name="connsiteX2" fmla="*/ 46 w 866872"/>
              <a:gd name="connsiteY2" fmla="*/ 1383456 h 1585131"/>
              <a:gd name="connsiteX3" fmla="*/ 57283 w 866872"/>
              <a:gd name="connsiteY3" fmla="*/ 1236883 h 1585131"/>
              <a:gd name="connsiteX4" fmla="*/ 137270 w 866872"/>
              <a:gd name="connsiteY4" fmla="*/ 1235221 h 1585131"/>
              <a:gd name="connsiteX5" fmla="*/ 138932 w 866872"/>
              <a:gd name="connsiteY5" fmla="*/ 1315208 h 1585131"/>
              <a:gd name="connsiteX6" fmla="*/ 141633 w 866872"/>
              <a:gd name="connsiteY6" fmla="*/ 1446095 h 1585131"/>
              <a:gd name="connsiteX7" fmla="*/ 207596 w 866872"/>
              <a:gd name="connsiteY7" fmla="*/ 1471857 h 1585131"/>
              <a:gd name="connsiteX8" fmla="*/ 272416 w 866872"/>
              <a:gd name="connsiteY8" fmla="*/ 1443394 h 1585131"/>
              <a:gd name="connsiteX9" fmla="*/ 298074 w 866872"/>
              <a:gd name="connsiteY9" fmla="*/ 1374938 h 1585131"/>
              <a:gd name="connsiteX10" fmla="*/ 297866 w 866872"/>
              <a:gd name="connsiteY10" fmla="*/ 1369537 h 1585131"/>
              <a:gd name="connsiteX11" fmla="*/ 294750 w 866872"/>
              <a:gd name="connsiteY11" fmla="*/ 268524 h 1585131"/>
              <a:gd name="connsiteX12" fmla="*/ 294750 w 866872"/>
              <a:gd name="connsiteY12" fmla="*/ 266550 h 1585131"/>
              <a:gd name="connsiteX13" fmla="*/ 373906 w 866872"/>
              <a:gd name="connsiteY13" fmla="*/ 87983 h 1585131"/>
              <a:gd name="connsiteX14" fmla="*/ 778722 w 866872"/>
              <a:gd name="connsiteY14" fmla="*/ 79568 h 1585131"/>
              <a:gd name="connsiteX15" fmla="*/ 866811 w 866872"/>
              <a:gd name="connsiteY15" fmla="*/ 280158 h 1585131"/>
              <a:gd name="connsiteX16" fmla="*/ 787240 w 866872"/>
              <a:gd name="connsiteY16" fmla="*/ 484280 h 1585131"/>
              <a:gd name="connsiteX17" fmla="*/ 707253 w 866872"/>
              <a:gd name="connsiteY17" fmla="*/ 485943 h 1585131"/>
              <a:gd name="connsiteX18" fmla="*/ 705591 w 866872"/>
              <a:gd name="connsiteY18" fmla="*/ 405956 h 1585131"/>
              <a:gd name="connsiteX19" fmla="*/ 700501 w 866872"/>
              <a:gd name="connsiteY19" fmla="*/ 161113 h 1585131"/>
              <a:gd name="connsiteX20" fmla="*/ 455658 w 866872"/>
              <a:gd name="connsiteY20" fmla="*/ 166203 h 1585131"/>
              <a:gd name="connsiteX21" fmla="*/ 407978 w 866872"/>
              <a:gd name="connsiteY21" fmla="*/ 272368 h 1585131"/>
              <a:gd name="connsiteX22" fmla="*/ 411094 w 866872"/>
              <a:gd name="connsiteY22" fmla="*/ 1367667 h 1585131"/>
              <a:gd name="connsiteX23" fmla="*/ 411094 w 866872"/>
              <a:gd name="connsiteY23" fmla="*/ 1369017 h 1585131"/>
              <a:gd name="connsiteX24" fmla="*/ 354169 w 866872"/>
              <a:gd name="connsiteY24" fmla="*/ 1521823 h 1585131"/>
              <a:gd name="connsiteX25" fmla="*/ 210089 w 866872"/>
              <a:gd name="connsiteY25" fmla="*/ 1585085 h 1585131"/>
              <a:gd name="connsiteX26" fmla="*/ 124492 w 866872"/>
              <a:gd name="connsiteY26" fmla="*/ 1568465 h 1585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66872" h="1585131">
                <a:moveTo>
                  <a:pt x="124285" y="1568153"/>
                </a:moveTo>
                <a:cubicBezTo>
                  <a:pt x="101951" y="1558492"/>
                  <a:pt x="81383" y="1544884"/>
                  <a:pt x="63308" y="1527536"/>
                </a:cubicBezTo>
                <a:cubicBezTo>
                  <a:pt x="23626" y="1489517"/>
                  <a:pt x="1188" y="1438304"/>
                  <a:pt x="46" y="1383456"/>
                </a:cubicBezTo>
                <a:cubicBezTo>
                  <a:pt x="-1097" y="1328504"/>
                  <a:pt x="19263" y="1276461"/>
                  <a:pt x="57283" y="1236883"/>
                </a:cubicBezTo>
                <a:cubicBezTo>
                  <a:pt x="78890" y="1214341"/>
                  <a:pt x="114728" y="1213614"/>
                  <a:pt x="137270" y="1235221"/>
                </a:cubicBezTo>
                <a:cubicBezTo>
                  <a:pt x="159811" y="1256828"/>
                  <a:pt x="160538" y="1292666"/>
                  <a:pt x="138932" y="1315208"/>
                </a:cubicBezTo>
                <a:cubicBezTo>
                  <a:pt x="103613" y="1352085"/>
                  <a:pt x="104859" y="1410777"/>
                  <a:pt x="141633" y="1446095"/>
                </a:cubicBezTo>
                <a:cubicBezTo>
                  <a:pt x="159500" y="1463235"/>
                  <a:pt x="182872" y="1472377"/>
                  <a:pt x="207596" y="1471857"/>
                </a:cubicBezTo>
                <a:cubicBezTo>
                  <a:pt x="232319" y="1471338"/>
                  <a:pt x="255380" y="1461261"/>
                  <a:pt x="272416" y="1443394"/>
                </a:cubicBezTo>
                <a:cubicBezTo>
                  <a:pt x="290179" y="1424904"/>
                  <a:pt x="299321" y="1400596"/>
                  <a:pt x="298074" y="1374938"/>
                </a:cubicBezTo>
                <a:lnTo>
                  <a:pt x="297866" y="1369537"/>
                </a:lnTo>
                <a:lnTo>
                  <a:pt x="294750" y="268524"/>
                </a:lnTo>
                <a:lnTo>
                  <a:pt x="294750" y="266550"/>
                </a:lnTo>
                <a:cubicBezTo>
                  <a:pt x="299425" y="199756"/>
                  <a:pt x="327472" y="136390"/>
                  <a:pt x="373906" y="87983"/>
                </a:cubicBezTo>
                <a:cubicBezTo>
                  <a:pt x="483186" y="-25973"/>
                  <a:pt x="664766" y="-29712"/>
                  <a:pt x="778722" y="79568"/>
                </a:cubicBezTo>
                <a:cubicBezTo>
                  <a:pt x="833881" y="132547"/>
                  <a:pt x="865149" y="203807"/>
                  <a:pt x="866811" y="280158"/>
                </a:cubicBezTo>
                <a:cubicBezTo>
                  <a:pt x="868369" y="356613"/>
                  <a:pt x="840114" y="429121"/>
                  <a:pt x="787240" y="484280"/>
                </a:cubicBezTo>
                <a:cubicBezTo>
                  <a:pt x="765633" y="506822"/>
                  <a:pt x="729795" y="507549"/>
                  <a:pt x="707253" y="485943"/>
                </a:cubicBezTo>
                <a:cubicBezTo>
                  <a:pt x="684711" y="464336"/>
                  <a:pt x="683984" y="428498"/>
                  <a:pt x="705591" y="405956"/>
                </a:cubicBezTo>
                <a:cubicBezTo>
                  <a:pt x="771658" y="337084"/>
                  <a:pt x="769373" y="227180"/>
                  <a:pt x="700501" y="161113"/>
                </a:cubicBezTo>
                <a:cubicBezTo>
                  <a:pt x="631629" y="95046"/>
                  <a:pt x="521725" y="97332"/>
                  <a:pt x="455658" y="166203"/>
                </a:cubicBezTo>
                <a:cubicBezTo>
                  <a:pt x="428027" y="194978"/>
                  <a:pt x="411094" y="232686"/>
                  <a:pt x="407978" y="272368"/>
                </a:cubicBezTo>
                <a:lnTo>
                  <a:pt x="411094" y="1367667"/>
                </a:lnTo>
                <a:lnTo>
                  <a:pt x="411094" y="1369017"/>
                </a:lnTo>
                <a:cubicBezTo>
                  <a:pt x="413899" y="1425735"/>
                  <a:pt x="393123" y="1481206"/>
                  <a:pt x="354169" y="1521823"/>
                </a:cubicBezTo>
                <a:cubicBezTo>
                  <a:pt x="316149" y="1561505"/>
                  <a:pt x="264937" y="1583942"/>
                  <a:pt x="210089" y="1585085"/>
                </a:cubicBezTo>
                <a:cubicBezTo>
                  <a:pt x="180172" y="1585709"/>
                  <a:pt x="151086" y="1579995"/>
                  <a:pt x="124492" y="1568465"/>
                </a:cubicBezTo>
                <a:close/>
              </a:path>
            </a:pathLst>
          </a:custGeom>
          <a:solidFill>
            <a:schemeClr val="accent4"/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56" name="任意多边形: 形状 155"/>
          <p:cNvSpPr/>
          <p:nvPr>
            <p:custDataLst>
              <p:tags r:id="rId35"/>
            </p:custDataLst>
          </p:nvPr>
        </p:nvSpPr>
        <p:spPr>
          <a:xfrm rot="20200201" flipH="1">
            <a:off x="11373455" y="5942506"/>
            <a:ext cx="506227" cy="29964"/>
          </a:xfrm>
          <a:custGeom>
            <a:avLst/>
            <a:gdLst>
              <a:gd name="connsiteX0" fmla="*/ 0 w 2395549"/>
              <a:gd name="connsiteY0" fmla="*/ 0 h 141794"/>
              <a:gd name="connsiteX1" fmla="*/ 2395550 w 2395549"/>
              <a:gd name="connsiteY1" fmla="*/ 0 h 141794"/>
              <a:gd name="connsiteX2" fmla="*/ 2395550 w 2395549"/>
              <a:gd name="connsiteY2" fmla="*/ 141795 h 141794"/>
              <a:gd name="connsiteX3" fmla="*/ 0 w 2395549"/>
              <a:gd name="connsiteY3" fmla="*/ 141795 h 141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5549" h="141794">
                <a:moveTo>
                  <a:pt x="0" y="0"/>
                </a:moveTo>
                <a:lnTo>
                  <a:pt x="2395550" y="0"/>
                </a:lnTo>
                <a:lnTo>
                  <a:pt x="2395550" y="141795"/>
                </a:lnTo>
                <a:lnTo>
                  <a:pt x="0" y="141795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03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6960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7"/>
            </p:custDataLst>
          </p:nvPr>
        </p:nvSpPr>
        <p:spPr>
          <a:xfrm>
            <a:off x="838200" y="1364400"/>
            <a:ext cx="10515600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8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40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KSO_TEMPLATE" hidden="1"/>
          <p:cNvSpPr/>
          <p:nvPr userDrawn="1">
            <p:custDataLst>
              <p:tags r:id="rId4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58.xml"/><Relationship Id="rId3" Type="http://schemas.openxmlformats.org/officeDocument/2006/relationships/tags" Target="../tags/tag457.xml"/><Relationship Id="rId2" Type="http://schemas.openxmlformats.org/officeDocument/2006/relationships/image" Target="../media/image1.jpeg"/><Relationship Id="rId1" Type="http://schemas.openxmlformats.org/officeDocument/2006/relationships/tags" Target="../tags/tag45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67.xml"/><Relationship Id="rId8" Type="http://schemas.openxmlformats.org/officeDocument/2006/relationships/tags" Target="../tags/tag466.xml"/><Relationship Id="rId7" Type="http://schemas.openxmlformats.org/officeDocument/2006/relationships/tags" Target="../tags/tag465.xml"/><Relationship Id="rId6" Type="http://schemas.openxmlformats.org/officeDocument/2006/relationships/tags" Target="../tags/tag464.xml"/><Relationship Id="rId5" Type="http://schemas.openxmlformats.org/officeDocument/2006/relationships/tags" Target="../tags/tag463.xml"/><Relationship Id="rId4" Type="http://schemas.openxmlformats.org/officeDocument/2006/relationships/tags" Target="../tags/tag462.xml"/><Relationship Id="rId3" Type="http://schemas.openxmlformats.org/officeDocument/2006/relationships/tags" Target="../tags/tag461.xml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478.xml"/><Relationship Id="rId2" Type="http://schemas.openxmlformats.org/officeDocument/2006/relationships/tags" Target="../tags/tag460.xml"/><Relationship Id="rId19" Type="http://schemas.openxmlformats.org/officeDocument/2006/relationships/tags" Target="../tags/tag477.xml"/><Relationship Id="rId18" Type="http://schemas.openxmlformats.org/officeDocument/2006/relationships/tags" Target="../tags/tag476.xml"/><Relationship Id="rId17" Type="http://schemas.openxmlformats.org/officeDocument/2006/relationships/tags" Target="../tags/tag475.xml"/><Relationship Id="rId16" Type="http://schemas.openxmlformats.org/officeDocument/2006/relationships/tags" Target="../tags/tag474.xml"/><Relationship Id="rId15" Type="http://schemas.openxmlformats.org/officeDocument/2006/relationships/tags" Target="../tags/tag473.xml"/><Relationship Id="rId14" Type="http://schemas.openxmlformats.org/officeDocument/2006/relationships/tags" Target="../tags/tag472.xml"/><Relationship Id="rId13" Type="http://schemas.openxmlformats.org/officeDocument/2006/relationships/tags" Target="../tags/tag471.xml"/><Relationship Id="rId12" Type="http://schemas.openxmlformats.org/officeDocument/2006/relationships/tags" Target="../tags/tag470.xml"/><Relationship Id="rId11" Type="http://schemas.openxmlformats.org/officeDocument/2006/relationships/tags" Target="../tags/tag469.xml"/><Relationship Id="rId10" Type="http://schemas.openxmlformats.org/officeDocument/2006/relationships/tags" Target="../tags/tag468.xml"/><Relationship Id="rId1" Type="http://schemas.openxmlformats.org/officeDocument/2006/relationships/tags" Target="../tags/tag45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87.xml"/><Relationship Id="rId8" Type="http://schemas.openxmlformats.org/officeDocument/2006/relationships/tags" Target="../tags/tag486.xml"/><Relationship Id="rId7" Type="http://schemas.openxmlformats.org/officeDocument/2006/relationships/tags" Target="../tags/tag485.xml"/><Relationship Id="rId6" Type="http://schemas.openxmlformats.org/officeDocument/2006/relationships/tags" Target="../tags/tag484.xml"/><Relationship Id="rId5" Type="http://schemas.openxmlformats.org/officeDocument/2006/relationships/tags" Target="../tags/tag483.xml"/><Relationship Id="rId4" Type="http://schemas.openxmlformats.org/officeDocument/2006/relationships/tags" Target="../tags/tag482.xml"/><Relationship Id="rId3" Type="http://schemas.openxmlformats.org/officeDocument/2006/relationships/tags" Target="../tags/tag481.xml"/><Relationship Id="rId22" Type="http://schemas.openxmlformats.org/officeDocument/2006/relationships/notesSlide" Target="../notesSlides/notesSlide3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498.xml"/><Relationship Id="rId2" Type="http://schemas.openxmlformats.org/officeDocument/2006/relationships/tags" Target="../tags/tag480.xml"/><Relationship Id="rId19" Type="http://schemas.openxmlformats.org/officeDocument/2006/relationships/tags" Target="../tags/tag497.xml"/><Relationship Id="rId18" Type="http://schemas.openxmlformats.org/officeDocument/2006/relationships/tags" Target="../tags/tag496.xml"/><Relationship Id="rId17" Type="http://schemas.openxmlformats.org/officeDocument/2006/relationships/tags" Target="../tags/tag495.xml"/><Relationship Id="rId16" Type="http://schemas.openxmlformats.org/officeDocument/2006/relationships/tags" Target="../tags/tag494.xml"/><Relationship Id="rId15" Type="http://schemas.openxmlformats.org/officeDocument/2006/relationships/tags" Target="../tags/tag493.xml"/><Relationship Id="rId14" Type="http://schemas.openxmlformats.org/officeDocument/2006/relationships/tags" Target="../tags/tag492.xml"/><Relationship Id="rId13" Type="http://schemas.openxmlformats.org/officeDocument/2006/relationships/tags" Target="../tags/tag491.xml"/><Relationship Id="rId12" Type="http://schemas.openxmlformats.org/officeDocument/2006/relationships/tags" Target="../tags/tag490.xml"/><Relationship Id="rId11" Type="http://schemas.openxmlformats.org/officeDocument/2006/relationships/tags" Target="../tags/tag489.xml"/><Relationship Id="rId10" Type="http://schemas.openxmlformats.org/officeDocument/2006/relationships/tags" Target="../tags/tag488.xml"/><Relationship Id="rId1" Type="http://schemas.openxmlformats.org/officeDocument/2006/relationships/tags" Target="../tags/tag47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502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tags" Target="../tags/tag501.xml"/><Relationship Id="rId2" Type="http://schemas.openxmlformats.org/officeDocument/2006/relationships/tags" Target="../tags/tag500.xml"/><Relationship Id="rId1" Type="http://schemas.openxmlformats.org/officeDocument/2006/relationships/tags" Target="../tags/tag499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05.xml"/><Relationship Id="rId2" Type="http://schemas.openxmlformats.org/officeDocument/2006/relationships/tags" Target="../tags/tag504.xml"/><Relationship Id="rId1" Type="http://schemas.openxmlformats.org/officeDocument/2006/relationships/tags" Target="../tags/tag5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/data/temp/347cf609-c068-11ef-b729-ce70e401984c.jpg@base@tag=imgScale&amp;m=1&amp;w=1577&amp;h=1904&amp;q=95347cf609-c068-11ef-b729-ce70e401984c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8380" r="8792"/>
          <a:stretch>
            <a:fillRect/>
          </a:stretch>
        </p:blipFill>
        <p:spPr>
          <a:xfrm>
            <a:off x="6511675" y="0"/>
            <a:ext cx="568032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894" h="10777">
                <a:moveTo>
                  <a:pt x="6575" y="5764"/>
                </a:moveTo>
                <a:cubicBezTo>
                  <a:pt x="6666" y="5764"/>
                  <a:pt x="6756" y="5799"/>
                  <a:pt x="6826" y="5868"/>
                </a:cubicBezTo>
                <a:lnTo>
                  <a:pt x="8894" y="7937"/>
                </a:lnTo>
                <a:lnTo>
                  <a:pt x="8894" y="9625"/>
                </a:lnTo>
                <a:lnTo>
                  <a:pt x="7742" y="10777"/>
                </a:lnTo>
                <a:lnTo>
                  <a:pt x="4807" y="10777"/>
                </a:lnTo>
                <a:lnTo>
                  <a:pt x="3362" y="9332"/>
                </a:lnTo>
                <a:cubicBezTo>
                  <a:pt x="3223" y="9193"/>
                  <a:pt x="3223" y="8969"/>
                  <a:pt x="3362" y="8830"/>
                </a:cubicBezTo>
                <a:lnTo>
                  <a:pt x="6324" y="5868"/>
                </a:lnTo>
                <a:cubicBezTo>
                  <a:pt x="6393" y="5799"/>
                  <a:pt x="6484" y="5764"/>
                  <a:pt x="6575" y="5764"/>
                </a:cubicBezTo>
                <a:close/>
                <a:moveTo>
                  <a:pt x="8894" y="3298"/>
                </a:moveTo>
                <a:lnTo>
                  <a:pt x="8894" y="7694"/>
                </a:lnTo>
                <a:lnTo>
                  <a:pt x="6947" y="5747"/>
                </a:lnTo>
                <a:cubicBezTo>
                  <a:pt x="6808" y="5609"/>
                  <a:pt x="6808" y="5384"/>
                  <a:pt x="6947" y="5246"/>
                </a:cubicBezTo>
                <a:lnTo>
                  <a:pt x="8894" y="3298"/>
                </a:lnTo>
                <a:close/>
                <a:moveTo>
                  <a:pt x="3317" y="2506"/>
                </a:moveTo>
                <a:cubicBezTo>
                  <a:pt x="3408" y="2506"/>
                  <a:pt x="3498" y="2541"/>
                  <a:pt x="3568" y="2610"/>
                </a:cubicBezTo>
                <a:lnTo>
                  <a:pt x="6229" y="5272"/>
                </a:lnTo>
                <a:cubicBezTo>
                  <a:pt x="6368" y="5410"/>
                  <a:pt x="6368" y="5635"/>
                  <a:pt x="6229" y="5773"/>
                </a:cubicBezTo>
                <a:lnTo>
                  <a:pt x="3267" y="8736"/>
                </a:lnTo>
                <a:cubicBezTo>
                  <a:pt x="3129" y="8874"/>
                  <a:pt x="2904" y="8874"/>
                  <a:pt x="2766" y="8736"/>
                </a:cubicBezTo>
                <a:lnTo>
                  <a:pt x="104" y="6074"/>
                </a:lnTo>
                <a:cubicBezTo>
                  <a:pt x="-35" y="5935"/>
                  <a:pt x="-35" y="5711"/>
                  <a:pt x="104" y="5572"/>
                </a:cubicBezTo>
                <a:lnTo>
                  <a:pt x="3066" y="2610"/>
                </a:lnTo>
                <a:cubicBezTo>
                  <a:pt x="3135" y="2541"/>
                  <a:pt x="3226" y="2506"/>
                  <a:pt x="3317" y="2506"/>
                </a:cubicBezTo>
                <a:close/>
                <a:moveTo>
                  <a:pt x="5676" y="0"/>
                </a:moveTo>
                <a:lnTo>
                  <a:pt x="8127" y="0"/>
                </a:lnTo>
                <a:lnTo>
                  <a:pt x="8894" y="767"/>
                </a:lnTo>
                <a:lnTo>
                  <a:pt x="8894" y="3109"/>
                </a:lnTo>
                <a:lnTo>
                  <a:pt x="6852" y="5151"/>
                </a:lnTo>
                <a:cubicBezTo>
                  <a:pt x="6713" y="5289"/>
                  <a:pt x="6489" y="5289"/>
                  <a:pt x="6350" y="5151"/>
                </a:cubicBezTo>
                <a:lnTo>
                  <a:pt x="3689" y="2489"/>
                </a:lnTo>
                <a:cubicBezTo>
                  <a:pt x="3550" y="2351"/>
                  <a:pt x="3550" y="2126"/>
                  <a:pt x="3689" y="1988"/>
                </a:cubicBezTo>
                <a:lnTo>
                  <a:pt x="5676" y="0"/>
                </a:lnTo>
                <a:close/>
              </a:path>
            </a:pathLst>
          </a:custGeom>
        </p:spPr>
      </p:pic>
      <p:sp>
        <p:nvSpPr>
          <p:cNvPr id="6" name="标题 5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360045"/>
            <a:ext cx="8252460" cy="720090"/>
          </a:xfrm>
        </p:spPr>
        <p:txBody>
          <a:bodyPr/>
          <a:lstStyle/>
          <a:p>
            <a:r>
              <a:rPr lang="zh-CN" altLang="en-US"/>
              <a:t>分组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62890" y="2132965"/>
            <a:ext cx="6589395" cy="1889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40000"/>
              </a:lnSpc>
            </a:pPr>
            <a:r>
              <a:rPr lang="en-US" altLang="zh-CN" sz="40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·3-4</a:t>
            </a:r>
            <a:r>
              <a:rPr lang="zh-CN" altLang="en-US" sz="40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人一组（尽量</a:t>
            </a:r>
            <a:r>
              <a:rPr lang="en-US" altLang="zh-CN" sz="40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40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人一组）</a:t>
            </a:r>
            <a:endParaRPr lang="zh-CN" altLang="en-US" sz="4000" b="1" kern="1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r>
              <a:rPr lang="en-US" altLang="zh-CN" sz="40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·</a:t>
            </a:r>
            <a:r>
              <a:rPr lang="zh-CN" altLang="en-US" sz="40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选一人作为</a:t>
            </a:r>
            <a:r>
              <a:rPr lang="zh-CN" altLang="en-US" sz="40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组长</a:t>
            </a:r>
            <a:endParaRPr lang="zh-CN" altLang="en-US" sz="4000" b="1" kern="1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任意多边形 29"/>
          <p:cNvSpPr/>
          <p:nvPr>
            <p:custDataLst>
              <p:tags r:id="rId1"/>
            </p:custDataLst>
          </p:nvPr>
        </p:nvSpPr>
        <p:spPr>
          <a:xfrm>
            <a:off x="10591165" y="5557520"/>
            <a:ext cx="1600835" cy="13004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29" h="1080">
                <a:moveTo>
                  <a:pt x="1027" y="0"/>
                </a:moveTo>
                <a:cubicBezTo>
                  <a:pt x="1124" y="0"/>
                  <a:pt x="1218" y="14"/>
                  <a:pt x="1308" y="39"/>
                </a:cubicBezTo>
                <a:lnTo>
                  <a:pt x="1329" y="45"/>
                </a:lnTo>
                <a:lnTo>
                  <a:pt x="1329" y="1080"/>
                </a:lnTo>
                <a:lnTo>
                  <a:pt x="1" y="1080"/>
                </a:lnTo>
                <a:lnTo>
                  <a:pt x="1" y="1079"/>
                </a:lnTo>
                <a:cubicBezTo>
                  <a:pt x="0" y="1062"/>
                  <a:pt x="0" y="1044"/>
                  <a:pt x="0" y="1027"/>
                </a:cubicBezTo>
                <a:cubicBezTo>
                  <a:pt x="0" y="460"/>
                  <a:pt x="460" y="0"/>
                  <a:pt x="1027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37" name="标题 3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7063" y="360000"/>
            <a:ext cx="5884379" cy="720000"/>
          </a:xfrm>
        </p:spPr>
        <p:txBody>
          <a:bodyPr lIns="0" tIns="0" rIns="0" bIns="0" anchor="b"/>
          <a:lstStyle/>
          <a:p>
            <a:pPr algn="l"/>
            <a:r>
              <a:rPr lang="zh-CN" altLang="en-US" dirty="0"/>
              <a:t>流程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>
            <p:custDataLst>
              <p:tags r:id="rId3"/>
            </p:custDataLst>
          </p:nvPr>
        </p:nvCxnSpPr>
        <p:spPr>
          <a:xfrm flipV="1">
            <a:off x="505693" y="2035532"/>
            <a:ext cx="0" cy="413132"/>
          </a:xfrm>
          <a:prstGeom prst="line">
            <a:avLst/>
          </a:prstGeom>
          <a:ln>
            <a:gradFill>
              <a:gsLst>
                <a:gs pos="9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prstDash val="dash"/>
            <a:headEnd type="triangle"/>
            <a:tailEnd type="none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163195" y="1610042"/>
            <a:ext cx="683539" cy="413184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</a:rPr>
              <a:t>01</a:t>
            </a:r>
            <a:endParaRPr lang="en-US" altLang="zh-CN" sz="1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846734" y="1586641"/>
            <a:ext cx="6820817" cy="413184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tx1"/>
                </a:solidFill>
                <a:latin typeface="+mn-ea"/>
                <a:cs typeface="+mn-ea"/>
              </a:rPr>
              <a:t>需求分析</a:t>
            </a:r>
            <a:endParaRPr lang="zh-CN" altLang="en-US" sz="2000" b="1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835660" y="1945005"/>
            <a:ext cx="11245850" cy="47371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90170" tIns="46990" rIns="90170" bIns="46990" rtlCol="0" anchor="t" anchorCtr="0">
            <a:noAutofit/>
          </a:bodyPr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完成选题后，首先进行可行性分析（技术、时间、法律）；然后进行需求分析（功能性、非功能性）。在需求分析阶段完成</a:t>
            </a:r>
            <a:r>
              <a:rPr lang="zh-CN" altLang="en-US" sz="16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用例图、活动图</a:t>
            </a:r>
            <a:endParaRPr lang="zh-CN" altLang="en-US" sz="1600" b="1" dirty="0">
              <a:ln>
                <a:noFill/>
                <a:prstDash val="sysDot"/>
              </a:ln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8" name="矩形 17"/>
          <p:cNvSpPr/>
          <p:nvPr>
            <p:custDataLst>
              <p:tags r:id="rId7"/>
            </p:custDataLst>
          </p:nvPr>
        </p:nvSpPr>
        <p:spPr>
          <a:xfrm>
            <a:off x="163195" y="2553200"/>
            <a:ext cx="683539" cy="413184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tx1"/>
                </a:solidFill>
                <a:latin typeface="+mn-ea"/>
                <a:cs typeface="+mn-ea"/>
              </a:rPr>
              <a:t>02</a:t>
            </a:r>
            <a:endParaRPr lang="en-US" altLang="zh-CN" sz="1800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846734" y="2556735"/>
            <a:ext cx="6820817" cy="413184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cs typeface="+mn-ea"/>
              </a:rPr>
              <a:t>系统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cs typeface="+mn-ea"/>
              </a:rPr>
              <a:t>设计</a:t>
            </a:r>
            <a:endParaRPr lang="zh-CN" altLang="en-US" sz="2000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21" name="矩形 20"/>
          <p:cNvSpPr/>
          <p:nvPr>
            <p:custDataLst>
              <p:tags r:id="rId9"/>
            </p:custDataLst>
          </p:nvPr>
        </p:nvSpPr>
        <p:spPr>
          <a:xfrm>
            <a:off x="846455" y="2881630"/>
            <a:ext cx="10978515" cy="64389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90170" tIns="46990" rIns="90170" bIns="46990" rtlCol="0" anchor="t" anchorCtr="0">
            <a:noAutofit/>
          </a:bodyPr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完成总体设计（确定系统整体架构，技术栈选型）；详细设计（设计每个功能模块的功能）；数据库设计（表结构设计）。在系统设计阶段完成</a:t>
            </a:r>
            <a:r>
              <a:rPr lang="zh-CN" altLang="en-US" sz="16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总体业务流程图、功能模块业务流程图、类图、包图、</a:t>
            </a:r>
            <a:r>
              <a:rPr lang="en-US" altLang="zh-CN" sz="16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ER</a:t>
            </a:r>
            <a:r>
              <a:rPr lang="zh-CN" altLang="en-US" sz="16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图</a:t>
            </a:r>
            <a:endParaRPr lang="zh-CN" altLang="en-US" sz="1600" b="1" dirty="0">
              <a:ln>
                <a:noFill/>
                <a:prstDash val="sysDot"/>
              </a:ln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163195" y="3776300"/>
            <a:ext cx="683539" cy="413184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tx1"/>
                </a:solidFill>
                <a:latin typeface="+mn-ea"/>
                <a:cs typeface="+mn-ea"/>
              </a:rPr>
              <a:t>03</a:t>
            </a:r>
            <a:endParaRPr lang="en-US" altLang="zh-CN" sz="1800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29" name="矩形 28"/>
          <p:cNvSpPr/>
          <p:nvPr>
            <p:custDataLst>
              <p:tags r:id="rId11"/>
            </p:custDataLst>
          </p:nvPr>
        </p:nvSpPr>
        <p:spPr>
          <a:xfrm>
            <a:off x="835939" y="3724230"/>
            <a:ext cx="6820817" cy="413184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cs typeface="+mn-ea"/>
              </a:rPr>
              <a:t>系统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cs typeface="+mn-ea"/>
              </a:rPr>
              <a:t>开发</a:t>
            </a:r>
            <a:endParaRPr lang="zh-CN" altLang="en-US" sz="2000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846455" y="4138295"/>
            <a:ext cx="6965950" cy="47371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90170" tIns="46990" rIns="90170" bIns="46990" rtlCol="0" anchor="t" anchorCtr="0">
            <a:noAutofit/>
          </a:bodyPr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编码实现。完成</a:t>
            </a:r>
            <a:r>
              <a:rPr lang="zh-CN" altLang="en-US" sz="16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对象图</a:t>
            </a:r>
            <a:endParaRPr lang="zh-CN" altLang="en-US" sz="1600" b="1" dirty="0">
              <a:ln>
                <a:noFill/>
                <a:prstDash val="sysDot"/>
              </a:ln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31" name="矩形 30"/>
          <p:cNvSpPr/>
          <p:nvPr>
            <p:custDataLst>
              <p:tags r:id="rId13"/>
            </p:custDataLst>
          </p:nvPr>
        </p:nvSpPr>
        <p:spPr>
          <a:xfrm>
            <a:off x="163195" y="4720334"/>
            <a:ext cx="683539" cy="413184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tx1"/>
                </a:solidFill>
                <a:latin typeface="+mn-ea"/>
                <a:cs typeface="+mn-ea"/>
              </a:rPr>
              <a:t>04</a:t>
            </a:r>
            <a:endParaRPr lang="en-US" altLang="zh-CN" sz="1800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32" name="矩形 31"/>
          <p:cNvSpPr/>
          <p:nvPr>
            <p:custDataLst>
              <p:tags r:id="rId14"/>
            </p:custDataLst>
          </p:nvPr>
        </p:nvSpPr>
        <p:spPr>
          <a:xfrm>
            <a:off x="835939" y="4656199"/>
            <a:ext cx="6820817" cy="413184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cs typeface="+mn-ea"/>
              </a:rPr>
              <a:t>系统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cs typeface="+mn-ea"/>
              </a:rPr>
              <a:t>测试</a:t>
            </a:r>
            <a:endParaRPr lang="zh-CN" altLang="en-US" sz="2000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33" name="矩形 32"/>
          <p:cNvSpPr/>
          <p:nvPr>
            <p:custDataLst>
              <p:tags r:id="rId15"/>
            </p:custDataLst>
          </p:nvPr>
        </p:nvSpPr>
        <p:spPr>
          <a:xfrm>
            <a:off x="835939" y="5010422"/>
            <a:ext cx="6820817" cy="473668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90170" tIns="46990" rIns="90170" bIns="46990" rtlCol="0" anchor="t" anchorCtr="0">
            <a:noAutofit/>
          </a:bodyPr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白盒测试、黑盒测试（逻辑功能测试、性能测试</a:t>
            </a:r>
            <a:r>
              <a:rPr lang="en-US" altLang="zh-CN" sz="1400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...</a:t>
            </a: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）。完成</a:t>
            </a:r>
            <a:r>
              <a:rPr lang="zh-CN" altLang="en-US" sz="16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测试报告</a:t>
            </a:r>
            <a:endParaRPr lang="zh-CN" altLang="en-US" sz="1600" b="1" dirty="0">
              <a:ln>
                <a:noFill/>
                <a:prstDash val="sysDot"/>
              </a:ln>
              <a:solidFill>
                <a:schemeClr val="tx1"/>
              </a:solidFill>
              <a:latin typeface="+mn-ea"/>
              <a:cs typeface="+mn-ea"/>
            </a:endParaRPr>
          </a:p>
        </p:txBody>
      </p:sp>
      <p:cxnSp>
        <p:nvCxnSpPr>
          <p:cNvPr id="26" name="直接连接符 25"/>
          <p:cNvCxnSpPr/>
          <p:nvPr>
            <p:custDataLst>
              <p:tags r:id="rId16"/>
            </p:custDataLst>
          </p:nvPr>
        </p:nvCxnSpPr>
        <p:spPr>
          <a:xfrm flipV="1">
            <a:off x="505693" y="3094655"/>
            <a:ext cx="0" cy="413132"/>
          </a:xfrm>
          <a:prstGeom prst="line">
            <a:avLst/>
          </a:prstGeom>
          <a:ln>
            <a:gradFill>
              <a:gsLst>
                <a:gs pos="9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prstDash val="dash"/>
            <a:headEnd type="triangle"/>
            <a:tailEnd type="none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27" name="直接连接符 26"/>
          <p:cNvCxnSpPr/>
          <p:nvPr>
            <p:custDataLst>
              <p:tags r:id="rId17"/>
            </p:custDataLst>
          </p:nvPr>
        </p:nvCxnSpPr>
        <p:spPr>
          <a:xfrm flipV="1">
            <a:off x="505693" y="4190213"/>
            <a:ext cx="0" cy="413132"/>
          </a:xfrm>
          <a:prstGeom prst="line">
            <a:avLst/>
          </a:prstGeom>
          <a:ln>
            <a:gradFill>
              <a:gsLst>
                <a:gs pos="9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prstDash val="dash"/>
            <a:headEnd type="triangle"/>
            <a:tailEnd type="none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2" name="直接连接符 1"/>
          <p:cNvCxnSpPr/>
          <p:nvPr>
            <p:custDataLst>
              <p:tags r:id="rId18"/>
            </p:custDataLst>
          </p:nvPr>
        </p:nvCxnSpPr>
        <p:spPr>
          <a:xfrm flipV="1">
            <a:off x="505693" y="5444973"/>
            <a:ext cx="0" cy="413132"/>
          </a:xfrm>
          <a:prstGeom prst="line">
            <a:avLst/>
          </a:prstGeom>
          <a:ln w="31750" cap="rnd">
            <a:solidFill>
              <a:srgbClr val="FF0000"/>
            </a:solidFill>
            <a:prstDash val="sysDot"/>
            <a:round/>
            <a:headEnd type="triangl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2"/>
          <p:cNvSpPr/>
          <p:nvPr>
            <p:custDataLst>
              <p:tags r:id="rId19"/>
            </p:custDataLst>
          </p:nvPr>
        </p:nvSpPr>
        <p:spPr>
          <a:xfrm>
            <a:off x="191770" y="5966460"/>
            <a:ext cx="11471910" cy="413385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  <a:cs typeface="+mn-ea"/>
              </a:rPr>
              <a:t>（下周一）中期检查：实训报告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cs typeface="+mn-ea"/>
              </a:rPr>
              <a:t>需求分析、系统设计部分；软件整体功能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cs typeface="+mn-ea"/>
              </a:rPr>
              <a:t>实现。</a:t>
            </a:r>
            <a:endParaRPr lang="zh-CN" altLang="en-US" sz="2000" b="1" dirty="0">
              <a:solidFill>
                <a:srgbClr val="FF0000"/>
              </a:solidFill>
              <a:latin typeface="+mn-ea"/>
              <a:cs typeface="+mn-ea"/>
            </a:endParaRPr>
          </a:p>
        </p:txBody>
      </p:sp>
    </p:spTree>
    <p:custDataLst>
      <p:tags r:id="rId2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任意多边形 29"/>
          <p:cNvSpPr/>
          <p:nvPr>
            <p:custDataLst>
              <p:tags r:id="rId1"/>
            </p:custDataLst>
          </p:nvPr>
        </p:nvSpPr>
        <p:spPr>
          <a:xfrm>
            <a:off x="10591165" y="5557520"/>
            <a:ext cx="1600835" cy="13004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29" h="1080">
                <a:moveTo>
                  <a:pt x="1027" y="0"/>
                </a:moveTo>
                <a:cubicBezTo>
                  <a:pt x="1124" y="0"/>
                  <a:pt x="1218" y="14"/>
                  <a:pt x="1308" y="39"/>
                </a:cubicBezTo>
                <a:lnTo>
                  <a:pt x="1329" y="45"/>
                </a:lnTo>
                <a:lnTo>
                  <a:pt x="1329" y="1080"/>
                </a:lnTo>
                <a:lnTo>
                  <a:pt x="1" y="1080"/>
                </a:lnTo>
                <a:lnTo>
                  <a:pt x="1" y="1079"/>
                </a:lnTo>
                <a:cubicBezTo>
                  <a:pt x="0" y="1062"/>
                  <a:pt x="0" y="1044"/>
                  <a:pt x="0" y="1027"/>
                </a:cubicBezTo>
                <a:cubicBezTo>
                  <a:pt x="0" y="460"/>
                  <a:pt x="460" y="0"/>
                  <a:pt x="1027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37" name="标题 3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7063" y="360000"/>
            <a:ext cx="5884379" cy="720000"/>
          </a:xfrm>
        </p:spPr>
        <p:txBody>
          <a:bodyPr lIns="0" tIns="0" rIns="0" bIns="0" anchor="b"/>
          <a:lstStyle/>
          <a:p>
            <a:pPr algn="l"/>
            <a:r>
              <a:rPr lang="zh-CN" altLang="en-US" dirty="0"/>
              <a:t>流程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>
            <p:custDataLst>
              <p:tags r:id="rId3"/>
            </p:custDataLst>
          </p:nvPr>
        </p:nvCxnSpPr>
        <p:spPr>
          <a:xfrm flipV="1">
            <a:off x="505693" y="2035532"/>
            <a:ext cx="0" cy="413132"/>
          </a:xfrm>
          <a:prstGeom prst="line">
            <a:avLst/>
          </a:prstGeom>
          <a:ln>
            <a:gradFill>
              <a:gsLst>
                <a:gs pos="9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prstDash val="dash"/>
            <a:headEnd type="triangle"/>
            <a:tailEnd type="none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163195" y="1610042"/>
            <a:ext cx="683539" cy="413184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</a:rPr>
              <a:t>05</a:t>
            </a:r>
            <a:endParaRPr lang="en-US" altLang="zh-CN" sz="1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846734" y="1586641"/>
            <a:ext cx="6820817" cy="413184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tx1"/>
                </a:solidFill>
                <a:latin typeface="+mn-ea"/>
                <a:cs typeface="+mn-ea"/>
              </a:rPr>
              <a:t>部署</a:t>
            </a:r>
            <a:endParaRPr lang="zh-CN" altLang="en-US" sz="2000" b="1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835660" y="1945005"/>
            <a:ext cx="11245850" cy="47371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90170" tIns="46990" rIns="90170" bIns="46990" rtlCol="0" anchor="t" anchorCtr="0">
            <a:noAutofit/>
          </a:bodyPr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部署软件系统。完成</a:t>
            </a:r>
            <a:r>
              <a:rPr lang="zh-CN" altLang="en-US" sz="16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部署图</a:t>
            </a: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。</a:t>
            </a:r>
            <a:endParaRPr lang="zh-CN" altLang="en-US" sz="1400" dirty="0">
              <a:ln>
                <a:noFill/>
                <a:prstDash val="sysDot"/>
              </a:ln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8" name="矩形 17"/>
          <p:cNvSpPr/>
          <p:nvPr>
            <p:custDataLst>
              <p:tags r:id="rId7"/>
            </p:custDataLst>
          </p:nvPr>
        </p:nvSpPr>
        <p:spPr>
          <a:xfrm>
            <a:off x="163195" y="2553200"/>
            <a:ext cx="683539" cy="413184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tx1"/>
                </a:solidFill>
                <a:latin typeface="+mn-ea"/>
                <a:cs typeface="+mn-ea"/>
              </a:rPr>
              <a:t>06</a:t>
            </a:r>
            <a:endParaRPr lang="en-US" altLang="zh-CN" sz="1800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846734" y="2556735"/>
            <a:ext cx="6820817" cy="413184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cs typeface="+mn-ea"/>
              </a:rPr>
              <a:t>软件系统维护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cs typeface="+mn-ea"/>
              </a:rPr>
              <a:t>与支持</a:t>
            </a:r>
            <a:endParaRPr lang="zh-CN" altLang="en-US" sz="2000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21" name="矩形 20"/>
          <p:cNvSpPr/>
          <p:nvPr>
            <p:custDataLst>
              <p:tags r:id="rId9"/>
            </p:custDataLst>
          </p:nvPr>
        </p:nvSpPr>
        <p:spPr>
          <a:xfrm>
            <a:off x="846455" y="2881630"/>
            <a:ext cx="10978515" cy="64389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90170" tIns="46990" rIns="90170" bIns="46990" rtlCol="0" anchor="t" anchorCtr="0">
            <a:noAutofit/>
          </a:bodyPr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软件功能完善（日志系统、性能优化等）。完成</a:t>
            </a:r>
            <a:r>
              <a:rPr lang="zh-CN" altLang="en-US" sz="16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维护手册（系统架构、代码结构、部署配置、常见问题解决方案说明）、变更文档（功能修改、</a:t>
            </a:r>
            <a:r>
              <a:rPr lang="en-US" altLang="zh-CN" sz="16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bug</a:t>
            </a:r>
            <a:r>
              <a:rPr lang="zh-CN" altLang="en-US" sz="16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修复、数据库变更记录）、用户文档（用户使用手册）</a:t>
            </a: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等</a:t>
            </a:r>
            <a:endParaRPr lang="zh-CN" altLang="en-US" sz="1400" dirty="0">
              <a:ln>
                <a:noFill/>
                <a:prstDash val="sysDot"/>
              </a:ln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163195" y="3776300"/>
            <a:ext cx="683539" cy="413184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tx1"/>
                </a:solidFill>
                <a:latin typeface="+mn-ea"/>
                <a:cs typeface="+mn-ea"/>
              </a:rPr>
              <a:t>07</a:t>
            </a:r>
            <a:endParaRPr lang="en-US" altLang="zh-CN" sz="1800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29" name="矩形 28"/>
          <p:cNvSpPr/>
          <p:nvPr>
            <p:custDataLst>
              <p:tags r:id="rId11"/>
            </p:custDataLst>
          </p:nvPr>
        </p:nvSpPr>
        <p:spPr>
          <a:xfrm>
            <a:off x="835939" y="3795985"/>
            <a:ext cx="6820817" cy="413184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cs typeface="+mn-ea"/>
              </a:rPr>
              <a:t>硬件系统与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cs typeface="+mn-ea"/>
              </a:rPr>
              <a:t>维护</a:t>
            </a:r>
            <a:endParaRPr lang="zh-CN" altLang="en-US" sz="2000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846455" y="4138295"/>
            <a:ext cx="10770870" cy="47371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90170" tIns="46990" rIns="90170" bIns="46990" rtlCol="0" anchor="t" anchorCtr="0">
            <a:noAutofit/>
          </a:bodyPr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介绍硬件配置、硬件维护计划。完成</a:t>
            </a:r>
            <a:r>
              <a:rPr lang="zh-CN" altLang="en-US" sz="16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设备档案（计算机配置说明）、维护手册（预防性维护计划、故障诊断</a:t>
            </a:r>
            <a:r>
              <a:rPr lang="zh-CN" altLang="en-US" sz="16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流程）</a:t>
            </a:r>
            <a:endParaRPr lang="zh-CN" altLang="en-US" sz="1600" b="1" dirty="0">
              <a:ln>
                <a:noFill/>
                <a:prstDash val="sysDot"/>
              </a:ln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31" name="矩形 30"/>
          <p:cNvSpPr/>
          <p:nvPr>
            <p:custDataLst>
              <p:tags r:id="rId13"/>
            </p:custDataLst>
          </p:nvPr>
        </p:nvSpPr>
        <p:spPr>
          <a:xfrm>
            <a:off x="163195" y="4792089"/>
            <a:ext cx="683539" cy="413184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tx1"/>
                </a:solidFill>
                <a:latin typeface="+mn-ea"/>
                <a:cs typeface="+mn-ea"/>
              </a:rPr>
              <a:t>08</a:t>
            </a:r>
            <a:endParaRPr lang="en-US" altLang="zh-CN" sz="1800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32" name="矩形 31"/>
          <p:cNvSpPr/>
          <p:nvPr>
            <p:custDataLst>
              <p:tags r:id="rId14"/>
            </p:custDataLst>
          </p:nvPr>
        </p:nvSpPr>
        <p:spPr>
          <a:xfrm>
            <a:off x="835939" y="4799709"/>
            <a:ext cx="6820817" cy="413184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cs typeface="+mn-ea"/>
              </a:rPr>
              <a:t>项目评估与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cs typeface="+mn-ea"/>
              </a:rPr>
              <a:t>总结</a:t>
            </a:r>
            <a:endParaRPr lang="zh-CN" altLang="en-US" sz="2000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33" name="矩形 32"/>
          <p:cNvSpPr/>
          <p:nvPr>
            <p:custDataLst>
              <p:tags r:id="rId15"/>
            </p:custDataLst>
          </p:nvPr>
        </p:nvSpPr>
        <p:spPr>
          <a:xfrm>
            <a:off x="839749" y="5167267"/>
            <a:ext cx="6820817" cy="473668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90170" tIns="46990" rIns="90170" bIns="46990" rtlCol="0" anchor="t" anchorCtr="0">
            <a:noAutofit/>
          </a:bodyPr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评估项目的开发进度、质量等。完成</a:t>
            </a:r>
            <a:r>
              <a:rPr lang="zh-CN" altLang="en-US" sz="18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甘特图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</a:rPr>
              <a:t>。</a:t>
            </a:r>
            <a:endParaRPr lang="zh-CN" altLang="en-US" sz="1600" dirty="0">
              <a:ln>
                <a:noFill/>
                <a:prstDash val="sysDot"/>
              </a:ln>
              <a:solidFill>
                <a:schemeClr val="tx1"/>
              </a:solidFill>
              <a:latin typeface="+mn-ea"/>
              <a:cs typeface="+mn-ea"/>
            </a:endParaRPr>
          </a:p>
        </p:txBody>
      </p:sp>
      <p:cxnSp>
        <p:nvCxnSpPr>
          <p:cNvPr id="26" name="直接连接符 25"/>
          <p:cNvCxnSpPr/>
          <p:nvPr>
            <p:custDataLst>
              <p:tags r:id="rId16"/>
            </p:custDataLst>
          </p:nvPr>
        </p:nvCxnSpPr>
        <p:spPr>
          <a:xfrm flipV="1">
            <a:off x="505693" y="3094655"/>
            <a:ext cx="0" cy="413132"/>
          </a:xfrm>
          <a:prstGeom prst="line">
            <a:avLst/>
          </a:prstGeom>
          <a:ln>
            <a:gradFill>
              <a:gsLst>
                <a:gs pos="9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prstDash val="dash"/>
            <a:headEnd type="triangle"/>
            <a:tailEnd type="none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27" name="直接连接符 26"/>
          <p:cNvCxnSpPr/>
          <p:nvPr>
            <p:custDataLst>
              <p:tags r:id="rId17"/>
            </p:custDataLst>
          </p:nvPr>
        </p:nvCxnSpPr>
        <p:spPr>
          <a:xfrm flipV="1">
            <a:off x="505693" y="4190213"/>
            <a:ext cx="0" cy="413132"/>
          </a:xfrm>
          <a:prstGeom prst="line">
            <a:avLst/>
          </a:prstGeom>
          <a:ln>
            <a:gradFill>
              <a:gsLst>
                <a:gs pos="9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prstDash val="dash"/>
            <a:headEnd type="triangle"/>
            <a:tailEnd type="none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2" name="直接连接符 1"/>
          <p:cNvCxnSpPr/>
          <p:nvPr>
            <p:custDataLst>
              <p:tags r:id="rId18"/>
            </p:custDataLst>
          </p:nvPr>
        </p:nvCxnSpPr>
        <p:spPr>
          <a:xfrm flipV="1">
            <a:off x="505693" y="5444973"/>
            <a:ext cx="0" cy="413132"/>
          </a:xfrm>
          <a:prstGeom prst="line">
            <a:avLst/>
          </a:prstGeom>
          <a:ln w="31750" cap="rnd">
            <a:solidFill>
              <a:srgbClr val="FF0000"/>
            </a:solidFill>
            <a:prstDash val="sysDot"/>
            <a:round/>
            <a:headEnd type="triangl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2"/>
          <p:cNvSpPr/>
          <p:nvPr>
            <p:custDataLst>
              <p:tags r:id="rId19"/>
            </p:custDataLst>
          </p:nvPr>
        </p:nvSpPr>
        <p:spPr>
          <a:xfrm>
            <a:off x="191770" y="5966460"/>
            <a:ext cx="11471910" cy="413385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  <a:cs typeface="+mn-ea"/>
              </a:rPr>
              <a:t>验收。提交实训报告、程序源代码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cs typeface="+mn-ea"/>
              </a:rPr>
              <a:t>压缩包。</a:t>
            </a:r>
            <a:endParaRPr lang="zh-CN" altLang="en-US" sz="2000" b="1" dirty="0">
              <a:solidFill>
                <a:srgbClr val="FF0000"/>
              </a:solidFill>
              <a:latin typeface="+mn-ea"/>
              <a:cs typeface="+mn-ea"/>
            </a:endParaRPr>
          </a:p>
        </p:txBody>
      </p:sp>
    </p:spTree>
    <p:custDataLst>
      <p:tags r:id="rId2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任意多边形 29"/>
          <p:cNvSpPr/>
          <p:nvPr>
            <p:custDataLst>
              <p:tags r:id="rId1"/>
            </p:custDataLst>
          </p:nvPr>
        </p:nvSpPr>
        <p:spPr>
          <a:xfrm>
            <a:off x="10591165" y="5557520"/>
            <a:ext cx="1600835" cy="13004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29" h="1080">
                <a:moveTo>
                  <a:pt x="1027" y="0"/>
                </a:moveTo>
                <a:cubicBezTo>
                  <a:pt x="1124" y="0"/>
                  <a:pt x="1218" y="14"/>
                  <a:pt x="1308" y="39"/>
                </a:cubicBezTo>
                <a:lnTo>
                  <a:pt x="1329" y="45"/>
                </a:lnTo>
                <a:lnTo>
                  <a:pt x="1329" y="1080"/>
                </a:lnTo>
                <a:lnTo>
                  <a:pt x="1" y="1080"/>
                </a:lnTo>
                <a:lnTo>
                  <a:pt x="1" y="1079"/>
                </a:lnTo>
                <a:cubicBezTo>
                  <a:pt x="0" y="1062"/>
                  <a:pt x="0" y="1044"/>
                  <a:pt x="0" y="1027"/>
                </a:cubicBezTo>
                <a:cubicBezTo>
                  <a:pt x="0" y="460"/>
                  <a:pt x="460" y="0"/>
                  <a:pt x="1027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37" name="标题 3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7063" y="360000"/>
            <a:ext cx="5884379" cy="720000"/>
          </a:xfrm>
        </p:spPr>
        <p:txBody>
          <a:bodyPr lIns="0" tIns="0" rIns="0" bIns="0" anchor="b"/>
          <a:lstStyle/>
          <a:p>
            <a:pPr algn="l"/>
            <a:r>
              <a:rPr lang="zh-CN" altLang="en-US" dirty="0"/>
              <a:t>编排格式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6990" y="5013325"/>
            <a:ext cx="5819140" cy="1513840"/>
          </a:xfrm>
          <a:prstGeom prst="rect">
            <a:avLst/>
          </a:prstGeom>
          <a:noFill/>
        </p:spPr>
        <p:txBody>
          <a:bodyPr wrap="square" rtlCol="0"/>
          <a:p>
            <a:pPr algn="l">
              <a:lnSpc>
                <a:spcPct val="140000"/>
              </a:lnSpc>
            </a:pPr>
            <a:r>
              <a:rPr lang="zh-CN" altLang="en-US" sz="24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图表绘制：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ppt</a:t>
            </a:r>
            <a:r>
              <a:rPr lang="zh-CN" altLang="en-US" sz="24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processon</a:t>
            </a:r>
            <a:r>
              <a:rPr lang="zh-CN" altLang="en-US" sz="24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visio</a:t>
            </a:r>
            <a:r>
              <a:rPr lang="zh-CN" altLang="en-US" sz="24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等</a:t>
            </a:r>
            <a:endParaRPr lang="zh-CN" altLang="en-US" sz="2400" b="1" kern="1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r>
              <a:rPr lang="zh-CN" altLang="en-US" sz="24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程序代码：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gitee</a:t>
            </a:r>
            <a:r>
              <a:rPr lang="zh-CN" altLang="en-US" sz="24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github</a:t>
            </a:r>
            <a:r>
              <a:rPr lang="zh-CN" altLang="en-US" sz="24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等</a:t>
            </a:r>
            <a:endParaRPr lang="zh-CN" altLang="en-US" sz="2400" b="1" kern="1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标题 3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55308" y="4147140"/>
            <a:ext cx="5884379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dirty="0"/>
              <a:t>推荐</a:t>
            </a:r>
            <a:r>
              <a:rPr lang="zh-CN" altLang="en-US" dirty="0"/>
              <a:t>资源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6990" y="1412875"/>
            <a:ext cx="7188200" cy="1696720"/>
          </a:xfrm>
          <a:prstGeom prst="rect">
            <a:avLst/>
          </a:prstGeom>
          <a:noFill/>
        </p:spPr>
        <p:txBody>
          <a:bodyPr wrap="square" rtlCol="0"/>
          <a:p>
            <a:pPr algn="l">
              <a:lnSpc>
                <a:spcPct val="140000"/>
              </a:lnSpc>
            </a:pPr>
            <a:r>
              <a:rPr lang="zh-CN" altLang="en-US" sz="24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正文字体：宋体小四号字，英文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400" b="1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ime</a:t>
            </a:r>
            <a:r>
              <a:rPr lang="en-US" altLang="zh-CN" sz="2400" b="1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s New Roman</a:t>
            </a:r>
            <a:endParaRPr lang="zh-CN" altLang="en-US" sz="2400" b="1" kern="1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r>
              <a:rPr lang="zh-CN" altLang="en-US" sz="24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图名：黑体五号（章节号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24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序号）；图注：宋体小五</a:t>
            </a:r>
            <a:endParaRPr lang="zh-CN" altLang="en-US" sz="2400" b="1" kern="1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r>
              <a:rPr lang="zh-CN" altLang="en-US" sz="24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公式：右侧加公式</a:t>
            </a:r>
            <a:r>
              <a:rPr lang="zh-CN" altLang="en-US" sz="24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号</a:t>
            </a:r>
            <a:endParaRPr lang="zh-CN" altLang="en-US" sz="2400" b="1" kern="1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4"/>
          <a:stretch>
            <a:fillRect/>
          </a:stretch>
        </p:blipFill>
        <p:spPr>
          <a:xfrm>
            <a:off x="7235825" y="0"/>
            <a:ext cx="4946650" cy="45929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135" y="4867275"/>
            <a:ext cx="4467860" cy="57086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任意多边形 29"/>
          <p:cNvSpPr/>
          <p:nvPr>
            <p:custDataLst>
              <p:tags r:id="rId1"/>
            </p:custDataLst>
          </p:nvPr>
        </p:nvSpPr>
        <p:spPr>
          <a:xfrm>
            <a:off x="10591165" y="5557520"/>
            <a:ext cx="1600835" cy="13004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29" h="1080">
                <a:moveTo>
                  <a:pt x="1027" y="0"/>
                </a:moveTo>
                <a:cubicBezTo>
                  <a:pt x="1124" y="0"/>
                  <a:pt x="1218" y="14"/>
                  <a:pt x="1308" y="39"/>
                </a:cubicBezTo>
                <a:lnTo>
                  <a:pt x="1329" y="45"/>
                </a:lnTo>
                <a:lnTo>
                  <a:pt x="1329" y="1080"/>
                </a:lnTo>
                <a:lnTo>
                  <a:pt x="1" y="1080"/>
                </a:lnTo>
                <a:lnTo>
                  <a:pt x="1" y="1079"/>
                </a:lnTo>
                <a:cubicBezTo>
                  <a:pt x="0" y="1062"/>
                  <a:pt x="0" y="1044"/>
                  <a:pt x="0" y="1027"/>
                </a:cubicBezTo>
                <a:cubicBezTo>
                  <a:pt x="0" y="460"/>
                  <a:pt x="460" y="0"/>
                  <a:pt x="1027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37" name="标题 3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7063" y="360000"/>
            <a:ext cx="5884379" cy="720000"/>
          </a:xfrm>
        </p:spPr>
        <p:txBody>
          <a:bodyPr lIns="0" tIns="0" rIns="0" bIns="0" anchor="b"/>
          <a:lstStyle/>
          <a:p>
            <a:pPr algn="l"/>
            <a:r>
              <a:rPr lang="zh-CN" altLang="en-US" dirty="0"/>
              <a:t>提交</a:t>
            </a:r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415415" y="1844675"/>
            <a:ext cx="9858375" cy="3370580"/>
          </a:xfrm>
          <a:prstGeom prst="rect">
            <a:avLst/>
          </a:prstGeom>
          <a:noFill/>
        </p:spPr>
        <p:txBody>
          <a:bodyPr wrap="square" rtlCol="0"/>
          <a:p>
            <a:pPr algn="l">
              <a:lnSpc>
                <a:spcPct val="140000"/>
              </a:lnSpc>
            </a:pPr>
            <a:r>
              <a:rPr lang="zh-CN" altLang="en-US" sz="36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下周五提交：</a:t>
            </a:r>
            <a:endParaRPr lang="en-US" altLang="zh-CN" sz="3600" b="1" kern="1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r>
              <a:rPr lang="en-US" altLang="zh-CN" sz="36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lang="zh-CN" altLang="en-US" sz="36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实训报告（不少于</a:t>
            </a:r>
            <a:r>
              <a:rPr lang="en-US" altLang="zh-CN" sz="36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50</a:t>
            </a:r>
            <a:r>
              <a:rPr lang="zh-CN" altLang="en-US" sz="36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页）</a:t>
            </a:r>
            <a:endParaRPr lang="zh-CN" altLang="en-US" sz="3600" b="1" kern="1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r>
              <a:rPr lang="en-US" altLang="zh-CN" sz="36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lang="zh-CN" altLang="en-US" sz="36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程序源代码压缩包（包含数据库</a:t>
            </a:r>
            <a:r>
              <a:rPr lang="zh-CN" altLang="en-US" sz="36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文件）</a:t>
            </a:r>
            <a:endParaRPr lang="zh-CN" altLang="en-US" sz="3600" b="1" kern="1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1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1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1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1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1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1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1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1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1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1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1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1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1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i"/>
  <p:tag name="KSO_WM_UNIT_INDEX" val="96"/>
  <p:tag name="KSO_WM_BEAUTIFY_FLAG" val="#wm#"/>
  <p:tag name="KSO_WM_TAG_VERSION" val="3.0"/>
  <p:tag name="KSO_WM_UNIT_ID" val="_1*i*9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95"/>
  <p:tag name="KSO_WM_BEAUTIFY_FLAG" val="#wm#"/>
  <p:tag name="KSO_WM_TAG_VERSION" val="3.0"/>
  <p:tag name="KSO_WM_UNIT_ID" val="_1*i*9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97"/>
  <p:tag name="KSO_WM_BEAUTIFY_FLAG" val="#wm#"/>
  <p:tag name="KSO_WM_TAG_VERSION" val="3.0"/>
  <p:tag name="KSO_WM_UNIT_ID" val="_1*i*9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1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1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1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  <p:tag name="KSO_WM_UNIT_ID" val="_1*i*7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88"/>
  <p:tag name="KSO_WM_BEAUTIFY_FLAG" val="#wm#"/>
  <p:tag name="KSO_WM_TAG_VERSION" val="3.0"/>
  <p:tag name="KSO_WM_UNIT_ID" val="_1*i*8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  <p:tag name="KSO_WM_UNIT_ID" val="_1*i*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  <p:tag name="KSO_WM_UNIT_ID" val="_1*i*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93"/>
  <p:tag name="KSO_WM_BEAUTIFY_FLAG" val="#wm#"/>
  <p:tag name="KSO_WM_TAG_VERSION" val="3.0"/>
  <p:tag name="KSO_WM_UNIT_ID" val="_1*i*9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77"/>
  <p:tag name="KSO_WM_BEAUTIFY_FLAG" val="#wm#"/>
  <p:tag name="KSO_WM_TAG_VERSION" val="3.0"/>
  <p:tag name="KSO_WM_UNIT_ID" val="_1*i*7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i"/>
  <p:tag name="KSO_WM_UNIT_INDEX" val="91"/>
  <p:tag name="KSO_WM_BEAUTIFY_FLAG" val="#wm#"/>
  <p:tag name="KSO_WM_TAG_VERSION" val="3.0"/>
  <p:tag name="KSO_WM_UNIT_ID" val="_1*i*9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90"/>
  <p:tag name="KSO_WM_BEAUTIFY_FLAG" val="#wm#"/>
  <p:tag name="KSO_WM_TAG_VERSION" val="3.0"/>
  <p:tag name="KSO_WM_UNIT_ID" val="_1*i*9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  <p:tag name="KSO_WM_UNIT_ID" val="_1*i*8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75"/>
  <p:tag name="KSO_WM_BEAUTIFY_FLAG" val="#wm#"/>
  <p:tag name="KSO_WM_TAG_VERSION" val="3.0"/>
  <p:tag name="KSO_WM_UNIT_ID" val="_1*i*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84"/>
  <p:tag name="KSO_WM_BEAUTIFY_FLAG" val="#wm#"/>
  <p:tag name="KSO_WM_TAG_VERSION" val="3.0"/>
  <p:tag name="KSO_WM_UNIT_ID" val="_1*i*8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i"/>
  <p:tag name="KSO_WM_UNIT_INDEX" val="85"/>
  <p:tag name="KSO_WM_BEAUTIFY_FLAG" val="#wm#"/>
  <p:tag name="KSO_WM_TAG_VERSION" val="3.0"/>
  <p:tag name="KSO_WM_UNIT_ID" val="_1*i*8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i"/>
  <p:tag name="KSO_WM_UNIT_INDEX" val="86"/>
  <p:tag name="KSO_WM_BEAUTIFY_FLAG" val="#wm#"/>
  <p:tag name="KSO_WM_TAG_VERSION" val="3.0"/>
  <p:tag name="KSO_WM_UNIT_ID" val="_1*i*8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i"/>
  <p:tag name="KSO_WM_UNIT_INDEX" val="94"/>
  <p:tag name="KSO_WM_BEAUTIFY_FLAG" val="#wm#"/>
  <p:tag name="KSO_WM_TAG_VERSION" val="3.0"/>
  <p:tag name="KSO_WM_UNIT_ID" val="_1*i*9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  <p:tag name="KSO_WM_UNIT_ID" val="_1*i*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TYPE" val="i"/>
  <p:tag name="KSO_WM_UNIT_INDEX" val="87"/>
  <p:tag name="KSO_WM_BEAUTIFY_FLAG" val="#wm#"/>
  <p:tag name="KSO_WM_TAG_VERSION" val="3.0"/>
  <p:tag name="KSO_WM_UNIT_ID" val="_1*i*8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i"/>
  <p:tag name="KSO_WM_UNIT_INDEX" val="83"/>
  <p:tag name="KSO_WM_BEAUTIFY_FLAG" val="#wm#"/>
  <p:tag name="KSO_WM_TAG_VERSION" val="3.0"/>
  <p:tag name="KSO_WM_UNIT_ID" val="_1*i*8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1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1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1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1*i*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1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i"/>
  <p:tag name="KSO_WM_UNIT_INDEX" val="69"/>
  <p:tag name="KSO_WM_BEAUTIFY_FLAG" val="#wm#"/>
  <p:tag name="KSO_WM_TAG_VERSION" val="3.0"/>
  <p:tag name="KSO_WM_UNIT_ID" val="_1*i*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i"/>
  <p:tag name="KSO_WM_UNIT_INDEX" val="89"/>
  <p:tag name="KSO_WM_BEAUTIFY_FLAG" val="#wm#"/>
  <p:tag name="KSO_WM_TAG_VERSION" val="3.0"/>
  <p:tag name="KSO_WM_UNIT_ID" val="_1*i*8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i"/>
  <p:tag name="KSO_WM_UNIT_INDEX" val="71"/>
  <p:tag name="KSO_WM_BEAUTIFY_FLAG" val="#wm#"/>
  <p:tag name="KSO_WM_TAG_VERSION" val="3.0"/>
  <p:tag name="KSO_WM_UNIT_ID" val="_1*i*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1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1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1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1*i*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  <p:tag name="KSO_WM_UNIT_ID" val="_1*i*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  <p:tag name="KSO_WM_UNIT_ID" val="_1*i*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  <p:tag name="KSO_WM_UNIT_ID" val="_1*i*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  <p:tag name="KSO_WM_UNIT_ID" val="_1*i*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TYPE" val="i"/>
  <p:tag name="KSO_WM_UNIT_INDEX" val="63"/>
  <p:tag name="KSO_WM_BEAUTIFY_FLAG" val="#wm#"/>
  <p:tag name="KSO_WM_TAG_VERSION" val="3.0"/>
  <p:tag name="KSO_WM_UNIT_ID" val="_1*i*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  <p:tag name="KSO_WM_UNIT_ID" val="_1*i*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  <p:tag name="KSO_WM_UNIT_ID" val="_1*i*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  <p:tag name="KSO_WM_UNIT_ID" val="_1*i*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i"/>
  <p:tag name="KSO_WM_UNIT_INDEX" val="67"/>
  <p:tag name="KSO_WM_BEAUTIFY_FLAG" val="#wm#"/>
  <p:tag name="KSO_WM_TAG_VERSION" val="3.0"/>
  <p:tag name="KSO_WM_UNIT_ID" val="_1*i*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i"/>
  <p:tag name="KSO_WM_UNIT_INDEX" val="79"/>
  <p:tag name="KSO_WM_BEAUTIFY_FLAG" val="#wm#"/>
  <p:tag name="KSO_WM_TAG_VERSION" val="3.0"/>
  <p:tag name="KSO_WM_UNIT_ID" val="_1*i*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73"/>
  <p:tag name="KSO_WM_BEAUTIFY_FLAG" val="#wm#"/>
  <p:tag name="KSO_WM_TAG_VERSION" val="3.0"/>
  <p:tag name="KSO_WM_UNIT_ID" val="_1*i*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i"/>
  <p:tag name="KSO_WM_UNIT_INDEX" val="81"/>
  <p:tag name="KSO_WM_BEAUTIFY_FLAG" val="#wm#"/>
  <p:tag name="KSO_WM_TAG_VERSION" val="3.0"/>
  <p:tag name="KSO_WM_UNIT_ID" val="_1*i*8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1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1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  <p:tag name="KSO_WM_UNIT_ID" val="_1*i*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1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  <p:tag name="KSO_WM_UNIT_ID" val="_1*i*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1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1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1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1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  <p:tag name="KSO_WM_UNIT_ID" val="_1*i*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  <p:tag name="KSO_WM_UNIT_ID" val="_1*i*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  <p:tag name="KSO_WM_UNIT_ID" val="_1*i*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TYPE" val="i"/>
  <p:tag name="KSO_WM_UNIT_INDEX" val="92"/>
  <p:tag name="KSO_WM_BEAUTIFY_FLAG" val="#wm#"/>
  <p:tag name="KSO_WM_TAG_VERSION" val="3.0"/>
  <p:tag name="KSO_WM_UNIT_ID" val="_1*i*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4"/>
</p:tagLst>
</file>

<file path=ppt/tags/tag102.xml><?xml version="1.0" encoding="utf-8"?>
<p:tagLst xmlns:p="http://schemas.openxmlformats.org/presentationml/2006/main">
  <p:tag name="KSO_WM_UNIT_TYPE" val="f"/>
  <p:tag name="KSO_WM_UNIT_SUBTYPE" val="g"/>
  <p:tag name="KSO_WM_UNIT_INDEX" val="3"/>
  <p:tag name="KSO_WM_BEAUTIFY_FLAG" val="#wm#"/>
  <p:tag name="KSO_WM_TAG_VERSION" val="3.0"/>
  <p:tag name="KSO_WM_UNIT_PRESET_TEXT" val="公司名"/>
  <p:tag name="KSO_WM_UNIT_ID" val="_1*f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1"/>
</p:tagLst>
</file>

<file path=ppt/tags/tag103.xml><?xml version="1.0" encoding="utf-8"?>
<p:tagLst xmlns:p="http://schemas.openxmlformats.org/presentationml/2006/main">
  <p:tag name="KSO_WM_UNIT_TYPE" val="f"/>
  <p:tag name="KSO_WM_UNIT_SUBTYPE" val="e"/>
  <p:tag name="KSO_WM_UNIT_INDEX" val="2"/>
  <p:tag name="KSO_WM_BEAUTIFY_FLAG" val="#wm#"/>
  <p:tag name="KSO_WM_TAG_VERSION" val="3.0"/>
  <p:tag name="KSO_WM_UNIT_PRESET_TEXT" val="年号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1"/>
</p:tagLst>
</file>

<file path=ppt/tags/tag10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3"/>
</p:tagLst>
</file>

<file path=ppt/tags/tag10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30"/>
</p:tagLst>
</file>

<file path=ppt/tags/tag11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  <p:tag name="KSO_WM_UNIT_ID" val="_3*i*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TYPE" val="i"/>
  <p:tag name="KSO_WM_UNIT_INDEX" val="67"/>
  <p:tag name="KSO_WM_BEAUTIFY_FLAG" val="#wm#"/>
  <p:tag name="KSO_WM_TAG_VERSION" val="3.0"/>
  <p:tag name="KSO_WM_UNIT_ID" val="_3*i*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3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3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3*i*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3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p="http://schemas.openxmlformats.org/presentationml/2006/main">
  <p:tag name="KSO_WM_UNIT_TYPE" val="i"/>
  <p:tag name="KSO_WM_UNIT_INDEX" val="75"/>
  <p:tag name="KSO_WM_BEAUTIFY_FLAG" val="#wm#"/>
  <p:tag name="KSO_WM_TAG_VERSION" val="3.0"/>
  <p:tag name="KSO_WM_UNIT_ID" val="_3*i*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p="http://schemas.openxmlformats.org/presentationml/2006/main">
  <p:tag name="KSO_WM_UNIT_TYPE" val="i"/>
  <p:tag name="KSO_WM_UNIT_INDEX" val="85"/>
  <p:tag name="KSO_WM_BEAUTIFY_FLAG" val="#wm#"/>
  <p:tag name="KSO_WM_TAG_VERSION" val="3.0"/>
  <p:tag name="KSO_WM_UNIT_ID" val="_3*i*8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3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TYPE" val="i"/>
  <p:tag name="KSO_WM_UNIT_INDEX" val="77"/>
  <p:tag name="KSO_WM_BEAUTIFY_FLAG" val="#wm#"/>
  <p:tag name="KSO_WM_TAG_VERSION" val="3.0"/>
  <p:tag name="KSO_WM_UNIT_ID" val="_3*i*7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.xml><?xml version="1.0" encoding="utf-8"?>
<p:tagLst xmlns:p="http://schemas.openxmlformats.org/presentationml/2006/main">
  <p:tag name="KSO_WM_UNIT_TYPE" val="i"/>
  <p:tag name="KSO_WM_UNIT_INDEX" val="79"/>
  <p:tag name="KSO_WM_BEAUTIFY_FLAG" val="#wm#"/>
  <p:tag name="KSO_WM_TAG_VERSION" val="3.0"/>
  <p:tag name="KSO_WM_UNIT_ID" val="_3*i*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.xml><?xml version="1.0" encoding="utf-8"?>
<p:tagLst xmlns:p="http://schemas.openxmlformats.org/presentationml/2006/main">
  <p:tag name="KSO_WM_UNIT_TYPE" val="i"/>
  <p:tag name="KSO_WM_UNIT_INDEX" val="86"/>
  <p:tag name="KSO_WM_BEAUTIFY_FLAG" val="#wm#"/>
  <p:tag name="KSO_WM_TAG_VERSION" val="3.0"/>
  <p:tag name="KSO_WM_UNIT_ID" val="_3*i*8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3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3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3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3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3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3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p="http://schemas.openxmlformats.org/presentationml/2006/main">
  <p:tag name="KSO_WM_UNIT_TYPE" val="i"/>
  <p:tag name="KSO_WM_UNIT_INDEX" val="83"/>
  <p:tag name="KSO_WM_BEAUTIFY_FLAG" val="#wm#"/>
  <p:tag name="KSO_WM_TAG_VERSION" val="3.0"/>
  <p:tag name="KSO_WM_UNIT_ID" val="_3*i*8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  <p:tag name="KSO_WM_UNIT_ID" val="_3*i*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  <p:tag name="KSO_WM_UNIT_ID" val="_3*i*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3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  <p:tag name="KSO_WM_UNIT_ID" val="_3*i*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.xml><?xml version="1.0" encoding="utf-8"?>
<p:tagLst xmlns:p="http://schemas.openxmlformats.org/presentationml/2006/main">
  <p:tag name="KSO_WM_UNIT_TYPE" val="i"/>
  <p:tag name="KSO_WM_UNIT_INDEX" val="81"/>
  <p:tag name="KSO_WM_BEAUTIFY_FLAG" val="#wm#"/>
  <p:tag name="KSO_WM_TAG_VERSION" val="3.0"/>
  <p:tag name="KSO_WM_UNIT_ID" val="_3*i*8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  <p:tag name="KSO_WM_UNIT_ID" val="_3*i*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.xml><?xml version="1.0" encoding="utf-8"?>
<p:tagLst xmlns:p="http://schemas.openxmlformats.org/presentationml/2006/main">
  <p:tag name="KSO_WM_UNIT_TYPE" val="i"/>
  <p:tag name="KSO_WM_UNIT_INDEX" val="84"/>
  <p:tag name="KSO_WM_BEAUTIFY_FLAG" val="#wm#"/>
  <p:tag name="KSO_WM_TAG_VERSION" val="3.0"/>
  <p:tag name="KSO_WM_UNIT_ID" val="_3*i*8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  <p:tag name="KSO_WM_UNIT_ID" val="_3*i*8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3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3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3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3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3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3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3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3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3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3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3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  <p:tag name="KSO_WM_UNIT_ID" val="_3*i*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3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  <p:tag name="KSO_WM_UNIT_ID" val="_3*i*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3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3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5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3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  <p:tag name="KSO_WM_UNIT_ID" val="_3*i*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3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3*i*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3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3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3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3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  <p:tag name="KSO_WM_UNIT_ID" val="_3*i*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3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.xml><?xml version="1.0" encoding="utf-8"?>
<p:tagLst xmlns:p="http://schemas.openxmlformats.org/presentationml/2006/main">
  <p:tag name="KSO_WM_UNIT_TYPE" val="i"/>
  <p:tag name="KSO_WM_UNIT_INDEX" val="69"/>
  <p:tag name="KSO_WM_BEAUTIFY_FLAG" val="#wm#"/>
  <p:tag name="KSO_WM_TAG_VERSION" val="3.0"/>
  <p:tag name="KSO_WM_UNIT_ID" val="_3*i*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3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3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3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  <p:tag name="KSO_WM_UNIT_ID" val="_3*i*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3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1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3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2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3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3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3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4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3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5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3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6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  <p:tag name="KSO_WM_UNIT_ID" val="_3*i*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7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3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8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3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9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  <p:tag name="KSO_WM_UNIT_ID" val="_3*i*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0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3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1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  <p:tag name="KSO_WM_UNIT_ID" val="_3*i*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2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  <p:tag name="KSO_WM_UNIT_ID" val="_3*i*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3.xml><?xml version="1.0" encoding="utf-8"?>
<p:tagLst xmlns:p="http://schemas.openxmlformats.org/presentationml/2006/main">
  <p:tag name="KSO_WM_UNIT_TYPE" val="i"/>
  <p:tag name="KSO_WM_UNIT_INDEX" val="63"/>
  <p:tag name="KSO_WM_BEAUTIFY_FLAG" val="#wm#"/>
  <p:tag name="KSO_WM_TAG_VERSION" val="3.0"/>
  <p:tag name="KSO_WM_UNIT_ID" val="_3*i*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4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3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3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3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194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  <p:tag name="KSO_WM_UNIT_ID" val="_3*i*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5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  <p:tag name="KSO_WM_UNIT_ID" val="_3*i*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6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  <p:tag name="KSO_WM_UNIT_ID" val="_3*i*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7.xml><?xml version="1.0" encoding="utf-8"?>
<p:tagLst xmlns:p="http://schemas.openxmlformats.org/presentationml/2006/main">
  <p:tag name="KSO_WM_UNIT_TYPE" val="i"/>
  <p:tag name="KSO_WM_UNIT_INDEX" val="92"/>
  <p:tag name="KSO_WM_BEAUTIFY_FLAG" val="#wm#"/>
  <p:tag name="KSO_WM_TAG_VERSION" val="3.0"/>
  <p:tag name="KSO_WM_UNIT_ID" val="_3*i*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3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4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4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4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4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8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4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9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4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0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4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4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4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3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4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4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4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5.xml><?xml version="1.0" encoding="utf-8"?>
<p:tagLst xmlns:p="http://schemas.openxmlformats.org/presentationml/2006/main">
  <p:tag name="KSO_WM_UNIT_TYPE" val="i"/>
  <p:tag name="KSO_WM_UNIT_INDEX" val="81"/>
  <p:tag name="KSO_WM_BEAUTIFY_FLAG" val="#wm#"/>
  <p:tag name="KSO_WM_TAG_VERSION" val="3.0"/>
  <p:tag name="KSO_WM_UNIT_ID" val="_4*i*8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4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7.xml><?xml version="1.0" encoding="utf-8"?>
<p:tagLst xmlns:p="http://schemas.openxmlformats.org/presentationml/2006/main">
  <p:tag name="KSO_WM_UNIT_TYPE" val="i"/>
  <p:tag name="KSO_WM_UNIT_INDEX" val="77"/>
  <p:tag name="KSO_WM_BEAUTIFY_FLAG" val="#wm#"/>
  <p:tag name="KSO_WM_TAG_VERSION" val="3.0"/>
  <p:tag name="KSO_WM_UNIT_ID" val="_4*i*7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8.xml><?xml version="1.0" encoding="utf-8"?>
<p:tagLst xmlns:p="http://schemas.openxmlformats.org/presentationml/2006/main">
  <p:tag name="KSO_WM_UNIT_TYPE" val="i"/>
  <p:tag name="KSO_WM_UNIT_INDEX" val="84"/>
  <p:tag name="KSO_WM_BEAUTIFY_FLAG" val="#wm#"/>
  <p:tag name="KSO_WM_TAG_VERSION" val="3.0"/>
  <p:tag name="KSO_WM_UNIT_ID" val="_4*i*8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9.xml><?xml version="1.0" encoding="utf-8"?>
<p:tagLst xmlns:p="http://schemas.openxmlformats.org/presentationml/2006/main">
  <p:tag name="KSO_WM_UNIT_TYPE" val="i"/>
  <p:tag name="KSO_WM_UNIT_INDEX" val="83"/>
  <p:tag name="KSO_WM_BEAUTIFY_FLAG" val="#wm#"/>
  <p:tag name="KSO_WM_TAG_VERSION" val="3.0"/>
  <p:tag name="KSO_WM_UNIT_ID" val="_4*i*8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0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  <p:tag name="KSO_WM_UNIT_ID" val="_4*i*8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1.xml><?xml version="1.0" encoding="utf-8"?>
<p:tagLst xmlns:p="http://schemas.openxmlformats.org/presentationml/2006/main">
  <p:tag name="KSO_WM_UNIT_TYPE" val="i"/>
  <p:tag name="KSO_WM_UNIT_INDEX" val="95"/>
  <p:tag name="KSO_WM_BEAUTIFY_FLAG" val="#wm#"/>
  <p:tag name="KSO_WM_TAG_VERSION" val="3.0"/>
  <p:tag name="KSO_WM_UNIT_ID" val="_4*i*9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4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3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4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4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4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9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4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4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1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  <p:tag name="KSO_WM_UNIT_ID" val="_4*i*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2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  <p:tag name="KSO_WM_UNIT_ID" val="_4*i*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3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  <p:tag name="KSO_WM_UNIT_ID" val="_4*i*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4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4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4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4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7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4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8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  <p:tag name="KSO_WM_UNIT_ID" val="_4*i*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9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4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4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1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4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2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4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3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4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4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4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5.xml><?xml version="1.0" encoding="utf-8"?>
<p:tagLst xmlns:p="http://schemas.openxmlformats.org/presentationml/2006/main">
  <p:tag name="KSO_WM_UNIT_TYPE" val="i"/>
  <p:tag name="KSO_WM_UNIT_INDEX" val="63"/>
  <p:tag name="KSO_WM_BEAUTIFY_FLAG" val="#wm#"/>
  <p:tag name="KSO_WM_TAG_VERSION" val="3.0"/>
  <p:tag name="KSO_WM_UNIT_ID" val="_4*i*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6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4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7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4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8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  <p:tag name="KSO_WM_UNIT_ID" val="_4*i*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9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  <p:tag name="KSO_WM_UNIT_ID" val="_4*i*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0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4*i*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1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4*i*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2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  <p:tag name="KSO_WM_UNIT_ID" val="_4*i*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3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4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4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4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5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  <p:tag name="KSO_WM_UNIT_ID" val="_4*i*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6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4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7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4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8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4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9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4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0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4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1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4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2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4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3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4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4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4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5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4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6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  <p:tag name="KSO_WM_UNIT_ID" val="_4*i*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7.xml><?xml version="1.0" encoding="utf-8"?>
<p:tagLst xmlns:p="http://schemas.openxmlformats.org/presentationml/2006/main">
  <p:tag name="KSO_WM_UNIT_TYPE" val="i"/>
  <p:tag name="KSO_WM_UNIT_INDEX" val="96"/>
  <p:tag name="KSO_WM_BEAUTIFY_FLAG" val="#wm#"/>
  <p:tag name="KSO_WM_TAG_VERSION" val="3.0"/>
  <p:tag name="KSO_WM_UNIT_ID" val="_4*i*9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8.xml><?xml version="1.0" encoding="utf-8"?>
<p:tagLst xmlns:p="http://schemas.openxmlformats.org/presentationml/2006/main">
  <p:tag name="KSO_WM_UNIT_TYPE" val="i"/>
  <p:tag name="KSO_WM_UNIT_INDEX" val="94"/>
  <p:tag name="KSO_WM_BEAUTIFY_FLAG" val="#wm#"/>
  <p:tag name="KSO_WM_TAG_VERSION" val="3.0"/>
  <p:tag name="KSO_WM_UNIT_ID" val="_4*i*9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9.xml><?xml version="1.0" encoding="utf-8"?>
<p:tagLst xmlns:p="http://schemas.openxmlformats.org/presentationml/2006/main">
  <p:tag name="KSO_WM_UNIT_TYPE" val="i"/>
  <p:tag name="KSO_WM_UNIT_INDEX" val="79"/>
  <p:tag name="KSO_WM_BEAUTIFY_FLAG" val="#wm#"/>
  <p:tag name="KSO_WM_TAG_VERSION" val="3.0"/>
  <p:tag name="KSO_WM_UNIT_ID" val="_4*i*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0.xml><?xml version="1.0" encoding="utf-8"?>
<p:tagLst xmlns:p="http://schemas.openxmlformats.org/presentationml/2006/main">
  <p:tag name="KSO_WM_UNIT_TYPE" val="i"/>
  <p:tag name="KSO_WM_UNIT_INDEX" val="105"/>
  <p:tag name="KSO_WM_BEAUTIFY_FLAG" val="#wm#"/>
  <p:tag name="KSO_WM_TAG_VERSION" val="3.0"/>
  <p:tag name="KSO_WM_UNIT_ID" val="_4*i*10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4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2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3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4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4.xml><?xml version="1.0" encoding="utf-8"?>
<p:tagLst xmlns:p="http://schemas.openxmlformats.org/presentationml/2006/main">
  <p:tag name="KSO_WM_UNIT_TYPE" val="i"/>
  <p:tag name="KSO_WM_UNIT_INDEX" val="97"/>
  <p:tag name="KSO_WM_BEAUTIFY_FLAG" val="#wm#"/>
  <p:tag name="KSO_WM_TAG_VERSION" val="3.0"/>
  <p:tag name="KSO_WM_UNIT_ID" val="_4*i*9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5.xml><?xml version="1.0" encoding="utf-8"?>
<p:tagLst xmlns:p="http://schemas.openxmlformats.org/presentationml/2006/main">
  <p:tag name="KSO_WM_UNIT_TYPE" val="i"/>
  <p:tag name="KSO_WM_UNIT_INDEX" val="100"/>
  <p:tag name="KSO_WM_BEAUTIFY_FLAG" val="#wm#"/>
  <p:tag name="KSO_WM_TAG_VERSION" val="3.0"/>
  <p:tag name="KSO_WM_UNIT_ID" val="_4*i*10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6.xml><?xml version="1.0" encoding="utf-8"?>
<p:tagLst xmlns:p="http://schemas.openxmlformats.org/presentationml/2006/main">
  <p:tag name="KSO_WM_UNIT_TYPE" val="i"/>
  <p:tag name="KSO_WM_UNIT_INDEX" val="101"/>
  <p:tag name="KSO_WM_BEAUTIFY_FLAG" val="#wm#"/>
  <p:tag name="KSO_WM_TAG_VERSION" val="3.0"/>
  <p:tag name="KSO_WM_UNIT_ID" val="_4*i*10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7.xml><?xml version="1.0" encoding="utf-8"?>
<p:tagLst xmlns:p="http://schemas.openxmlformats.org/presentationml/2006/main">
  <p:tag name="KSO_WM_UNIT_TYPE" val="i"/>
  <p:tag name="KSO_WM_UNIT_INDEX" val="102"/>
  <p:tag name="KSO_WM_BEAUTIFY_FLAG" val="#wm#"/>
  <p:tag name="KSO_WM_TAG_VERSION" val="3.0"/>
  <p:tag name="KSO_WM_UNIT_ID" val="_4*i*10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8.xml><?xml version="1.0" encoding="utf-8"?>
<p:tagLst xmlns:p="http://schemas.openxmlformats.org/presentationml/2006/main">
  <p:tag name="KSO_WM_UNIT_TYPE" val="i"/>
  <p:tag name="KSO_WM_UNIT_INDEX" val="73"/>
  <p:tag name="KSO_WM_BEAUTIFY_FLAG" val="#wm#"/>
  <p:tag name="KSO_WM_TAG_VERSION" val="3.0"/>
  <p:tag name="KSO_WM_UNIT_ID" val="_4*i*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9.xml><?xml version="1.0" encoding="utf-8"?>
<p:tagLst xmlns:p="http://schemas.openxmlformats.org/presentationml/2006/main">
  <p:tag name="KSO_WM_UNIT_TYPE" val="i"/>
  <p:tag name="KSO_WM_UNIT_INDEX" val="89"/>
  <p:tag name="KSO_WM_BEAUTIFY_FLAG" val="#wm#"/>
  <p:tag name="KSO_WM_TAG_VERSION" val="3.0"/>
  <p:tag name="KSO_WM_UNIT_ID" val="_4*i*8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0.xml><?xml version="1.0" encoding="utf-8"?>
<p:tagLst xmlns:p="http://schemas.openxmlformats.org/presentationml/2006/main">
  <p:tag name="KSO_WM_UNIT_TYPE" val="i"/>
  <p:tag name="KSO_WM_UNIT_INDEX" val="88"/>
  <p:tag name="KSO_WM_BEAUTIFY_FLAG" val="#wm#"/>
  <p:tag name="KSO_WM_TAG_VERSION" val="3.0"/>
  <p:tag name="KSO_WM_UNIT_ID" val="_4*i*8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1.xml><?xml version="1.0" encoding="utf-8"?>
<p:tagLst xmlns:p="http://schemas.openxmlformats.org/presentationml/2006/main">
  <p:tag name="KSO_WM_UNIT_TYPE" val="i"/>
  <p:tag name="KSO_WM_UNIT_INDEX" val="90"/>
  <p:tag name="KSO_WM_BEAUTIFY_FLAG" val="#wm#"/>
  <p:tag name="KSO_WM_TAG_VERSION" val="3.0"/>
  <p:tag name="KSO_WM_UNIT_ID" val="_4*i*9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2.xml><?xml version="1.0" encoding="utf-8"?>
<p:tagLst xmlns:p="http://schemas.openxmlformats.org/presentationml/2006/main">
  <p:tag name="KSO_WM_UNIT_TYPE" val="i"/>
  <p:tag name="KSO_WM_UNIT_INDEX" val="93"/>
  <p:tag name="KSO_WM_BEAUTIFY_FLAG" val="#wm#"/>
  <p:tag name="KSO_WM_TAG_VERSION" val="3.0"/>
  <p:tag name="KSO_WM_UNIT_ID" val="_4*i*9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3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  <p:tag name="KSO_WM_UNIT_ID" val="_4*i*7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4.xml><?xml version="1.0" encoding="utf-8"?>
<p:tagLst xmlns:p="http://schemas.openxmlformats.org/presentationml/2006/main">
  <p:tag name="KSO_WM_UNIT_TYPE" val="i"/>
  <p:tag name="KSO_WM_UNIT_INDEX" val="71"/>
  <p:tag name="KSO_WM_BEAUTIFY_FLAG" val="#wm#"/>
  <p:tag name="KSO_WM_TAG_VERSION" val="3.0"/>
  <p:tag name="KSO_WM_UNIT_ID" val="_4*i*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5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  <p:tag name="KSO_WM_UNIT_ID" val="_4*i*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6.xml><?xml version="1.0" encoding="utf-8"?>
<p:tagLst xmlns:p="http://schemas.openxmlformats.org/presentationml/2006/main">
  <p:tag name="KSO_WM_UNIT_TYPE" val="i"/>
  <p:tag name="KSO_WM_UNIT_INDEX" val="87"/>
  <p:tag name="KSO_WM_BEAUTIFY_FLAG" val="#wm#"/>
  <p:tag name="KSO_WM_TAG_VERSION" val="3.0"/>
  <p:tag name="KSO_WM_UNIT_ID" val="_4*i*8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7.xml><?xml version="1.0" encoding="utf-8"?>
<p:tagLst xmlns:p="http://schemas.openxmlformats.org/presentationml/2006/main">
  <p:tag name="KSO_WM_UNIT_TYPE" val="i"/>
  <p:tag name="KSO_WM_UNIT_INDEX" val="67"/>
  <p:tag name="KSO_WM_BEAUTIFY_FLAG" val="#wm#"/>
  <p:tag name="KSO_WM_TAG_VERSION" val="3.0"/>
  <p:tag name="KSO_WM_UNIT_ID" val="_4*i*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8.xml><?xml version="1.0" encoding="utf-8"?>
<p:tagLst xmlns:p="http://schemas.openxmlformats.org/presentationml/2006/main">
  <p:tag name="KSO_WM_UNIT_TYPE" val="i"/>
  <p:tag name="KSO_WM_UNIT_INDEX" val="92"/>
  <p:tag name="KSO_WM_BEAUTIFY_FLAG" val="#wm#"/>
  <p:tag name="KSO_WM_TAG_VERSION" val="3.0"/>
  <p:tag name="KSO_WM_UNIT_ID" val="_4*i*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9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  <p:tag name="KSO_WM_UNIT_ID" val="_4*i*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0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  <p:tag name="KSO_WM_UNIT_ID" val="_4*i*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1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  <p:tag name="KSO_WM_UNIT_ID" val="_4*i*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2.xml><?xml version="1.0" encoding="utf-8"?>
<p:tagLst xmlns:p="http://schemas.openxmlformats.org/presentationml/2006/main">
  <p:tag name="KSO_WM_UNIT_TYPE" val="i"/>
  <p:tag name="KSO_WM_UNIT_INDEX" val="75"/>
  <p:tag name="KSO_WM_BEAUTIFY_FLAG" val="#wm#"/>
  <p:tag name="KSO_WM_TAG_VERSION" val="3.0"/>
  <p:tag name="KSO_WM_UNIT_ID" val="_4*i*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3.xml><?xml version="1.0" encoding="utf-8"?>
<p:tagLst xmlns:p="http://schemas.openxmlformats.org/presentationml/2006/main">
  <p:tag name="KSO_WM_UNIT_TYPE" val="i"/>
  <p:tag name="KSO_WM_UNIT_INDEX" val="85"/>
  <p:tag name="KSO_WM_BEAUTIFY_FLAG" val="#wm#"/>
  <p:tag name="KSO_WM_TAG_VERSION" val="3.0"/>
  <p:tag name="KSO_WM_UNIT_ID" val="_4*i*8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4.xml><?xml version="1.0" encoding="utf-8"?>
<p:tagLst xmlns:p="http://schemas.openxmlformats.org/presentationml/2006/main">
  <p:tag name="KSO_WM_UNIT_TYPE" val="i"/>
  <p:tag name="KSO_WM_UNIT_INDEX" val="69"/>
  <p:tag name="KSO_WM_BEAUTIFY_FLAG" val="#wm#"/>
  <p:tag name="KSO_WM_TAG_VERSION" val="3.0"/>
  <p:tag name="KSO_WM_UNIT_ID" val="_4*i*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5.xml><?xml version="1.0" encoding="utf-8"?>
<p:tagLst xmlns:p="http://schemas.openxmlformats.org/presentationml/2006/main">
  <p:tag name="KSO_WM_UNIT_TYPE" val="i"/>
  <p:tag name="KSO_WM_UNIT_INDEX" val="91"/>
  <p:tag name="KSO_WM_BEAUTIFY_FLAG" val="#wm#"/>
  <p:tag name="KSO_WM_TAG_VERSION" val="3.0"/>
  <p:tag name="KSO_WM_UNIT_ID" val="_4*i*9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6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  <p:tag name="KSO_WM_UNIT_ID" val="_4*i*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7.xml><?xml version="1.0" encoding="utf-8"?>
<p:tagLst xmlns:p="http://schemas.openxmlformats.org/presentationml/2006/main">
  <p:tag name="KSO_WM_UNIT_TYPE" val="i"/>
  <p:tag name="KSO_WM_UNIT_INDEX" val="86"/>
  <p:tag name="KSO_WM_BEAUTIFY_FLAG" val="#wm#"/>
  <p:tag name="KSO_WM_TAG_VERSION" val="3.0"/>
  <p:tag name="KSO_WM_UNIT_ID" val="_4*i*8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8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  <p:tag name="KSO_WM_UNIT_ID" val="_4*i*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303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4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  <p:tag name="KSO_WM_UNIT_ID" val="_4*i*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5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  <p:tag name="KSO_WM_UNIT_ID" val="_4*i*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6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  <p:tag name="KSO_WM_UNIT_ID" val="_4*i*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7.xml><?xml version="1.0" encoding="utf-8"?>
<p:tagLst xmlns:p="http://schemas.openxmlformats.org/presentationml/2006/main">
  <p:tag name="KSO_WM_UNIT_TYPE" val="i"/>
  <p:tag name="KSO_WM_UNIT_INDEX" val="92"/>
  <p:tag name="KSO_WM_BEAUTIFY_FLAG" val="#wm#"/>
  <p:tag name="KSO_WM_TAG_VERSION" val="3.0"/>
  <p:tag name="KSO_WM_UNIT_ID" val="_4*i*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1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2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17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文本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318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VALUE" val="153"/>
</p:tagLst>
</file>

<file path=ppt/tags/tag319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文本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320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32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2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4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3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3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9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2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1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3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11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4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  <p:tag name="KSO_WM_UNIT_ID" val="_11*i*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5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11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6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9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11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1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1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11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2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11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3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11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11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11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6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  <p:tag name="KSO_WM_UNIT_ID" val="_11*i*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11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11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9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  <p:tag name="KSO_WM_UNIT_ID" val="_11*i*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0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11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11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2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11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3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11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4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11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5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11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6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11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7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11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8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11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9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11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11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2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4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11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5.xml><?xml version="1.0" encoding="utf-8"?>
<p:tagLst xmlns:p="http://schemas.openxmlformats.org/presentationml/2006/main">
  <p:tag name="KSO_WM_UNIT_TYPE" val="i"/>
  <p:tag name="KSO_WM_UNIT_INDEX" val="71"/>
  <p:tag name="KSO_WM_BEAUTIFY_FLAG" val="#wm#"/>
  <p:tag name="KSO_WM_TAG_VERSION" val="3.0"/>
  <p:tag name="KSO_WM_UNIT_ID" val="_11*i*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6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7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  <p:tag name="KSO_WM_UNIT_ID" val="_11*i*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8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11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9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11*i*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0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11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1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11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11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3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11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4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11*i*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5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11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6.xml><?xml version="1.0" encoding="utf-8"?>
<p:tagLst xmlns:p="http://schemas.openxmlformats.org/presentationml/2006/main">
  <p:tag name="KSO_WM_UNIT_TYPE" val="i"/>
  <p:tag name="KSO_WM_UNIT_INDEX" val="63"/>
  <p:tag name="KSO_WM_BEAUTIFY_FLAG" val="#wm#"/>
  <p:tag name="KSO_WM_TAG_VERSION" val="3.0"/>
  <p:tag name="KSO_WM_UNIT_ID" val="_11*i*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7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  <p:tag name="KSO_WM_UNIT_ID" val="_11*i*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8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  <p:tag name="KSO_WM_UNIT_ID" val="_11*i*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9.xml><?xml version="1.0" encoding="utf-8"?>
<p:tagLst xmlns:p="http://schemas.openxmlformats.org/presentationml/2006/main">
  <p:tag name="KSO_WM_UNIT_TYPE" val="i"/>
  <p:tag name="KSO_WM_UNIT_INDEX" val="79"/>
  <p:tag name="KSO_WM_BEAUTIFY_FLAG" val="#wm#"/>
  <p:tag name="KSO_WM_TAG_VERSION" val="3.0"/>
  <p:tag name="KSO_WM_UNIT_ID" val="_11*i*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0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11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1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2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4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6.xml><?xml version="1.0" encoding="utf-8"?>
<p:tagLst xmlns:p="http://schemas.openxmlformats.org/presentationml/2006/main">
  <p:tag name="KSO_WM_UNIT_TYPE" val="i"/>
  <p:tag name="KSO_WM_UNIT_INDEX" val="73"/>
  <p:tag name="KSO_WM_BEAUTIFY_FLAG" val="#wm#"/>
  <p:tag name="KSO_WM_TAG_VERSION" val="3.0"/>
  <p:tag name="KSO_WM_UNIT_ID" val="_11*i*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7.xml><?xml version="1.0" encoding="utf-8"?>
<p:tagLst xmlns:p="http://schemas.openxmlformats.org/presentationml/2006/main">
  <p:tag name="KSO_WM_UNIT_TYPE" val="i"/>
  <p:tag name="KSO_WM_UNIT_INDEX" val="75"/>
  <p:tag name="KSO_WM_BEAUTIFY_FLAG" val="#wm#"/>
  <p:tag name="KSO_WM_TAG_VERSION" val="3.0"/>
  <p:tag name="KSO_WM_UNIT_ID" val="_11*i*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8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  <p:tag name="KSO_WM_UNIT_ID" val="_11*i*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9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  <p:tag name="KSO_WM_UNIT_ID" val="_11*i*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0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  <p:tag name="KSO_WM_UNIT_ID" val="_11*i*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1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11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2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  <p:tag name="KSO_WM_UNIT_ID" val="_11*i*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3.xml><?xml version="1.0" encoding="utf-8"?>
<p:tagLst xmlns:p="http://schemas.openxmlformats.org/presentationml/2006/main">
  <p:tag name="KSO_WM_UNIT_TYPE" val="i"/>
  <p:tag name="KSO_WM_UNIT_INDEX" val="67"/>
  <p:tag name="KSO_WM_BEAUTIFY_FLAG" val="#wm#"/>
  <p:tag name="KSO_WM_TAG_VERSION" val="3.0"/>
  <p:tag name="KSO_WM_UNIT_ID" val="_11*i*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4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  <p:tag name="KSO_WM_UNIT_ID" val="_11*i*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5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  <p:tag name="KSO_WM_UNIT_ID" val="_11*i*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6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  <p:tag name="KSO_WM_UNIT_ID" val="_11*i*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414.xml><?xml version="1.0" encoding="utf-8"?>
<p:tagLst xmlns:p="http://schemas.openxmlformats.org/presentationml/2006/main">
  <p:tag name="KSO_WM_UNIT_TYPE" val="f"/>
  <p:tag name="KSO_WM_UNIT_SUBTYPE" val="g"/>
  <p:tag name="KSO_WM_UNIT_INDEX" val="3"/>
  <p:tag name="KSO_WM_BEAUTIFY_FLAG" val="#wm#"/>
  <p:tag name="KSO_WM_TAG_VERSION" val="3.0"/>
  <p:tag name="KSO_WM_UNIT_PRESET_TEXT" val="公司名"/>
  <p:tag name="KSO_WM_UNIT_ID" val="_11*f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1"/>
</p:tagLst>
</file>

<file path=ppt/tags/tag415.xml><?xml version="1.0" encoding="utf-8"?>
<p:tagLst xmlns:p="http://schemas.openxmlformats.org/presentationml/2006/main">
  <p:tag name="KSO_WM_UNIT_TYPE" val="f"/>
  <p:tag name="KSO_WM_UNIT_SUBTYPE" val="e"/>
  <p:tag name="KSO_WM_UNIT_INDEX" val="2"/>
  <p:tag name="KSO_WM_BEAUTIFY_FLAG" val="#wm#"/>
  <p:tag name="KSO_WM_TAG_VERSION" val="3.0"/>
  <p:tag name="KSO_WM_UNIT_PRESET_TEXT" val="年号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1"/>
</p:tagLst>
</file>

<file path=ppt/tags/tag416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6"/>
</p:tagLst>
</file>

<file path=ppt/tags/tag41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0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  <p:tag name="KSO_WM_UNIT_ID" val="_11*i*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1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  <p:tag name="KSO_WM_UNIT_ID" val="_11*i*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2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  <p:tag name="KSO_WM_UNIT_ID" val="_11*i*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3.xml><?xml version="1.0" encoding="utf-8"?>
<p:tagLst xmlns:p="http://schemas.openxmlformats.org/presentationml/2006/main">
  <p:tag name="KSO_WM_UNIT_TYPE" val="i"/>
  <p:tag name="KSO_WM_UNIT_INDEX" val="92"/>
  <p:tag name="KSO_WM_BEAUTIFY_FLAG" val="#wm#"/>
  <p:tag name="KSO_WM_TAG_VERSION" val="3.0"/>
  <p:tag name="KSO_WM_UNIT_ID" val="_11*i*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0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0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6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0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0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8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0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0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0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0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0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2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0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0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4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0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0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6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0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0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8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0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0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20235924"/>
</p:tagLst>
</file>

<file path=ppt/tags/tag45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5924"/>
</p:tagLst>
</file>

<file path=ppt/tags/tag45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5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5924"/>
  <p:tag name="KSO_WM_TEMPLATE_CATEGORY" val="custom"/>
  <p:tag name="KSO_WM_TEMPLATE_MASTER_TYPE" val="0"/>
</p:tagLst>
</file>

<file path=ppt/tags/tag456.xml><?xml version="1.0" encoding="utf-8"?>
<p:tagLst xmlns:p="http://schemas.openxmlformats.org/presentationml/2006/main">
  <p:tag name="KSO_WM_UNIT_VALUE" val="1904*157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804_1*d*1"/>
  <p:tag name="KSO_WM_TEMPLATE_CATEGORY" val="custom"/>
  <p:tag name="KSO_WM_TEMPLATE_INDEX" val="20231804"/>
  <p:tag name="KSO_WM_UNIT_LAYERLEVEL" val="1"/>
  <p:tag name="KSO_WM_TAG_VERSION" val="3.0"/>
  <p:tag name="KSO_WM_BEAUTIFY_FLAG" val="#wm#"/>
  <p:tag name="MH_PIC_SOURCE_TYPE" val="generate_slide_ai*VCG41N1393871688*auto_gallery_ai_v2.0.6_ONLINE*1734873924946_3.3_cc06aa8d751e-slide-0"/>
  <p:tag name="KSO_WM_UNIT_USESOURCEFORMAT_APPLY" val="0"/>
</p:tagLst>
</file>

<file path=ppt/tags/tag4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1804"/>
  <p:tag name="KSO_WM_UNIT_ID" val="custom20231804_1*a*1"/>
  <p:tag name="KSO_WM_UNIT_TEXT_FILL_FORE_SCHEMECOLOR_INDEX" val="13"/>
  <p:tag name="KSO_WM_UNIT_TEXT_FILL_TYPE" val="1"/>
  <p:tag name="KSO_WM_UNIT_USESOURCEFORMAT_APPLY" val="0"/>
  <p:tag name="KSO_WM_UNIT_TEXT_TYPE" val="1"/>
  <p:tag name="KSO_WM_UNIT_PRESET_TEXT" val="单击此处添加标题"/>
</p:tagLst>
</file>

<file path=ppt/tags/tag458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413.271*363.279"/>
  <p:tag name="KSO_WM_SLIDE_POSITION" val="55.2646*135.96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5924"/>
  <p:tag name="KSO_WM_TEMPLATE_SUBCATEGORY" val="0"/>
  <p:tag name="KSO_WM_SLIDE_INDEX" val="1"/>
  <p:tag name="KSO_WM_TAG_VERSION" val="3.0"/>
  <p:tag name="KSO_WM_SLIDE_ID" val="custom20231804_1"/>
  <p:tag name="KSO_WM_SLIDE_ITEM_CNT" val="3"/>
</p:tagLst>
</file>

<file path=ppt/tags/tag459.xml><?xml version="1.0" encoding="utf-8"?>
<p:tagLst xmlns:p="http://schemas.openxmlformats.org/presentationml/2006/main"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i"/>
  <p:tag name="KSO_WM_UNIT_INDEX" val="1"/>
  <p:tag name="KSO_WM_UNIT_ID" val="custom20233314_1*i*1"/>
  <p:tag name="KSO_WM_TEMPLATE_CATEGORY" val="custom"/>
  <p:tag name="KSO_WM_TEMPLATE_INDEX" val="20233314"/>
  <p:tag name="KSO_WM_UNIT_LAYERLEVEL" val="1"/>
  <p:tag name="KSO_WM_TAG_VERSION" val="3.0"/>
  <p:tag name="KSO_WM_BEAUTIFY_FLAG" val="#wm#"/>
</p:tagLst>
</file>

<file path=ppt/tags/tag460.xml><?xml version="1.0" encoding="utf-8"?>
<p:tagLst xmlns:p="http://schemas.openxmlformats.org/presentationml/2006/main">
  <p:tag name="KSO_WM_UNIT_TEXT_FILL_FORE_SCHEMECOLOR_INDEX" val="13"/>
  <p:tag name="KSO_WM_UNIT_TEXT_FILL_TYPE" val="1"/>
  <p:tag name="KSO_WM_UNIT_USESOURCEFORMAT_APPLY" val="0"/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a"/>
  <p:tag name="KSO_WM_UNIT_INDEX" val="1"/>
  <p:tag name="KSO_WM_UNIT_ID" val="custom20233314_1*a*1"/>
  <p:tag name="KSO_WM_TEMPLATE_CATEGORY" val="custom"/>
  <p:tag name="KSO_WM_TEMPLATE_INDEX" val="20233314"/>
  <p:tag name="KSO_WM_UNIT_LAYERLEVEL" val="1"/>
  <p:tag name="KSO_WM_TAG_VERSION" val="3.0"/>
  <p:tag name="KSO_WM_BEAUTIFY_FLAG" val="#wm#"/>
  <p:tag name="KSO_WM_UNIT_PRESET_TEXT" val="单击此处添加标题"/>
  <p:tag name="KSO_WM_UNIT_TEXT_TYPE" val="1"/>
</p:tagLst>
</file>

<file path=ppt/tags/tag46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31016_4*m_h_i*1_2_2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09000000357627869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4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1"/>
  <p:tag name="KSO_WM_UNIT_ID" val="diagram20231016_4*m_h_i*1_1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4000000059604645,&quot;colorType&quot;:1,&quot;foreColorIndex&quot;:5,&quot;pos&quot;:0.15000000596046448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UNIT_USESOURCEFORMAT_APPLY" val="0"/>
</p:tagLst>
</file>

<file path=ppt/tags/tag463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20231016_4*m_h_a*1_1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464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31016_4*m_h_f*1_1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80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。根据需要可酌情增减文字"/>
  <p:tag name="KSO_WM_UNIT_TEXT_FILL_FORE_SCHEMECOLOR_INDEX" val="1"/>
  <p:tag name="KSO_WM_UNIT_TEXT_FILL_TYPE" val="1"/>
  <p:tag name="KSO_WM_UNIT_USESOURCEFORMAT_APPLY" val="0"/>
</p:tagLst>
</file>

<file path=ppt/tags/tag46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1"/>
  <p:tag name="KSO_WM_UNIT_ID" val="diagram20231016_4*m_h_i*1_2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4000000059604645,&quot;colorType&quot;:1,&quot;foreColorIndex&quot;:5,&quot;pos&quot;:0.15000000596046448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UNIT_USESOURCEFORMAT_APPLY" val="0"/>
</p:tagLst>
</file>

<file path=ppt/tags/tag466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231016_4*m_h_a*1_2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467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31016_4*m_h_f*1_2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。根据需要可酌情增减文字"/>
  <p:tag name="KSO_WM_UNIT_TEXT_FILL_FORE_SCHEMECOLOR_INDEX" val="1"/>
  <p:tag name="KSO_WM_UNIT_TEXT_FILL_TYPE" val="1"/>
  <p:tag name="KSO_WM_UNIT_USESOURCEFORMAT_APPLY" val="0"/>
</p:tagLst>
</file>

<file path=ppt/tags/tag4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3_1"/>
  <p:tag name="KSO_WM_UNIT_ID" val="diagram20231016_4*m_h_i*1_3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4000000059604645,&quot;colorType&quot;:1,&quot;foreColorIndex&quot;:5,&quot;pos&quot;:0.15000000596046448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UNIT_USESOURCEFORMAT_APPLY" val="0"/>
</p:tagLst>
</file>

<file path=ppt/tags/tag469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diagram20231016_4*m_h_a*1_3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470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31016_4*m_h_f*1_3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。根据需要可酌情增减文字"/>
  <p:tag name="KSO_WM_UNIT_TEXT_FILL_FORE_SCHEMECOLOR_INDEX" val="1"/>
  <p:tag name="KSO_WM_UNIT_TEXT_FILL_TYPE" val="1"/>
  <p:tag name="KSO_WM_UNIT_USESOURCEFORMAT_APPLY" val="0"/>
</p:tagLst>
</file>

<file path=ppt/tags/tag47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4_1"/>
  <p:tag name="KSO_WM_UNIT_ID" val="diagram20231016_4*m_h_i*1_4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4000000059604645,&quot;colorType&quot;:1,&quot;foreColorIndex&quot;:5,&quot;pos&quot;:0.15000000596046448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UNIT_USESOURCEFORMAT_APPLY" val="0"/>
</p:tagLst>
</file>

<file path=ppt/tags/tag472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4_1"/>
  <p:tag name="KSO_WM_UNIT_ID" val="diagram20231016_4*m_h_a*1_4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473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4_1"/>
  <p:tag name="KSO_WM_UNIT_ID" val="diagram20231016_4*m_h_f*1_4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。根据需要可酌情增减文字"/>
  <p:tag name="KSO_WM_UNIT_TEXT_FILL_FORE_SCHEMECOLOR_INDEX" val="1"/>
  <p:tag name="KSO_WM_UNIT_TEXT_FILL_TYPE" val="1"/>
  <p:tag name="KSO_WM_UNIT_USESOURCEFORMAT_APPLY" val="0"/>
</p:tagLst>
</file>

<file path=ppt/tags/tag47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ID" val="diagram20231016_4*m_h_i*1_3_2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09000000357627869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4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2"/>
  <p:tag name="KSO_WM_UNIT_ID" val="diagram20231016_4*m_h_i*1_4_2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09000000357627869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2"/>
  <p:tag name="KSO_WM_UNIT_ID" val="diagram20231016_4*m_h_i*1_4_2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48.32503631832213,&quot;left&quot;:12.85,&quot;top&quot;:115.47496062992123,&quot;width&quot;:938.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09000000357627869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4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4_1"/>
  <p:tag name="KSO_WM_UNIT_ID" val="diagram20231016_4*m_h_a*1_4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478.xml><?xml version="1.0" encoding="utf-8"?>
<p:tagLst xmlns:p="http://schemas.openxmlformats.org/presentationml/2006/main">
  <p:tag name="KSO_WM_SPECIAL_SOURCE" val="bdnull"/>
  <p:tag name="KSO_WM_SLIDE_ID" val="custom20233314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3"/>
  <p:tag name="KSO_WM_SLIDE_INDEX" val="1"/>
  <p:tag name="KSO_WM_SLIDE_SIZE" val="514.8*302.9"/>
  <p:tag name="KSO_WM_SLIDE_POSITION" val="38.05*169.8"/>
  <p:tag name="KSO_WM_DIAGRAM_GROUP_CODE" val="m1-1"/>
  <p:tag name="KSO_WM_SLIDE_DIAGTYPE" val="m"/>
  <p:tag name="KSO_WM_TAG_VERSION" val="3.0"/>
  <p:tag name="KSO_WM_BEAUTIFY_FLAG" val="#wm#"/>
  <p:tag name="KSO_WM_TEMPLATE_CATEGORY" val="custom"/>
  <p:tag name="KSO_WM_TEMPLATE_INDEX" val="20235924"/>
  <p:tag name="KSO_WM_SLIDE_LAYOUT" val="a_d_m"/>
  <p:tag name="KSO_WM_SLIDE_LAYOUT_CNT" val="1_1_1"/>
</p:tagLst>
</file>

<file path=ppt/tags/tag479.xml><?xml version="1.0" encoding="utf-8"?>
<p:tagLst xmlns:p="http://schemas.openxmlformats.org/presentationml/2006/main"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i"/>
  <p:tag name="KSO_WM_UNIT_INDEX" val="1"/>
  <p:tag name="KSO_WM_UNIT_ID" val="custom20233314_1*i*1"/>
  <p:tag name="KSO_WM_TEMPLATE_CATEGORY" val="custom"/>
  <p:tag name="KSO_WM_TEMPLATE_INDEX" val="20233314"/>
  <p:tag name="KSO_WM_UNIT_LAYERLEVEL" val="1"/>
  <p:tag name="KSO_WM_TAG_VERSION" val="3.0"/>
  <p:tag name="KSO_WM_BEAUTIFY_FLAG" val="#wm#"/>
</p:tagLst>
</file>

<file path=ppt/tags/tag480.xml><?xml version="1.0" encoding="utf-8"?>
<p:tagLst xmlns:p="http://schemas.openxmlformats.org/presentationml/2006/main">
  <p:tag name="KSO_WM_UNIT_TEXT_FILL_FORE_SCHEMECOLOR_INDEX" val="13"/>
  <p:tag name="KSO_WM_UNIT_TEXT_FILL_TYPE" val="1"/>
  <p:tag name="KSO_WM_UNIT_USESOURCEFORMAT_APPLY" val="0"/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a"/>
  <p:tag name="KSO_WM_UNIT_INDEX" val="1"/>
  <p:tag name="KSO_WM_UNIT_ID" val="custom20233314_1*a*1"/>
  <p:tag name="KSO_WM_TEMPLATE_CATEGORY" val="custom"/>
  <p:tag name="KSO_WM_TEMPLATE_INDEX" val="20233314"/>
  <p:tag name="KSO_WM_UNIT_LAYERLEVEL" val="1"/>
  <p:tag name="KSO_WM_TAG_VERSION" val="3.0"/>
  <p:tag name="KSO_WM_BEAUTIFY_FLAG" val="#wm#"/>
  <p:tag name="KSO_WM_UNIT_PRESET_TEXT" val="单击此处添加标题"/>
  <p:tag name="KSO_WM_UNIT_TEXT_TYPE" val="1"/>
</p:tagLst>
</file>

<file path=ppt/tags/tag4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31016_4*m_h_i*1_2_2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09000000357627869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4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1"/>
  <p:tag name="KSO_WM_UNIT_ID" val="diagram20231016_4*m_h_i*1_1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4000000059604645,&quot;colorType&quot;:1,&quot;foreColorIndex&quot;:5,&quot;pos&quot;:0.15000000596046448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UNIT_USESOURCEFORMAT_APPLY" val="0"/>
</p:tagLst>
</file>

<file path=ppt/tags/tag483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20231016_4*m_h_a*1_1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484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31016_4*m_h_f*1_1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80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。根据需要可酌情增减文字"/>
  <p:tag name="KSO_WM_UNIT_TEXT_FILL_FORE_SCHEMECOLOR_INDEX" val="1"/>
  <p:tag name="KSO_WM_UNIT_TEXT_FILL_TYPE" val="1"/>
  <p:tag name="KSO_WM_UNIT_USESOURCEFORMAT_APPLY" val="0"/>
</p:tagLst>
</file>

<file path=ppt/tags/tag4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1"/>
  <p:tag name="KSO_WM_UNIT_ID" val="diagram20231016_4*m_h_i*1_2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4000000059604645,&quot;colorType&quot;:1,&quot;foreColorIndex&quot;:5,&quot;pos&quot;:0.15000000596046448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UNIT_USESOURCEFORMAT_APPLY" val="0"/>
</p:tagLst>
</file>

<file path=ppt/tags/tag486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231016_4*m_h_a*1_2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487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31016_4*m_h_f*1_2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。根据需要可酌情增减文字"/>
  <p:tag name="KSO_WM_UNIT_TEXT_FILL_FORE_SCHEMECOLOR_INDEX" val="1"/>
  <p:tag name="KSO_WM_UNIT_TEXT_FILL_TYPE" val="1"/>
  <p:tag name="KSO_WM_UNIT_USESOURCEFORMAT_APPLY" val="0"/>
</p:tagLst>
</file>

<file path=ppt/tags/tag48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3_1"/>
  <p:tag name="KSO_WM_UNIT_ID" val="diagram20231016_4*m_h_i*1_3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4000000059604645,&quot;colorType&quot;:1,&quot;foreColorIndex&quot;:5,&quot;pos&quot;:0.15000000596046448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UNIT_USESOURCEFORMAT_APPLY" val="0"/>
</p:tagLst>
</file>

<file path=ppt/tags/tag489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diagram20231016_4*m_h_a*1_3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490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31016_4*m_h_f*1_3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。根据需要可酌情增减文字"/>
  <p:tag name="KSO_WM_UNIT_TEXT_FILL_FORE_SCHEMECOLOR_INDEX" val="1"/>
  <p:tag name="KSO_WM_UNIT_TEXT_FILL_TYPE" val="1"/>
  <p:tag name="KSO_WM_UNIT_USESOURCEFORMAT_APPLY" val="0"/>
</p:tagLst>
</file>

<file path=ppt/tags/tag49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4_1"/>
  <p:tag name="KSO_WM_UNIT_ID" val="diagram20231016_4*m_h_i*1_4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4000000059604645,&quot;colorType&quot;:1,&quot;foreColorIndex&quot;:5,&quot;pos&quot;:0.15000000596046448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UNIT_USESOURCEFORMAT_APPLY" val="0"/>
</p:tagLst>
</file>

<file path=ppt/tags/tag492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4_1"/>
  <p:tag name="KSO_WM_UNIT_ID" val="diagram20231016_4*m_h_a*1_4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493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4_1"/>
  <p:tag name="KSO_WM_UNIT_ID" val="diagram20231016_4*m_h_f*1_4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。根据需要可酌情增减文字"/>
  <p:tag name="KSO_WM_UNIT_TEXT_FILL_FORE_SCHEMECOLOR_INDEX" val="1"/>
  <p:tag name="KSO_WM_UNIT_TEXT_FILL_TYPE" val="1"/>
  <p:tag name="KSO_WM_UNIT_USESOURCEFORMAT_APPLY" val="0"/>
</p:tagLst>
</file>

<file path=ppt/tags/tag49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ID" val="diagram20231016_4*m_h_i*1_3_2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09000000357627869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49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2"/>
  <p:tag name="KSO_WM_UNIT_ID" val="diagram20231016_4*m_h_i*1_4_2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09000000357627869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2"/>
  <p:tag name="KSO_WM_UNIT_ID" val="diagram20231016_4*m_h_i*1_4_2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48.32503631832213,&quot;left&quot;:12.85,&quot;top&quot;:115.47496062992123,&quot;width&quot;:938.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09000000357627869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49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4_1"/>
  <p:tag name="KSO_WM_UNIT_ID" val="diagram20231016_4*m_h_a*1_4_1"/>
  <p:tag name="KSO_WM_TEMPLATE_CATEGORY" val="diagram"/>
  <p:tag name="KSO_WM_TEMPLATE_INDEX" val="2023101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01.87503631832215,&quot;left&quot;:12.85,&quot;top&quot;:115.47496062992123,&quot;width&quot;:93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498.xml><?xml version="1.0" encoding="utf-8"?>
<p:tagLst xmlns:p="http://schemas.openxmlformats.org/presentationml/2006/main">
  <p:tag name="KSO_WM_SPECIAL_SOURCE" val="bdnull"/>
  <p:tag name="KSO_WM_SLIDE_ID" val="custom20233314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3"/>
  <p:tag name="KSO_WM_SLIDE_INDEX" val="1"/>
  <p:tag name="KSO_WM_SLIDE_SIZE" val="514.8*302.9"/>
  <p:tag name="KSO_WM_SLIDE_POSITION" val="38.05*169.8"/>
  <p:tag name="KSO_WM_DIAGRAM_GROUP_CODE" val="m1-1"/>
  <p:tag name="KSO_WM_SLIDE_DIAGTYPE" val="m"/>
  <p:tag name="KSO_WM_TAG_VERSION" val="3.0"/>
  <p:tag name="KSO_WM_BEAUTIFY_FLAG" val="#wm#"/>
  <p:tag name="KSO_WM_TEMPLATE_CATEGORY" val="custom"/>
  <p:tag name="KSO_WM_TEMPLATE_INDEX" val="20235924"/>
  <p:tag name="KSO_WM_SLIDE_LAYOUT" val="a_d_m"/>
  <p:tag name="KSO_WM_SLIDE_LAYOUT_CNT" val="1_1_1"/>
</p:tagLst>
</file>

<file path=ppt/tags/tag499.xml><?xml version="1.0" encoding="utf-8"?>
<p:tagLst xmlns:p="http://schemas.openxmlformats.org/presentationml/2006/main"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i"/>
  <p:tag name="KSO_WM_UNIT_INDEX" val="1"/>
  <p:tag name="KSO_WM_UNIT_ID" val="custom20233314_1*i*1"/>
  <p:tag name="KSO_WM_TEMPLATE_CATEGORY" val="custom"/>
  <p:tag name="KSO_WM_TEMPLATE_INDEX" val="20233314"/>
  <p:tag name="KSO_WM_UNIT_LAYERLEVEL" val="1"/>
  <p:tag name="KSO_WM_TAG_VERSION" val="3.0"/>
  <p:tag name="KSO_WM_BEAUTIFY_FLAG" val="#wm#"/>
</p:tagLst>
</file>

<file path=ppt/tags/tag500.xml><?xml version="1.0" encoding="utf-8"?>
<p:tagLst xmlns:p="http://schemas.openxmlformats.org/presentationml/2006/main">
  <p:tag name="KSO_WM_UNIT_TEXT_FILL_FORE_SCHEMECOLOR_INDEX" val="13"/>
  <p:tag name="KSO_WM_UNIT_TEXT_FILL_TYPE" val="1"/>
  <p:tag name="KSO_WM_UNIT_USESOURCEFORMAT_APPLY" val="0"/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a"/>
  <p:tag name="KSO_WM_UNIT_INDEX" val="1"/>
  <p:tag name="KSO_WM_UNIT_ID" val="custom20233314_1*a*1"/>
  <p:tag name="KSO_WM_TEMPLATE_CATEGORY" val="custom"/>
  <p:tag name="KSO_WM_TEMPLATE_INDEX" val="20233314"/>
  <p:tag name="KSO_WM_UNIT_LAYERLEVEL" val="1"/>
  <p:tag name="KSO_WM_TAG_VERSION" val="3.0"/>
  <p:tag name="KSO_WM_BEAUTIFY_FLAG" val="#wm#"/>
  <p:tag name="KSO_WM_UNIT_PRESET_TEXT" val="单击此处添加标题"/>
  <p:tag name="KSO_WM_UNIT_TEXT_TYPE" val="1"/>
</p:tagLst>
</file>

<file path=ppt/tags/tag501.xml><?xml version="1.0" encoding="utf-8"?>
<p:tagLst xmlns:p="http://schemas.openxmlformats.org/presentationml/2006/main">
  <p:tag name="KSO_WM_UNIT_TEXT_FILL_FORE_SCHEMECOLOR_INDEX" val="13"/>
  <p:tag name="KSO_WM_UNIT_TEXT_FILL_TYPE" val="1"/>
  <p:tag name="KSO_WM_UNIT_USESOURCEFORMAT_APPLY" val="0"/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a"/>
  <p:tag name="KSO_WM_UNIT_INDEX" val="1"/>
  <p:tag name="KSO_WM_UNIT_ID" val="custom20233314_1*a*1"/>
  <p:tag name="KSO_WM_TEMPLATE_CATEGORY" val="custom"/>
  <p:tag name="KSO_WM_TEMPLATE_INDEX" val="20233314"/>
  <p:tag name="KSO_WM_UNIT_LAYERLEVEL" val="1"/>
  <p:tag name="KSO_WM_TAG_VERSION" val="3.0"/>
  <p:tag name="KSO_WM_BEAUTIFY_FLAG" val="#wm#"/>
  <p:tag name="KSO_WM_UNIT_PRESET_TEXT" val="单击此处添加标题"/>
  <p:tag name="KSO_WM_UNIT_TEXT_TYPE" val="1"/>
</p:tagLst>
</file>

<file path=ppt/tags/tag502.xml><?xml version="1.0" encoding="utf-8"?>
<p:tagLst xmlns:p="http://schemas.openxmlformats.org/presentationml/2006/main">
  <p:tag name="KSO_WM_SPECIAL_SOURCE" val="bdnull"/>
  <p:tag name="KSO_WM_SLIDE_ID" val="custom20233314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3"/>
  <p:tag name="KSO_WM_SLIDE_INDEX" val="1"/>
  <p:tag name="KSO_WM_SLIDE_SIZE" val="514.8*302.9"/>
  <p:tag name="KSO_WM_SLIDE_POSITION" val="38.05*169.8"/>
  <p:tag name="KSO_WM_DIAGRAM_GROUP_CODE" val="m1-1"/>
  <p:tag name="KSO_WM_SLIDE_DIAGTYPE" val="m"/>
  <p:tag name="KSO_WM_TAG_VERSION" val="3.0"/>
  <p:tag name="KSO_WM_BEAUTIFY_FLAG" val="#wm#"/>
  <p:tag name="KSO_WM_TEMPLATE_CATEGORY" val="custom"/>
  <p:tag name="KSO_WM_TEMPLATE_INDEX" val="20235924"/>
  <p:tag name="KSO_WM_SLIDE_LAYOUT" val="a_d_m"/>
  <p:tag name="KSO_WM_SLIDE_LAYOUT_CNT" val="1_1_1"/>
</p:tagLst>
</file>

<file path=ppt/tags/tag503.xml><?xml version="1.0" encoding="utf-8"?>
<p:tagLst xmlns:p="http://schemas.openxmlformats.org/presentationml/2006/main"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i"/>
  <p:tag name="KSO_WM_UNIT_INDEX" val="1"/>
  <p:tag name="KSO_WM_UNIT_ID" val="custom20233314_1*i*1"/>
  <p:tag name="KSO_WM_TEMPLATE_CATEGORY" val="custom"/>
  <p:tag name="KSO_WM_TEMPLATE_INDEX" val="20233314"/>
  <p:tag name="KSO_WM_UNIT_LAYERLEVEL" val="1"/>
  <p:tag name="KSO_WM_TAG_VERSION" val="3.0"/>
  <p:tag name="KSO_WM_BEAUTIFY_FLAG" val="#wm#"/>
</p:tagLst>
</file>

<file path=ppt/tags/tag504.xml><?xml version="1.0" encoding="utf-8"?>
<p:tagLst xmlns:p="http://schemas.openxmlformats.org/presentationml/2006/main">
  <p:tag name="KSO_WM_UNIT_TEXT_FILL_FORE_SCHEMECOLOR_INDEX" val="13"/>
  <p:tag name="KSO_WM_UNIT_TEXT_FILL_TYPE" val="1"/>
  <p:tag name="KSO_WM_UNIT_USESOURCEFORMAT_APPLY" val="0"/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a"/>
  <p:tag name="KSO_WM_UNIT_INDEX" val="1"/>
  <p:tag name="KSO_WM_UNIT_ID" val="custom20233314_1*a*1"/>
  <p:tag name="KSO_WM_TEMPLATE_CATEGORY" val="custom"/>
  <p:tag name="KSO_WM_TEMPLATE_INDEX" val="20233314"/>
  <p:tag name="KSO_WM_UNIT_LAYERLEVEL" val="1"/>
  <p:tag name="KSO_WM_TAG_VERSION" val="3.0"/>
  <p:tag name="KSO_WM_BEAUTIFY_FLAG" val="#wm#"/>
  <p:tag name="KSO_WM_UNIT_PRESET_TEXT" val="单击此处添加标题"/>
  <p:tag name="KSO_WM_UNIT_TEXT_TYPE" val="1"/>
</p:tagLst>
</file>

<file path=ppt/tags/tag505.xml><?xml version="1.0" encoding="utf-8"?>
<p:tagLst xmlns:p="http://schemas.openxmlformats.org/presentationml/2006/main">
  <p:tag name="KSO_WM_SPECIAL_SOURCE" val="bdnull"/>
  <p:tag name="KSO_WM_SLIDE_ID" val="custom20233314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3"/>
  <p:tag name="KSO_WM_SLIDE_INDEX" val="1"/>
  <p:tag name="KSO_WM_SLIDE_SIZE" val="514.8*302.9"/>
  <p:tag name="KSO_WM_SLIDE_POSITION" val="38.05*169.8"/>
  <p:tag name="KSO_WM_DIAGRAM_GROUP_CODE" val="m1-1"/>
  <p:tag name="KSO_WM_SLIDE_DIAGTYPE" val="m"/>
  <p:tag name="KSO_WM_TAG_VERSION" val="3.0"/>
  <p:tag name="KSO_WM_BEAUTIFY_FLAG" val="#wm#"/>
  <p:tag name="KSO_WM_TEMPLATE_CATEGORY" val="custom"/>
  <p:tag name="KSO_WM_TEMPLATE_INDEX" val="20235924"/>
  <p:tag name="KSO_WM_SLIDE_LAYOUT" val="a_d_m"/>
  <p:tag name="KSO_WM_SLIDE_LAYOUT_CNT" val="1_1_1"/>
</p:tagLst>
</file>

<file path=ppt/tags/tag506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Office 主题​​">
  <a:themeElements>
    <a:clrScheme name="2024.3.11">
      <a:dk1>
        <a:srgbClr val="333333"/>
      </a:dk1>
      <a:lt1>
        <a:sysClr val="window" lastClr="FFFFFF"/>
      </a:lt1>
      <a:dk2>
        <a:srgbClr val="000000"/>
      </a:dk2>
      <a:lt2>
        <a:srgbClr val="F3F6FB"/>
      </a:lt2>
      <a:accent1>
        <a:srgbClr val="2E6EF5"/>
      </a:accent1>
      <a:accent2>
        <a:srgbClr val="5599F7"/>
      </a:accent2>
      <a:accent3>
        <a:srgbClr val="F06A45"/>
      </a:accent3>
      <a:accent4>
        <a:srgbClr val="FAB405"/>
      </a:accent4>
      <a:accent5>
        <a:srgbClr val="ED937E"/>
      </a:accent5>
      <a:accent6>
        <a:srgbClr val="6463CD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664</Words>
  <Application>WPS 演示</Application>
  <PresentationFormat/>
  <Paragraphs>78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江城圆体 400W</vt:lpstr>
      <vt:lpstr>Times New Roman</vt:lpstr>
      <vt:lpstr>Times New Roman</vt:lpstr>
      <vt:lpstr>微软雅黑</vt:lpstr>
      <vt:lpstr>Arial Unicode MS</vt:lpstr>
      <vt:lpstr>Calibri</vt:lpstr>
      <vt:lpstr>华康圆体W9</vt:lpstr>
      <vt:lpstr>Office 主题​​</vt:lpstr>
      <vt:lpstr>分组</vt:lpstr>
      <vt:lpstr>流程</vt:lpstr>
      <vt:lpstr>流程</vt:lpstr>
      <vt:lpstr>编排格式</vt:lpstr>
      <vt:lpstr>提交内容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魏明</dc:creator>
  <cp:lastModifiedBy>魏明</cp:lastModifiedBy>
  <cp:revision>61</cp:revision>
  <dcterms:created xsi:type="dcterms:W3CDTF">2024-12-21T13:45:00Z</dcterms:created>
  <dcterms:modified xsi:type="dcterms:W3CDTF">2025-12-08T01:19:49Z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2052-12.1.0.23539</vt:lpwstr>
  </property>
  <property fmtid="{D5CDD505-2E9C-101B-9397-08002B2CF9AE}" pid="3" name="ICV">
    <vt:lpwstr>0F365251E81E4FA7AC23F33EE3FD1F43_12</vt:lpwstr>
  </property>
</Properties>
</file>